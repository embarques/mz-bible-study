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2" r:id="rId5"/>
  </p:sldMasterIdLst>
  <p:notesMasterIdLst>
    <p:notesMasterId r:id="rId68"/>
  </p:notesMasterIdLst>
  <p:sldIdLst>
    <p:sldId id="256" r:id="rId75"/>
    <p:sldId id="257" r:id="rId76"/>
    <p:sldId id="258" r:id="rId77"/>
    <p:sldId id="259" r:id="rId78"/>
    <p:sldId id="260" r:id="rId79"/>
    <p:sldId id="261" r:id="rId80"/>
    <p:sldId id="262" r:id="rId81"/>
    <p:sldId id="263" r:id="rId82"/>
    <p:sldId id="264" r:id="rId83"/>
    <p:sldId id="265" r:id="rId84"/>
    <p:sldId id="266" r:id="rId85"/>
    <p:sldId id="267" r:id="rId86"/>
    <p:sldId id="268" r:id="rId87"/>
    <p:sldId id="269" r:id="rId88"/>
    <p:sldId id="270" r:id="rId89"/>
    <p:sldId id="271" r:id="rId90"/>
    <p:sldId id="272" r:id="rId91"/>
    <p:sldId id="273" r:id="rId92"/>
    <p:sldId id="274" r:id="rId93"/>
    <p:sldId id="275" r:id="rId94"/>
    <p:sldId id="276" r:id="rId95"/>
    <p:sldId id="277" r:id="rId96"/>
    <p:sldId id="278" r:id="rId97"/>
    <p:sldId id="279" r:id="rId98"/>
    <p:sldId id="280" r:id="rId99"/>
    <p:sldId id="281" r:id="rId100"/>
    <p:sldId id="282" r:id="rId101"/>
    <p:sldId id="283" r:id="rId102"/>
    <p:sldId id="284" r:id="rId103"/>
    <p:sldId id="285" r:id="rId104"/>
    <p:sldId id="286" r:id="rId105"/>
    <p:sldId id="287" r:id="rId106"/>
    <p:sldId id="288" r:id="rId107"/>
    <p:sldId id="289" r:id="rId108"/>
    <p:sldId id="290" r:id="rId109"/>
    <p:sldId id="291" r:id="rId110"/>
    <p:sldId id="292" r:id="rId111"/>
    <p:sldId id="293" r:id="rId112"/>
    <p:sldId id="294" r:id="rId113"/>
    <p:sldId id="295" r:id="rId114"/>
    <p:sldId id="296" r:id="rId115"/>
    <p:sldId id="297" r:id="rId116"/>
    <p:sldId id="298" r:id="rId117"/>
    <p:sldId id="299" r:id="rId118"/>
    <p:sldId id="300" r:id="rId119"/>
    <p:sldId id="301" r:id="rId120"/>
    <p:sldId id="302" r:id="rId121"/>
    <p:sldId id="303" r:id="rId122"/>
    <p:sldId id="304" r:id="rId123"/>
    <p:sldId id="305" r:id="rId124"/>
    <p:sldId id="306" r:id="rId125"/>
    <p:sldId id="307" r:id="rId126"/>
    <p:sldId id="308" r:id="rId127"/>
    <p:sldId id="309" r:id="rId128"/>
    <p:sldId id="310" r:id="rId129"/>
    <p:sldId id="311" r:id="rId130"/>
    <p:sldId id="312" r:id="rId131"/>
    <p:sldId id="313" r:id="rId132"/>
    <p:sldId id="314" r:id="rId133"/>
    <p:sldId id="315" r:id="rId134"/>
    <p:sldId id="316" r:id="rId135"/>
    <p:sldId id="317" r:id="rId136"/>
    <p:sldId id="318" r:id="rId137"/>
    <p:sldId id="319" r:id="rId138"/>
    <p:sldId id="320" r:id="rId139"/>
    <p:sldId id="321" r:id="rId140"/>
    <p:sldId id="322" r:id="rId141"/>
    <p:sldId id="323" r:id="rId142"/>
    <p:sldId id="324" r:id="rId143"/>
  </p:sldIdLst>
  <p:sldSz cx="12192000" cy="6858000"/>
  <p:notesSz cx="6858000" cy="9144000"/>
  <p:defaultText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B2FC"/>
    <a:srgbClr val="FDA110"/>
    <a:srgbClr val="EED19C"/>
    <a:srgbClr val="00A2E3"/>
    <a:srgbClr val="2650A3"/>
    <a:srgbClr val="869FB2"/>
    <a:srgbClr val="E4B956"/>
    <a:srgbClr val="C3267B"/>
    <a:srgbClr val="A0BE3F"/>
    <a:srgbClr val="C855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31C2F4-E415-405F-A15A-F522A9F84FDA}" v="17" dt="2026-07-29T03:12:39.23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Estilo claro 2 - Acento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89" autoAdjust="0"/>
    <p:restoredTop sz="89104" autoAdjust="0"/>
  </p:normalViewPr>
  <p:slideViewPr>
    <p:cSldViewPr snapToGrid="0">
      <p:cViewPr varScale="1">
        <p:scale>
          <a:sx n="95" d="100"/>
          <a:sy n="95" d="100"/>
        </p:scale>
        <p:origin x="1188" y="78"/>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68" Type="http://schemas.openxmlformats.org/officeDocument/2006/relationships/notesMaster" Target="notesMasters/notesMaster1.xml"/><Relationship Id="rId2" Type="http://schemas.openxmlformats.org/officeDocument/2006/relationships/customXml" Target="../customXml/item2.xml"/><Relationship Id="rId74" Type="http://schemas.microsoft.com/office/2015/10/relationships/revisionInfo" Target="revisionInfo.xml"/><Relationship Id="rId5" Type="http://schemas.openxmlformats.org/officeDocument/2006/relationships/slideMaster" Target="slideMasters/slideMaster2.xml"/><Relationship Id="rId69" Type="http://schemas.openxmlformats.org/officeDocument/2006/relationships/presProps" Target="presProps.xml"/><Relationship Id="rId72" Type="http://schemas.openxmlformats.org/officeDocument/2006/relationships/tableStyles" Target="tableStyles.xml"/><Relationship Id="rId3" Type="http://schemas.openxmlformats.org/officeDocument/2006/relationships/customXml" Target="../customXml/item3.xml"/><Relationship Id="rId70" Type="http://schemas.openxmlformats.org/officeDocument/2006/relationships/viewProps" Target="viewProps.xml"/><Relationship Id="rId1" Type="http://schemas.openxmlformats.org/officeDocument/2006/relationships/customXml" Target="../customXml/item1.xml"/><Relationship Id="rId73" Type="http://schemas.microsoft.com/office/2016/11/relationships/changesInfo" Target="changesInfos/changesInfo1.xml"/><Relationship Id="rId4" Type="http://schemas.openxmlformats.org/officeDocument/2006/relationships/slideMaster" Target="slideMasters/slideMaster1.xml"/><Relationship Id="rId71" Type="http://schemas.openxmlformats.org/officeDocument/2006/relationships/theme" Target="theme/theme1.xml"/><Relationship Id="rId75" Type="http://schemas.openxmlformats.org/officeDocument/2006/relationships/slide" Target="slides/slide1.xml"/><Relationship Id="rId76" Type="http://schemas.openxmlformats.org/officeDocument/2006/relationships/slide" Target="slides/slide2.xml"/><Relationship Id="rId77" Type="http://schemas.openxmlformats.org/officeDocument/2006/relationships/slide" Target="slides/slide3.xml"/><Relationship Id="rId78" Type="http://schemas.openxmlformats.org/officeDocument/2006/relationships/slide" Target="slides/slide4.xml"/><Relationship Id="rId79" Type="http://schemas.openxmlformats.org/officeDocument/2006/relationships/slide" Target="slides/slide5.xml"/><Relationship Id="rId80" Type="http://schemas.openxmlformats.org/officeDocument/2006/relationships/slide" Target="slides/slide63.xml"/><Relationship Id="rId81" Type="http://schemas.openxmlformats.org/officeDocument/2006/relationships/slide" Target="slides/slide64.xml"/><Relationship Id="rId82" Type="http://schemas.openxmlformats.org/officeDocument/2006/relationships/slide" Target="slides/slide65.xml"/><Relationship Id="rId83" Type="http://schemas.openxmlformats.org/officeDocument/2006/relationships/slide" Target="slides/slide66.xml"/><Relationship Id="rId84" Type="http://schemas.openxmlformats.org/officeDocument/2006/relationships/slide" Target="slides/slide6.xml"/><Relationship Id="rId85" Type="http://schemas.openxmlformats.org/officeDocument/2006/relationships/slide" Target="slides/slide7.xml"/><Relationship Id="rId86" Type="http://schemas.openxmlformats.org/officeDocument/2006/relationships/slide" Target="slides/slide8.xml"/><Relationship Id="rId87" Type="http://schemas.openxmlformats.org/officeDocument/2006/relationships/slide" Target="slides/slide9.xml"/><Relationship Id="rId88" Type="http://schemas.openxmlformats.org/officeDocument/2006/relationships/slide" Target="slides/slide10.xml"/><Relationship Id="rId89" Type="http://schemas.openxmlformats.org/officeDocument/2006/relationships/slide" Target="slides/slide11.xml"/><Relationship Id="rId90" Type="http://schemas.openxmlformats.org/officeDocument/2006/relationships/slide" Target="slides/slide12.xml"/><Relationship Id="rId91" Type="http://schemas.openxmlformats.org/officeDocument/2006/relationships/slide" Target="slides/slide13.xml"/><Relationship Id="rId92" Type="http://schemas.openxmlformats.org/officeDocument/2006/relationships/slide" Target="slides/slide14.xml"/><Relationship Id="rId93" Type="http://schemas.openxmlformats.org/officeDocument/2006/relationships/slide" Target="slides/slide15.xml"/><Relationship Id="rId94" Type="http://schemas.openxmlformats.org/officeDocument/2006/relationships/slide" Target="slides/slide16.xml"/><Relationship Id="rId95" Type="http://schemas.openxmlformats.org/officeDocument/2006/relationships/slide" Target="slides/slide17.xml"/><Relationship Id="rId96" Type="http://schemas.openxmlformats.org/officeDocument/2006/relationships/slide" Target="slides/slide67.xml"/><Relationship Id="rId97" Type="http://schemas.openxmlformats.org/officeDocument/2006/relationships/slide" Target="slides/slide18.xml"/><Relationship Id="rId98" Type="http://schemas.openxmlformats.org/officeDocument/2006/relationships/slide" Target="slides/slide19.xml"/><Relationship Id="rId99" Type="http://schemas.openxmlformats.org/officeDocument/2006/relationships/slide" Target="slides/slide20.xml"/><Relationship Id="rId100" Type="http://schemas.openxmlformats.org/officeDocument/2006/relationships/slide" Target="slides/slide21.xml"/><Relationship Id="rId101" Type="http://schemas.openxmlformats.org/officeDocument/2006/relationships/slide" Target="slides/slide22.xml"/><Relationship Id="rId102" Type="http://schemas.openxmlformats.org/officeDocument/2006/relationships/slide" Target="slides/slide23.xml"/><Relationship Id="rId103" Type="http://schemas.openxmlformats.org/officeDocument/2006/relationships/slide" Target="slides/slide24.xml"/><Relationship Id="rId104" Type="http://schemas.openxmlformats.org/officeDocument/2006/relationships/slide" Target="slides/slide25.xml"/><Relationship Id="rId105" Type="http://schemas.openxmlformats.org/officeDocument/2006/relationships/slide" Target="slides/slide26.xml"/><Relationship Id="rId106" Type="http://schemas.openxmlformats.org/officeDocument/2006/relationships/slide" Target="slides/slide27.xml"/><Relationship Id="rId107" Type="http://schemas.openxmlformats.org/officeDocument/2006/relationships/slide" Target="slides/slide28.xml"/><Relationship Id="rId108" Type="http://schemas.openxmlformats.org/officeDocument/2006/relationships/slide" Target="slides/slide29.xml"/><Relationship Id="rId109" Type="http://schemas.openxmlformats.org/officeDocument/2006/relationships/slide" Target="slides/slide30.xml"/><Relationship Id="rId110" Type="http://schemas.openxmlformats.org/officeDocument/2006/relationships/slide" Target="slides/slide31.xml"/><Relationship Id="rId111" Type="http://schemas.openxmlformats.org/officeDocument/2006/relationships/slide" Target="slides/slide32.xml"/><Relationship Id="rId112" Type="http://schemas.openxmlformats.org/officeDocument/2006/relationships/slide" Target="slides/slide33.xml"/><Relationship Id="rId113" Type="http://schemas.openxmlformats.org/officeDocument/2006/relationships/slide" Target="slides/slide34.xml"/><Relationship Id="rId114" Type="http://schemas.openxmlformats.org/officeDocument/2006/relationships/slide" Target="slides/slide35.xml"/><Relationship Id="rId115" Type="http://schemas.openxmlformats.org/officeDocument/2006/relationships/slide" Target="slides/slide36.xml"/><Relationship Id="rId116" Type="http://schemas.openxmlformats.org/officeDocument/2006/relationships/slide" Target="slides/slide37.xml"/><Relationship Id="rId117" Type="http://schemas.openxmlformats.org/officeDocument/2006/relationships/slide" Target="slides/slide38.xml"/><Relationship Id="rId118" Type="http://schemas.openxmlformats.org/officeDocument/2006/relationships/slide" Target="slides/slide39.xml"/><Relationship Id="rId119" Type="http://schemas.openxmlformats.org/officeDocument/2006/relationships/slide" Target="slides/slide40.xml"/><Relationship Id="rId120" Type="http://schemas.openxmlformats.org/officeDocument/2006/relationships/slide" Target="slides/slide41.xml"/><Relationship Id="rId121" Type="http://schemas.openxmlformats.org/officeDocument/2006/relationships/slide" Target="slides/slide42.xml"/><Relationship Id="rId122" Type="http://schemas.openxmlformats.org/officeDocument/2006/relationships/slide" Target="slides/slide43.xml"/><Relationship Id="rId123" Type="http://schemas.openxmlformats.org/officeDocument/2006/relationships/slide" Target="slides/slide44.xml"/><Relationship Id="rId124" Type="http://schemas.openxmlformats.org/officeDocument/2006/relationships/slide" Target="slides/slide45.xml"/><Relationship Id="rId125" Type="http://schemas.openxmlformats.org/officeDocument/2006/relationships/slide" Target="slides/slide46.xml"/><Relationship Id="rId126" Type="http://schemas.openxmlformats.org/officeDocument/2006/relationships/slide" Target="slides/slide47.xml"/><Relationship Id="rId127" Type="http://schemas.openxmlformats.org/officeDocument/2006/relationships/slide" Target="slides/slide68.xml"/><Relationship Id="rId128" Type="http://schemas.openxmlformats.org/officeDocument/2006/relationships/slide" Target="slides/slide48.xml"/><Relationship Id="rId129" Type="http://schemas.openxmlformats.org/officeDocument/2006/relationships/slide" Target="slides/slide49.xml"/><Relationship Id="rId130" Type="http://schemas.openxmlformats.org/officeDocument/2006/relationships/slide" Target="slides/slide50.xml"/><Relationship Id="rId131" Type="http://schemas.openxmlformats.org/officeDocument/2006/relationships/slide" Target="slides/slide51.xml"/><Relationship Id="rId132" Type="http://schemas.openxmlformats.org/officeDocument/2006/relationships/slide" Target="slides/slide52.xml"/><Relationship Id="rId133" Type="http://schemas.openxmlformats.org/officeDocument/2006/relationships/slide" Target="slides/slide53.xml"/><Relationship Id="rId134" Type="http://schemas.openxmlformats.org/officeDocument/2006/relationships/slide" Target="slides/slide54.xml"/><Relationship Id="rId135" Type="http://schemas.openxmlformats.org/officeDocument/2006/relationships/slide" Target="slides/slide69.xml"/><Relationship Id="rId136" Type="http://schemas.openxmlformats.org/officeDocument/2006/relationships/slide" Target="slides/slide55.xml"/><Relationship Id="rId137" Type="http://schemas.openxmlformats.org/officeDocument/2006/relationships/slide" Target="slides/slide56.xml"/><Relationship Id="rId138" Type="http://schemas.openxmlformats.org/officeDocument/2006/relationships/slide" Target="slides/slide57.xml"/><Relationship Id="rId139" Type="http://schemas.openxmlformats.org/officeDocument/2006/relationships/slide" Target="slides/slide58.xml"/><Relationship Id="rId140" Type="http://schemas.openxmlformats.org/officeDocument/2006/relationships/slide" Target="slides/slide59.xml"/><Relationship Id="rId141" Type="http://schemas.openxmlformats.org/officeDocument/2006/relationships/slide" Target="slides/slide60.xml"/><Relationship Id="rId142" Type="http://schemas.openxmlformats.org/officeDocument/2006/relationships/slide" Target="slides/slide61.xml"/><Relationship Id="rId143"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nuel Carela Tejeda" userId="6571813b-6108-4fda-b261-b0d0c7b64ed2" providerId="ADAL" clId="{BEF48E07-C45C-4130-8E46-AD40F50A2570}"/>
    <pc:docChg chg="undo redo custSel addSld delSld modSld sldOrd">
      <pc:chgData name="Emmanuel Carela Tejeda" userId="6571813b-6108-4fda-b261-b0d0c7b64ed2" providerId="ADAL" clId="{BEF48E07-C45C-4130-8E46-AD40F50A2570}" dt="2026-07-29T03:12:41.036" v="9519" actId="1076"/>
      <pc:docMkLst>
        <pc:docMk/>
      </pc:docMkLst>
      <pc:sldChg chg="addSp delSp modSp mod delAnim modAnim">
        <pc:chgData name="Emmanuel Carela Tejeda" userId="6571813b-6108-4fda-b261-b0d0c7b64ed2" providerId="ADAL" clId="{BEF48E07-C45C-4130-8E46-AD40F50A2570}" dt="2026-07-29T03:02:49.790" v="9436" actId="1076"/>
        <pc:sldMkLst>
          <pc:docMk/>
          <pc:sldMk cId="2411940300" sldId="329"/>
        </pc:sldMkLst>
        <pc:spChg chg="mod">
          <ac:chgData name="Emmanuel Carela Tejeda" userId="6571813b-6108-4fda-b261-b0d0c7b64ed2" providerId="ADAL" clId="{BEF48E07-C45C-4130-8E46-AD40F50A2570}" dt="2026-07-29T03:02:38.236" v="9434" actId="1076"/>
          <ac:spMkLst>
            <pc:docMk/>
            <pc:sldMk cId="2411940300" sldId="329"/>
            <ac:spMk id="4" creationId="{1AA22AEF-2EA5-B718-E6D6-DC9C490F866E}"/>
          </ac:spMkLst>
        </pc:spChg>
        <pc:spChg chg="mod">
          <ac:chgData name="Emmanuel Carela Tejeda" userId="6571813b-6108-4fda-b261-b0d0c7b64ed2" providerId="ADAL" clId="{BEF48E07-C45C-4130-8E46-AD40F50A2570}" dt="2026-07-29T03:02:33.621" v="9433" actId="1076"/>
          <ac:spMkLst>
            <pc:docMk/>
            <pc:sldMk cId="2411940300" sldId="329"/>
            <ac:spMk id="6" creationId="{6729E8B7-EFEF-592E-3C11-DC2EE56B3D6A}"/>
          </ac:spMkLst>
        </pc:spChg>
        <pc:picChg chg="add mod">
          <ac:chgData name="Emmanuel Carela Tejeda" userId="6571813b-6108-4fda-b261-b0d0c7b64ed2" providerId="ADAL" clId="{BEF48E07-C45C-4130-8E46-AD40F50A2570}" dt="2026-07-29T03:02:49.790" v="9436" actId="1076"/>
          <ac:picMkLst>
            <pc:docMk/>
            <pc:sldMk cId="2411940300" sldId="329"/>
            <ac:picMk id="3" creationId="{93CCF8FD-4BD3-999D-35E6-13EC4C0E0E54}"/>
          </ac:picMkLst>
        </pc:picChg>
        <pc:picChg chg="add del mod">
          <ac:chgData name="Emmanuel Carela Tejeda" userId="6571813b-6108-4fda-b261-b0d0c7b64ed2" providerId="ADAL" clId="{BEF48E07-C45C-4130-8E46-AD40F50A2570}" dt="2026-07-29T03:02:18.589" v="9428" actId="478"/>
          <ac:picMkLst>
            <pc:docMk/>
            <pc:sldMk cId="2411940300" sldId="329"/>
            <ac:picMk id="5" creationId="{6BDD20E6-1DE9-6556-E55C-C7EE24DC7CF9}"/>
          </ac:picMkLst>
        </pc:picChg>
      </pc:sldChg>
      <pc:sldChg chg="addSp delSp modSp mod">
        <pc:chgData name="Emmanuel Carela Tejeda" userId="6571813b-6108-4fda-b261-b0d0c7b64ed2" providerId="ADAL" clId="{BEF48E07-C45C-4130-8E46-AD40F50A2570}" dt="2026-07-29T03:03:10.101" v="9441" actId="1076"/>
        <pc:sldMkLst>
          <pc:docMk/>
          <pc:sldMk cId="2083384461" sldId="335"/>
        </pc:sldMkLst>
        <pc:spChg chg="mod">
          <ac:chgData name="Emmanuel Carela Tejeda" userId="6571813b-6108-4fda-b261-b0d0c7b64ed2" providerId="ADAL" clId="{BEF48E07-C45C-4130-8E46-AD40F50A2570}" dt="2026-07-29T02:42:00.397" v="9106" actId="6549"/>
          <ac:spMkLst>
            <pc:docMk/>
            <pc:sldMk cId="2083384461" sldId="335"/>
            <ac:spMk id="4" creationId="{0BB6ECF5-120B-D81A-6094-A2CBB96C9EB8}"/>
          </ac:spMkLst>
        </pc:spChg>
        <pc:spChg chg="mod">
          <ac:chgData name="Emmanuel Carela Tejeda" userId="6571813b-6108-4fda-b261-b0d0c7b64ed2" providerId="ADAL" clId="{BEF48E07-C45C-4130-8E46-AD40F50A2570}" dt="2026-07-29T02:41:43.261" v="9100" actId="20577"/>
          <ac:spMkLst>
            <pc:docMk/>
            <pc:sldMk cId="2083384461" sldId="335"/>
            <ac:spMk id="7" creationId="{0A7692BB-0923-EF95-DBB0-2D7D55031610}"/>
          </ac:spMkLst>
        </pc:spChg>
        <pc:picChg chg="add del mod">
          <ac:chgData name="Emmanuel Carela Tejeda" userId="6571813b-6108-4fda-b261-b0d0c7b64ed2" providerId="ADAL" clId="{BEF48E07-C45C-4130-8E46-AD40F50A2570}" dt="2026-07-29T03:03:02.735" v="9437" actId="478"/>
          <ac:picMkLst>
            <pc:docMk/>
            <pc:sldMk cId="2083384461" sldId="335"/>
            <ac:picMk id="3" creationId="{F63B355B-8DB5-A5F6-307B-B45A44FF2067}"/>
          </ac:picMkLst>
        </pc:picChg>
        <pc:picChg chg="add mod">
          <ac:chgData name="Emmanuel Carela Tejeda" userId="6571813b-6108-4fda-b261-b0d0c7b64ed2" providerId="ADAL" clId="{BEF48E07-C45C-4130-8E46-AD40F50A2570}" dt="2026-07-29T03:03:10.101" v="9441" actId="1076"/>
          <ac:picMkLst>
            <pc:docMk/>
            <pc:sldMk cId="2083384461" sldId="335"/>
            <ac:picMk id="5" creationId="{BECA27D4-CF9A-DADA-FA1B-A3A94DE59BD7}"/>
          </ac:picMkLst>
        </pc:picChg>
      </pc:sldChg>
      <pc:sldChg chg="modSp mod">
        <pc:chgData name="Emmanuel Carela Tejeda" userId="6571813b-6108-4fda-b261-b0d0c7b64ed2" providerId="ADAL" clId="{BEF48E07-C45C-4130-8E46-AD40F50A2570}" dt="2026-07-29T02:43:32.040" v="9121" actId="113"/>
        <pc:sldMkLst>
          <pc:docMk/>
          <pc:sldMk cId="4228405475" sldId="361"/>
        </pc:sldMkLst>
        <pc:spChg chg="mod">
          <ac:chgData name="Emmanuel Carela Tejeda" userId="6571813b-6108-4fda-b261-b0d0c7b64ed2" providerId="ADAL" clId="{BEF48E07-C45C-4130-8E46-AD40F50A2570}" dt="2026-07-29T02:42:49.916" v="9114"/>
          <ac:spMkLst>
            <pc:docMk/>
            <pc:sldMk cId="4228405475" sldId="361"/>
            <ac:spMk id="2" creationId="{4CB775AD-3D33-84B8-64DE-EA116093CBCF}"/>
          </ac:spMkLst>
        </pc:spChg>
        <pc:spChg chg="mod">
          <ac:chgData name="Emmanuel Carela Tejeda" userId="6571813b-6108-4fda-b261-b0d0c7b64ed2" providerId="ADAL" clId="{BEF48E07-C45C-4130-8E46-AD40F50A2570}" dt="2026-07-29T02:43:32.040" v="9121" actId="113"/>
          <ac:spMkLst>
            <pc:docMk/>
            <pc:sldMk cId="4228405475" sldId="361"/>
            <ac:spMk id="3" creationId="{F8DA3710-BC3F-A6B2-FD40-D0E310CD30FC}"/>
          </ac:spMkLst>
        </pc:spChg>
      </pc:sldChg>
      <pc:sldChg chg="addSp delSp modSp mod">
        <pc:chgData name="Emmanuel Carela Tejeda" userId="6571813b-6108-4fda-b261-b0d0c7b64ed2" providerId="ADAL" clId="{BEF48E07-C45C-4130-8E46-AD40F50A2570}" dt="2026-07-29T03:04:18.711" v="9444" actId="1076"/>
        <pc:sldMkLst>
          <pc:docMk/>
          <pc:sldMk cId="3854895495" sldId="364"/>
        </pc:sldMkLst>
        <pc:spChg chg="mod">
          <ac:chgData name="Emmanuel Carela Tejeda" userId="6571813b-6108-4fda-b261-b0d0c7b64ed2" providerId="ADAL" clId="{BEF48E07-C45C-4130-8E46-AD40F50A2570}" dt="2026-07-29T02:44:57.796" v="9155" actId="20577"/>
          <ac:spMkLst>
            <pc:docMk/>
            <pc:sldMk cId="3854895495" sldId="364"/>
            <ac:spMk id="5" creationId="{0A7692BB-0923-EF95-DBB0-2D7D55031610}"/>
          </ac:spMkLst>
        </pc:spChg>
        <pc:spChg chg="mod">
          <ac:chgData name="Emmanuel Carela Tejeda" userId="6571813b-6108-4fda-b261-b0d0c7b64ed2" providerId="ADAL" clId="{BEF48E07-C45C-4130-8E46-AD40F50A2570}" dt="2026-07-29T02:44:47.741" v="9143" actId="14100"/>
          <ac:spMkLst>
            <pc:docMk/>
            <pc:sldMk cId="3854895495" sldId="364"/>
            <ac:spMk id="7" creationId="{0062B040-75A8-0CF6-4CB9-2468C42C7C1B}"/>
          </ac:spMkLst>
        </pc:spChg>
        <pc:picChg chg="add mod">
          <ac:chgData name="Emmanuel Carela Tejeda" userId="6571813b-6108-4fda-b261-b0d0c7b64ed2" providerId="ADAL" clId="{BEF48E07-C45C-4130-8E46-AD40F50A2570}" dt="2026-07-29T03:04:18.711" v="9444" actId="1076"/>
          <ac:picMkLst>
            <pc:docMk/>
            <pc:sldMk cId="3854895495" sldId="364"/>
            <ac:picMk id="3" creationId="{357548CB-8A7A-9485-A9A0-55DC27922D96}"/>
          </ac:picMkLst>
        </pc:picChg>
        <pc:picChg chg="add del mod">
          <ac:chgData name="Emmanuel Carela Tejeda" userId="6571813b-6108-4fda-b261-b0d0c7b64ed2" providerId="ADAL" clId="{BEF48E07-C45C-4130-8E46-AD40F50A2570}" dt="2026-07-29T03:04:14.908" v="9442" actId="478"/>
          <ac:picMkLst>
            <pc:docMk/>
            <pc:sldMk cId="3854895495" sldId="364"/>
            <ac:picMk id="4" creationId="{034CA8A6-B9EA-238D-C34A-2BC56C7B44A1}"/>
          </ac:picMkLst>
        </pc:picChg>
      </pc:sldChg>
      <pc:sldChg chg="modSp mod">
        <pc:chgData name="Emmanuel Carela Tejeda" userId="6571813b-6108-4fda-b261-b0d0c7b64ed2" providerId="ADAL" clId="{BEF48E07-C45C-4130-8E46-AD40F50A2570}" dt="2026-07-29T02:38:13.264" v="9046"/>
        <pc:sldMkLst>
          <pc:docMk/>
          <pc:sldMk cId="700539630" sldId="394"/>
        </pc:sldMkLst>
        <pc:graphicFrameChg chg="mod modGraphic">
          <ac:chgData name="Emmanuel Carela Tejeda" userId="6571813b-6108-4fda-b261-b0d0c7b64ed2" providerId="ADAL" clId="{BEF48E07-C45C-4130-8E46-AD40F50A2570}" dt="2026-07-29T02:38:13.264" v="9046"/>
          <ac:graphicFrameMkLst>
            <pc:docMk/>
            <pc:sldMk cId="700539630" sldId="394"/>
            <ac:graphicFrameMk id="3092" creationId="{A5DB8D33-CAB4-A22A-C819-B986906284B9}"/>
          </ac:graphicFrameMkLst>
        </pc:graphicFrameChg>
      </pc:sldChg>
      <pc:sldChg chg="modSp mod">
        <pc:chgData name="Emmanuel Carela Tejeda" userId="6571813b-6108-4fda-b261-b0d0c7b64ed2" providerId="ADAL" clId="{BEF48E07-C45C-4130-8E46-AD40F50A2570}" dt="2026-07-29T02:46:01.757" v="9173" actId="113"/>
        <pc:sldMkLst>
          <pc:docMk/>
          <pc:sldMk cId="430084201" sldId="398"/>
        </pc:sldMkLst>
        <pc:spChg chg="mod">
          <ac:chgData name="Emmanuel Carela Tejeda" userId="6571813b-6108-4fda-b261-b0d0c7b64ed2" providerId="ADAL" clId="{BEF48E07-C45C-4130-8E46-AD40F50A2570}" dt="2026-07-29T02:45:42.044" v="9167" actId="1076"/>
          <ac:spMkLst>
            <pc:docMk/>
            <pc:sldMk cId="430084201" sldId="398"/>
            <ac:spMk id="2" creationId="{8FD70A5C-A939-05B3-C8AA-D7F1B41A6DAF}"/>
          </ac:spMkLst>
        </pc:spChg>
        <pc:spChg chg="mod">
          <ac:chgData name="Emmanuel Carela Tejeda" userId="6571813b-6108-4fda-b261-b0d0c7b64ed2" providerId="ADAL" clId="{BEF48E07-C45C-4130-8E46-AD40F50A2570}" dt="2026-07-29T02:46:01.757" v="9173" actId="113"/>
          <ac:spMkLst>
            <pc:docMk/>
            <pc:sldMk cId="430084201" sldId="398"/>
            <ac:spMk id="3" creationId="{3232788B-1425-B5D1-57DE-CB0007ECE13D}"/>
          </ac:spMkLst>
        </pc:spChg>
      </pc:sldChg>
      <pc:sldChg chg="addSp delSp modSp mod setBg addAnim modAnim setClrOvrMap">
        <pc:chgData name="Emmanuel Carela Tejeda" userId="6571813b-6108-4fda-b261-b0d0c7b64ed2" providerId="ADAL" clId="{BEF48E07-C45C-4130-8E46-AD40F50A2570}" dt="2026-07-29T03:04:55.318" v="9457" actId="22"/>
        <pc:sldMkLst>
          <pc:docMk/>
          <pc:sldMk cId="371465228" sldId="414"/>
        </pc:sldMkLst>
        <pc:spChg chg="add">
          <ac:chgData name="Emmanuel Carela Tejeda" userId="6571813b-6108-4fda-b261-b0d0c7b64ed2" providerId="ADAL" clId="{BEF48E07-C45C-4130-8E46-AD40F50A2570}" dt="2026-07-29T03:04:55.318" v="9457" actId="22"/>
          <ac:spMkLst>
            <pc:docMk/>
            <pc:sldMk cId="371465228" sldId="414"/>
            <ac:spMk id="6" creationId="{D28EAFD8-6C1A-DFE7-9B6D-1720A8D30B70}"/>
          </ac:spMkLst>
        </pc:spChg>
        <pc:spChg chg="add mod ord">
          <ac:chgData name="Emmanuel Carela Tejeda" userId="6571813b-6108-4fda-b261-b0d0c7b64ed2" providerId="ADAL" clId="{BEF48E07-C45C-4130-8E46-AD40F50A2570}" dt="2026-07-29T03:04:54.668" v="9456" actId="1076"/>
          <ac:spMkLst>
            <pc:docMk/>
            <pc:sldMk cId="371465228" sldId="414"/>
            <ac:spMk id="7" creationId="{073DBD69-108D-6B7E-4642-BD105ECA0482}"/>
          </ac:spMkLst>
        </pc:spChg>
        <pc:spChg chg="add del mod">
          <ac:chgData name="Emmanuel Carela Tejeda" userId="6571813b-6108-4fda-b261-b0d0c7b64ed2" providerId="ADAL" clId="{BEF48E07-C45C-4130-8E46-AD40F50A2570}" dt="2026-07-29T03:04:38.800" v="9447" actId="21"/>
          <ac:spMkLst>
            <pc:docMk/>
            <pc:sldMk cId="371465228" sldId="414"/>
            <ac:spMk id="8" creationId="{D857F13C-D029-D734-18C3-23183E9BC9CA}"/>
          </ac:spMkLst>
        </pc:spChg>
        <pc:spChg chg="add del">
          <ac:chgData name="Emmanuel Carela Tejeda" userId="6571813b-6108-4fda-b261-b0d0c7b64ed2" providerId="ADAL" clId="{BEF48E07-C45C-4130-8E46-AD40F50A2570}" dt="2026-07-29T03:04:43.166" v="9448" actId="26606"/>
          <ac:spMkLst>
            <pc:docMk/>
            <pc:sldMk cId="371465228" sldId="414"/>
            <ac:spMk id="5418" creationId="{5A59F003-E00A-43F9-91DC-CC54E3B87466}"/>
          </ac:spMkLst>
        </pc:spChg>
        <pc:spChg chg="add del">
          <ac:chgData name="Emmanuel Carela Tejeda" userId="6571813b-6108-4fda-b261-b0d0c7b64ed2" providerId="ADAL" clId="{BEF48E07-C45C-4130-8E46-AD40F50A2570}" dt="2026-07-29T03:04:43.166" v="9448" actId="26606"/>
          <ac:spMkLst>
            <pc:docMk/>
            <pc:sldMk cId="371465228" sldId="414"/>
            <ac:spMk id="5420" creationId="{D74A4382-E3AD-430A-9A1F-DFA3E0E77A7D}"/>
          </ac:spMkLst>
        </pc:spChg>
        <pc:spChg chg="add del">
          <ac:chgData name="Emmanuel Carela Tejeda" userId="6571813b-6108-4fda-b261-b0d0c7b64ed2" providerId="ADAL" clId="{BEF48E07-C45C-4130-8E46-AD40F50A2570}" dt="2026-07-29T03:04:43.166" v="9448" actId="26606"/>
          <ac:spMkLst>
            <pc:docMk/>
            <pc:sldMk cId="371465228" sldId="414"/>
            <ac:spMk id="5422" creationId="{79F40191-0F44-4FD1-82CC-ACB507C14BE6}"/>
          </ac:spMkLst>
        </pc:spChg>
        <pc:spChg chg="add">
          <ac:chgData name="Emmanuel Carela Tejeda" userId="6571813b-6108-4fda-b261-b0d0c7b64ed2" providerId="ADAL" clId="{BEF48E07-C45C-4130-8E46-AD40F50A2570}" dt="2026-07-29T03:04:43.166" v="9448" actId="26606"/>
          <ac:spMkLst>
            <pc:docMk/>
            <pc:sldMk cId="371465228" sldId="414"/>
            <ac:spMk id="5427" creationId="{5A59F003-E00A-43F9-91DC-CC54E3B87466}"/>
          </ac:spMkLst>
        </pc:spChg>
        <pc:spChg chg="add">
          <ac:chgData name="Emmanuel Carela Tejeda" userId="6571813b-6108-4fda-b261-b0d0c7b64ed2" providerId="ADAL" clId="{BEF48E07-C45C-4130-8E46-AD40F50A2570}" dt="2026-07-29T03:04:43.166" v="9448" actId="26606"/>
          <ac:spMkLst>
            <pc:docMk/>
            <pc:sldMk cId="371465228" sldId="414"/>
            <ac:spMk id="5429" creationId="{D74A4382-E3AD-430A-9A1F-DFA3E0E77A7D}"/>
          </ac:spMkLst>
        </pc:spChg>
        <pc:spChg chg="add">
          <ac:chgData name="Emmanuel Carela Tejeda" userId="6571813b-6108-4fda-b261-b0d0c7b64ed2" providerId="ADAL" clId="{BEF48E07-C45C-4130-8E46-AD40F50A2570}" dt="2026-07-29T03:04:43.166" v="9448" actId="26606"/>
          <ac:spMkLst>
            <pc:docMk/>
            <pc:sldMk cId="371465228" sldId="414"/>
            <ac:spMk id="5431" creationId="{79F40191-0F44-4FD1-82CC-ACB507C14BE6}"/>
          </ac:spMkLst>
        </pc:spChg>
        <pc:picChg chg="add mod">
          <ac:chgData name="Emmanuel Carela Tejeda" userId="6571813b-6108-4fda-b261-b0d0c7b64ed2" providerId="ADAL" clId="{BEF48E07-C45C-4130-8E46-AD40F50A2570}" dt="2026-07-29T03:04:43.166" v="9448" actId="26606"/>
          <ac:picMkLst>
            <pc:docMk/>
            <pc:sldMk cId="371465228" sldId="414"/>
            <ac:picMk id="3" creationId="{FBA15E90-9151-B050-FF7D-68DD3E324148}"/>
          </ac:picMkLst>
        </pc:picChg>
        <pc:picChg chg="add del mod">
          <ac:chgData name="Emmanuel Carela Tejeda" userId="6571813b-6108-4fda-b261-b0d0c7b64ed2" providerId="ADAL" clId="{BEF48E07-C45C-4130-8E46-AD40F50A2570}" dt="2026-07-29T03:04:32.413" v="9445" actId="478"/>
          <ac:picMkLst>
            <pc:docMk/>
            <pc:sldMk cId="371465228" sldId="414"/>
            <ac:picMk id="4" creationId="{215C2AE6-7E5C-EEC3-0AA3-B16CC3428A00}"/>
          </ac:picMkLst>
        </pc:picChg>
      </pc:sldChg>
      <pc:sldChg chg="addSp delSp modSp mod addAnim delAnim modAnim">
        <pc:chgData name="Emmanuel Carela Tejeda" userId="6571813b-6108-4fda-b261-b0d0c7b64ed2" providerId="ADAL" clId="{BEF48E07-C45C-4130-8E46-AD40F50A2570}" dt="2026-07-29T03:06:30.578" v="9472" actId="22"/>
        <pc:sldMkLst>
          <pc:docMk/>
          <pc:sldMk cId="3617346384" sldId="418"/>
        </pc:sldMkLst>
        <pc:spChg chg="add">
          <ac:chgData name="Emmanuel Carela Tejeda" userId="6571813b-6108-4fda-b261-b0d0c7b64ed2" providerId="ADAL" clId="{BEF48E07-C45C-4130-8E46-AD40F50A2570}" dt="2026-07-29T03:06:30.578" v="9472" actId="22"/>
          <ac:spMkLst>
            <pc:docMk/>
            <pc:sldMk cId="3617346384" sldId="418"/>
            <ac:spMk id="6" creationId="{16017FA5-0341-BEA4-29C9-D91B1E03389B}"/>
          </ac:spMkLst>
        </pc:spChg>
        <pc:spChg chg="add del mod">
          <ac:chgData name="Emmanuel Carela Tejeda" userId="6571813b-6108-4fda-b261-b0d0c7b64ed2" providerId="ADAL" clId="{BEF48E07-C45C-4130-8E46-AD40F50A2570}" dt="2026-07-29T03:06:10.641" v="9460" actId="21"/>
          <ac:spMkLst>
            <pc:docMk/>
            <pc:sldMk cId="3617346384" sldId="418"/>
            <ac:spMk id="7" creationId="{717597BD-EF0C-5B25-CEF8-10FA4588B513}"/>
          </ac:spMkLst>
        </pc:spChg>
        <pc:spChg chg="add mod ord">
          <ac:chgData name="Emmanuel Carela Tejeda" userId="6571813b-6108-4fda-b261-b0d0c7b64ed2" providerId="ADAL" clId="{BEF48E07-C45C-4130-8E46-AD40F50A2570}" dt="2026-07-29T03:06:29.766" v="9471" actId="1076"/>
          <ac:spMkLst>
            <pc:docMk/>
            <pc:sldMk cId="3617346384" sldId="418"/>
            <ac:spMk id="8" creationId="{23F18478-F2C5-C974-50E8-20877ECFB013}"/>
          </ac:spMkLst>
        </pc:spChg>
        <pc:spChg chg="add del">
          <ac:chgData name="Emmanuel Carela Tejeda" userId="6571813b-6108-4fda-b261-b0d0c7b64ed2" providerId="ADAL" clId="{BEF48E07-C45C-4130-8E46-AD40F50A2570}" dt="2026-07-29T03:06:14.636" v="9461" actId="26606"/>
          <ac:spMkLst>
            <pc:docMk/>
            <pc:sldMk cId="3617346384" sldId="418"/>
            <ac:spMk id="7392" creationId="{5A59F003-E00A-43F9-91DC-CC54E3B87466}"/>
          </ac:spMkLst>
        </pc:spChg>
        <pc:spChg chg="add del">
          <ac:chgData name="Emmanuel Carela Tejeda" userId="6571813b-6108-4fda-b261-b0d0c7b64ed2" providerId="ADAL" clId="{BEF48E07-C45C-4130-8E46-AD40F50A2570}" dt="2026-07-29T03:06:14.636" v="9461" actId="26606"/>
          <ac:spMkLst>
            <pc:docMk/>
            <pc:sldMk cId="3617346384" sldId="418"/>
            <ac:spMk id="7394" creationId="{D74A4382-E3AD-430A-9A1F-DFA3E0E77A7D}"/>
          </ac:spMkLst>
        </pc:spChg>
        <pc:spChg chg="add del">
          <ac:chgData name="Emmanuel Carela Tejeda" userId="6571813b-6108-4fda-b261-b0d0c7b64ed2" providerId="ADAL" clId="{BEF48E07-C45C-4130-8E46-AD40F50A2570}" dt="2026-07-29T03:06:14.636" v="9461" actId="26606"/>
          <ac:spMkLst>
            <pc:docMk/>
            <pc:sldMk cId="3617346384" sldId="418"/>
            <ac:spMk id="7396" creationId="{79F40191-0F44-4FD1-82CC-ACB507C14BE6}"/>
          </ac:spMkLst>
        </pc:spChg>
        <pc:spChg chg="add">
          <ac:chgData name="Emmanuel Carela Tejeda" userId="6571813b-6108-4fda-b261-b0d0c7b64ed2" providerId="ADAL" clId="{BEF48E07-C45C-4130-8E46-AD40F50A2570}" dt="2026-07-29T03:06:14.636" v="9461" actId="26606"/>
          <ac:spMkLst>
            <pc:docMk/>
            <pc:sldMk cId="3617346384" sldId="418"/>
            <ac:spMk id="7401" creationId="{5A59F003-E00A-43F9-91DC-CC54E3B87466}"/>
          </ac:spMkLst>
        </pc:spChg>
        <pc:spChg chg="add">
          <ac:chgData name="Emmanuel Carela Tejeda" userId="6571813b-6108-4fda-b261-b0d0c7b64ed2" providerId="ADAL" clId="{BEF48E07-C45C-4130-8E46-AD40F50A2570}" dt="2026-07-29T03:06:14.636" v="9461" actId="26606"/>
          <ac:spMkLst>
            <pc:docMk/>
            <pc:sldMk cId="3617346384" sldId="418"/>
            <ac:spMk id="7403" creationId="{D74A4382-E3AD-430A-9A1F-DFA3E0E77A7D}"/>
          </ac:spMkLst>
        </pc:spChg>
        <pc:spChg chg="add">
          <ac:chgData name="Emmanuel Carela Tejeda" userId="6571813b-6108-4fda-b261-b0d0c7b64ed2" providerId="ADAL" clId="{BEF48E07-C45C-4130-8E46-AD40F50A2570}" dt="2026-07-29T03:06:14.636" v="9461" actId="26606"/>
          <ac:spMkLst>
            <pc:docMk/>
            <pc:sldMk cId="3617346384" sldId="418"/>
            <ac:spMk id="7405" creationId="{79F40191-0F44-4FD1-82CC-ACB507C14BE6}"/>
          </ac:spMkLst>
        </pc:spChg>
        <pc:picChg chg="add mod">
          <ac:chgData name="Emmanuel Carela Tejeda" userId="6571813b-6108-4fda-b261-b0d0c7b64ed2" providerId="ADAL" clId="{BEF48E07-C45C-4130-8E46-AD40F50A2570}" dt="2026-07-29T03:06:14.636" v="9461" actId="26606"/>
          <ac:picMkLst>
            <pc:docMk/>
            <pc:sldMk cId="3617346384" sldId="418"/>
            <ac:picMk id="3" creationId="{62AA5169-BE54-39CB-F474-CFB503E46842}"/>
          </ac:picMkLst>
        </pc:picChg>
        <pc:picChg chg="add del mod">
          <ac:chgData name="Emmanuel Carela Tejeda" userId="6571813b-6108-4fda-b261-b0d0c7b64ed2" providerId="ADAL" clId="{BEF48E07-C45C-4130-8E46-AD40F50A2570}" dt="2026-07-29T03:06:05.869" v="9458" actId="478"/>
          <ac:picMkLst>
            <pc:docMk/>
            <pc:sldMk cId="3617346384" sldId="418"/>
            <ac:picMk id="4" creationId="{5EFA2374-875F-5AC2-8BB3-F0AA986EF6CC}"/>
          </ac:picMkLst>
        </pc:picChg>
      </pc:sldChg>
      <pc:sldChg chg="modSp mod">
        <pc:chgData name="Emmanuel Carela Tejeda" userId="6571813b-6108-4fda-b261-b0d0c7b64ed2" providerId="ADAL" clId="{BEF48E07-C45C-4130-8E46-AD40F50A2570}" dt="2026-07-29T02:38:45.385" v="9051" actId="404"/>
        <pc:sldMkLst>
          <pc:docMk/>
          <pc:sldMk cId="3893826197" sldId="437"/>
        </pc:sldMkLst>
        <pc:graphicFrameChg chg="mod modGraphic">
          <ac:chgData name="Emmanuel Carela Tejeda" userId="6571813b-6108-4fda-b261-b0d0c7b64ed2" providerId="ADAL" clId="{BEF48E07-C45C-4130-8E46-AD40F50A2570}" dt="2026-07-29T02:38:45.385" v="9051" actId="404"/>
          <ac:graphicFrameMkLst>
            <pc:docMk/>
            <pc:sldMk cId="3893826197" sldId="437"/>
            <ac:graphicFrameMk id="3092" creationId="{CCE999CC-64B1-92DC-14C9-F006D5C741B0}"/>
          </ac:graphicFrameMkLst>
        </pc:graphicFrameChg>
      </pc:sldChg>
      <pc:sldChg chg="modSp mod">
        <pc:chgData name="Emmanuel Carela Tejeda" userId="6571813b-6108-4fda-b261-b0d0c7b64ed2" providerId="ADAL" clId="{BEF48E07-C45C-4130-8E46-AD40F50A2570}" dt="2026-07-29T02:40:01.982" v="9070" actId="403"/>
        <pc:sldMkLst>
          <pc:docMk/>
          <pc:sldMk cId="3425283314" sldId="626"/>
        </pc:sldMkLst>
        <pc:spChg chg="mod">
          <ac:chgData name="Emmanuel Carela Tejeda" userId="6571813b-6108-4fda-b261-b0d0c7b64ed2" providerId="ADAL" clId="{BEF48E07-C45C-4130-8E46-AD40F50A2570}" dt="2026-07-29T02:40:01.982" v="9070" actId="403"/>
          <ac:spMkLst>
            <pc:docMk/>
            <pc:sldMk cId="3425283314" sldId="626"/>
            <ac:spMk id="3" creationId="{6358F904-25E9-711F-79B8-C872930AA95B}"/>
          </ac:spMkLst>
        </pc:spChg>
      </pc:sldChg>
      <pc:sldChg chg="modSp mod">
        <pc:chgData name="Emmanuel Carela Tejeda" userId="6571813b-6108-4fda-b261-b0d0c7b64ed2" providerId="ADAL" clId="{BEF48E07-C45C-4130-8E46-AD40F50A2570}" dt="2026-07-29T02:51:46.959" v="9274" actId="113"/>
        <pc:sldMkLst>
          <pc:docMk/>
          <pc:sldMk cId="3304006081" sldId="797"/>
        </pc:sldMkLst>
        <pc:spChg chg="mod">
          <ac:chgData name="Emmanuel Carela Tejeda" userId="6571813b-6108-4fda-b261-b0d0c7b64ed2" providerId="ADAL" clId="{BEF48E07-C45C-4130-8E46-AD40F50A2570}" dt="2026-07-29T02:50:32.775" v="9255"/>
          <ac:spMkLst>
            <pc:docMk/>
            <pc:sldMk cId="3304006081" sldId="797"/>
            <ac:spMk id="2" creationId="{C85F807A-BE38-8B37-3CB5-A5140085AFB3}"/>
          </ac:spMkLst>
        </pc:spChg>
        <pc:spChg chg="mod">
          <ac:chgData name="Emmanuel Carela Tejeda" userId="6571813b-6108-4fda-b261-b0d0c7b64ed2" providerId="ADAL" clId="{BEF48E07-C45C-4130-8E46-AD40F50A2570}" dt="2026-07-29T02:51:46.959" v="9274" actId="113"/>
          <ac:spMkLst>
            <pc:docMk/>
            <pc:sldMk cId="3304006081" sldId="797"/>
            <ac:spMk id="3" creationId="{818817F1-D5AD-D999-C607-D80F3FC29D35}"/>
          </ac:spMkLst>
        </pc:spChg>
      </pc:sldChg>
      <pc:sldChg chg="modSp mod">
        <pc:chgData name="Emmanuel Carela Tejeda" userId="6571813b-6108-4fda-b261-b0d0c7b64ed2" providerId="ADAL" clId="{BEF48E07-C45C-4130-8E46-AD40F50A2570}" dt="2026-07-29T02:41:23.447" v="9095" actId="13926"/>
        <pc:sldMkLst>
          <pc:docMk/>
          <pc:sldMk cId="1558859699" sldId="860"/>
        </pc:sldMkLst>
        <pc:spChg chg="mod">
          <ac:chgData name="Emmanuel Carela Tejeda" userId="6571813b-6108-4fda-b261-b0d0c7b64ed2" providerId="ADAL" clId="{BEF48E07-C45C-4130-8E46-AD40F50A2570}" dt="2026-07-11T21:33:46.490" v="7844" actId="1076"/>
          <ac:spMkLst>
            <pc:docMk/>
            <pc:sldMk cId="1558859699" sldId="860"/>
            <ac:spMk id="2" creationId="{860CCEA2-7EFA-C26B-319E-9138F5D8DB5C}"/>
          </ac:spMkLst>
        </pc:spChg>
        <pc:spChg chg="mod">
          <ac:chgData name="Emmanuel Carela Tejeda" userId="6571813b-6108-4fda-b261-b0d0c7b64ed2" providerId="ADAL" clId="{BEF48E07-C45C-4130-8E46-AD40F50A2570}" dt="2026-07-29T02:41:23.447" v="9095" actId="13926"/>
          <ac:spMkLst>
            <pc:docMk/>
            <pc:sldMk cId="1558859699" sldId="860"/>
            <ac:spMk id="3" creationId="{FDF66FDC-22CB-4CB2-B83A-4B3AA762547C}"/>
          </ac:spMkLst>
        </pc:spChg>
      </pc:sldChg>
      <pc:sldChg chg="modSp mod">
        <pc:chgData name="Emmanuel Carela Tejeda" userId="6571813b-6108-4fda-b261-b0d0c7b64ed2" providerId="ADAL" clId="{BEF48E07-C45C-4130-8E46-AD40F50A2570}" dt="2026-07-29T02:49:08.388" v="9239" actId="403"/>
        <pc:sldMkLst>
          <pc:docMk/>
          <pc:sldMk cId="659996478" sldId="873"/>
        </pc:sldMkLst>
        <pc:spChg chg="mod">
          <ac:chgData name="Emmanuel Carela Tejeda" userId="6571813b-6108-4fda-b261-b0d0c7b64ed2" providerId="ADAL" clId="{BEF48E07-C45C-4130-8E46-AD40F50A2570}" dt="2026-07-29T02:49:08.388" v="9239" actId="403"/>
          <ac:spMkLst>
            <pc:docMk/>
            <pc:sldMk cId="659996478" sldId="873"/>
            <ac:spMk id="5" creationId="{E5F366DD-3E87-8D76-67EC-3FA48E29FA94}"/>
          </ac:spMkLst>
        </pc:spChg>
      </pc:sldChg>
      <pc:sldChg chg="addSp delSp modSp mod">
        <pc:chgData name="Emmanuel Carela Tejeda" userId="6571813b-6108-4fda-b261-b0d0c7b64ed2" providerId="ADAL" clId="{BEF48E07-C45C-4130-8E46-AD40F50A2570}" dt="2026-07-29T02:39:42.645" v="9066" actId="1076"/>
        <pc:sldMkLst>
          <pc:docMk/>
          <pc:sldMk cId="3003508546" sldId="935"/>
        </pc:sldMkLst>
        <pc:spChg chg="mod">
          <ac:chgData name="Emmanuel Carela Tejeda" userId="6571813b-6108-4fda-b261-b0d0c7b64ed2" providerId="ADAL" clId="{BEF48E07-C45C-4130-8E46-AD40F50A2570}" dt="2026-07-22T03:17:23.933" v="8351" actId="164"/>
          <ac:spMkLst>
            <pc:docMk/>
            <pc:sldMk cId="3003508546" sldId="935"/>
            <ac:spMk id="3" creationId="{E633C216-EFF9-6DE6-B8D7-4DC29C73C89C}"/>
          </ac:spMkLst>
        </pc:spChg>
        <pc:spChg chg="mod">
          <ac:chgData name="Emmanuel Carela Tejeda" userId="6571813b-6108-4fda-b261-b0d0c7b64ed2" providerId="ADAL" clId="{BEF48E07-C45C-4130-8E46-AD40F50A2570}" dt="2026-07-22T03:17:23.933" v="8351" actId="164"/>
          <ac:spMkLst>
            <pc:docMk/>
            <pc:sldMk cId="3003508546" sldId="935"/>
            <ac:spMk id="4" creationId="{0F22DEC2-F88F-E664-9A68-828DC51A909A}"/>
          </ac:spMkLst>
        </pc:spChg>
        <pc:spChg chg="mod">
          <ac:chgData name="Emmanuel Carela Tejeda" userId="6571813b-6108-4fda-b261-b0d0c7b64ed2" providerId="ADAL" clId="{BEF48E07-C45C-4130-8E46-AD40F50A2570}" dt="2026-07-22T03:17:23.933" v="8351" actId="164"/>
          <ac:spMkLst>
            <pc:docMk/>
            <pc:sldMk cId="3003508546" sldId="935"/>
            <ac:spMk id="6" creationId="{46DA858E-0801-3DAE-8A43-5C439A1E7C67}"/>
          </ac:spMkLst>
        </pc:spChg>
        <pc:spChg chg="mod">
          <ac:chgData name="Emmanuel Carela Tejeda" userId="6571813b-6108-4fda-b261-b0d0c7b64ed2" providerId="ADAL" clId="{BEF48E07-C45C-4130-8E46-AD40F50A2570}" dt="2026-07-22T03:17:23.933" v="8351" actId="164"/>
          <ac:spMkLst>
            <pc:docMk/>
            <pc:sldMk cId="3003508546" sldId="935"/>
            <ac:spMk id="7" creationId="{04089A99-6CAA-2220-29FA-530CFF551245}"/>
          </ac:spMkLst>
        </pc:spChg>
        <pc:spChg chg="mod">
          <ac:chgData name="Emmanuel Carela Tejeda" userId="6571813b-6108-4fda-b261-b0d0c7b64ed2" providerId="ADAL" clId="{BEF48E07-C45C-4130-8E46-AD40F50A2570}" dt="2026-07-22T03:17:23.933" v="8351" actId="164"/>
          <ac:spMkLst>
            <pc:docMk/>
            <pc:sldMk cId="3003508546" sldId="935"/>
            <ac:spMk id="8" creationId="{C9052BFD-70DC-3621-63A1-E85C2582168C}"/>
          </ac:spMkLst>
        </pc:spChg>
        <pc:spChg chg="mod">
          <ac:chgData name="Emmanuel Carela Tejeda" userId="6571813b-6108-4fda-b261-b0d0c7b64ed2" providerId="ADAL" clId="{BEF48E07-C45C-4130-8E46-AD40F50A2570}" dt="2026-07-29T02:39:38.996" v="9065" actId="1076"/>
          <ac:spMkLst>
            <pc:docMk/>
            <pc:sldMk cId="3003508546" sldId="935"/>
            <ac:spMk id="10" creationId="{03E18C94-4733-36CA-A68D-9B41CEB0F183}"/>
          </ac:spMkLst>
        </pc:spChg>
        <pc:spChg chg="mod">
          <ac:chgData name="Emmanuel Carela Tejeda" userId="6571813b-6108-4fda-b261-b0d0c7b64ed2" providerId="ADAL" clId="{BEF48E07-C45C-4130-8E46-AD40F50A2570}" dt="2026-07-22T03:17:23.933" v="8351" actId="164"/>
          <ac:spMkLst>
            <pc:docMk/>
            <pc:sldMk cId="3003508546" sldId="935"/>
            <ac:spMk id="12" creationId="{0A4A9A06-A8A2-F973-B9D2-3619050EDC83}"/>
          </ac:spMkLst>
        </pc:spChg>
        <pc:spChg chg="mod">
          <ac:chgData name="Emmanuel Carela Tejeda" userId="6571813b-6108-4fda-b261-b0d0c7b64ed2" providerId="ADAL" clId="{BEF48E07-C45C-4130-8E46-AD40F50A2570}" dt="2026-07-29T02:39:05.316" v="9055" actId="1076"/>
          <ac:spMkLst>
            <pc:docMk/>
            <pc:sldMk cId="3003508546" sldId="935"/>
            <ac:spMk id="14" creationId="{E41E5DFE-8820-271D-8471-D1C9383EAFE4}"/>
          </ac:spMkLst>
        </pc:spChg>
        <pc:spChg chg="mod">
          <ac:chgData name="Emmanuel Carela Tejeda" userId="6571813b-6108-4fda-b261-b0d0c7b64ed2" providerId="ADAL" clId="{BEF48E07-C45C-4130-8E46-AD40F50A2570}" dt="2026-07-22T03:17:23.933" v="8351" actId="164"/>
          <ac:spMkLst>
            <pc:docMk/>
            <pc:sldMk cId="3003508546" sldId="935"/>
            <ac:spMk id="19" creationId="{C77423C5-3E55-838D-BA36-0875A7303327}"/>
          </ac:spMkLst>
        </pc:spChg>
        <pc:spChg chg="mod">
          <ac:chgData name="Emmanuel Carela Tejeda" userId="6571813b-6108-4fda-b261-b0d0c7b64ed2" providerId="ADAL" clId="{BEF48E07-C45C-4130-8E46-AD40F50A2570}" dt="2026-07-29T02:39:42.645" v="9066" actId="1076"/>
          <ac:spMkLst>
            <pc:docMk/>
            <pc:sldMk cId="3003508546" sldId="935"/>
            <ac:spMk id="22" creationId="{D3AA5A42-DE3B-9CCA-1DE2-3706D5002D44}"/>
          </ac:spMkLst>
        </pc:spChg>
        <pc:spChg chg="mod">
          <ac:chgData name="Emmanuel Carela Tejeda" userId="6571813b-6108-4fda-b261-b0d0c7b64ed2" providerId="ADAL" clId="{BEF48E07-C45C-4130-8E46-AD40F50A2570}" dt="2026-07-22T03:17:23.933" v="8351" actId="164"/>
          <ac:spMkLst>
            <pc:docMk/>
            <pc:sldMk cId="3003508546" sldId="935"/>
            <ac:spMk id="26" creationId="{DB4B1F59-6796-BEED-D4A0-4DB3CC0BA16A}"/>
          </ac:spMkLst>
        </pc:spChg>
        <pc:spChg chg="mod">
          <ac:chgData name="Emmanuel Carela Tejeda" userId="6571813b-6108-4fda-b261-b0d0c7b64ed2" providerId="ADAL" clId="{BEF48E07-C45C-4130-8E46-AD40F50A2570}" dt="2026-07-29T02:39:26.357" v="9059"/>
          <ac:spMkLst>
            <pc:docMk/>
            <pc:sldMk cId="3003508546" sldId="935"/>
            <ac:spMk id="33" creationId="{8EDCD981-41A8-3552-EBA3-229DB4FC2934}"/>
          </ac:spMkLst>
        </pc:spChg>
        <pc:spChg chg="mod">
          <ac:chgData name="Emmanuel Carela Tejeda" userId="6571813b-6108-4fda-b261-b0d0c7b64ed2" providerId="ADAL" clId="{BEF48E07-C45C-4130-8E46-AD40F50A2570}" dt="2026-07-22T03:17:23.933" v="8351" actId="164"/>
          <ac:spMkLst>
            <pc:docMk/>
            <pc:sldMk cId="3003508546" sldId="935"/>
            <ac:spMk id="37" creationId="{D5FA2C3A-CFAE-2920-14C4-79361348A456}"/>
          </ac:spMkLst>
        </pc:spChg>
        <pc:spChg chg="add mod">
          <ac:chgData name="Emmanuel Carela Tejeda" userId="6571813b-6108-4fda-b261-b0d0c7b64ed2" providerId="ADAL" clId="{BEF48E07-C45C-4130-8E46-AD40F50A2570}" dt="2026-07-29T02:39:03.333" v="9054" actId="1076"/>
          <ac:spMkLst>
            <pc:docMk/>
            <pc:sldMk cId="3003508546" sldId="935"/>
            <ac:spMk id="39" creationId="{3A89C4BF-E5B8-B014-D4E3-A2901458B067}"/>
          </ac:spMkLst>
        </pc:spChg>
        <pc:spChg chg="add del">
          <ac:chgData name="Emmanuel Carela Tejeda" userId="6571813b-6108-4fda-b261-b0d0c7b64ed2" providerId="ADAL" clId="{BEF48E07-C45C-4130-8E46-AD40F50A2570}" dt="2026-07-29T02:39:36.839" v="9064" actId="22"/>
          <ac:spMkLst>
            <pc:docMk/>
            <pc:sldMk cId="3003508546" sldId="935"/>
            <ac:spMk id="42" creationId="{FD58D052-9A55-1FD1-6FD5-46E9DE4FF8C7}"/>
          </ac:spMkLst>
        </pc:spChg>
        <pc:spChg chg="mod">
          <ac:chgData name="Emmanuel Carela Tejeda" userId="6571813b-6108-4fda-b261-b0d0c7b64ed2" providerId="ADAL" clId="{BEF48E07-C45C-4130-8E46-AD40F50A2570}" dt="2026-07-22T03:17:23.933" v="8351" actId="164"/>
          <ac:spMkLst>
            <pc:docMk/>
            <pc:sldMk cId="3003508546" sldId="935"/>
            <ac:spMk id="664" creationId="{4D0A26E1-F234-83DE-FE70-88D195F4822A}"/>
          </ac:spMkLst>
        </pc:spChg>
        <pc:grpChg chg="mod">
          <ac:chgData name="Emmanuel Carela Tejeda" userId="6571813b-6108-4fda-b261-b0d0c7b64ed2" providerId="ADAL" clId="{BEF48E07-C45C-4130-8E46-AD40F50A2570}" dt="2026-07-22T03:17:07.124" v="8342" actId="164"/>
          <ac:grpSpMkLst>
            <pc:docMk/>
            <pc:sldMk cId="3003508546" sldId="935"/>
            <ac:grpSpMk id="2" creationId="{E773434D-B196-90C3-A9DF-6C42538516F6}"/>
          </ac:grpSpMkLst>
        </pc:grpChg>
        <pc:grpChg chg="mod">
          <ac:chgData name="Emmanuel Carela Tejeda" userId="6571813b-6108-4fda-b261-b0d0c7b64ed2" providerId="ADAL" clId="{BEF48E07-C45C-4130-8E46-AD40F50A2570}" dt="2026-07-22T03:17:07.124" v="8342" actId="164"/>
          <ac:grpSpMkLst>
            <pc:docMk/>
            <pc:sldMk cId="3003508546" sldId="935"/>
            <ac:grpSpMk id="11" creationId="{815E2BA3-5B70-9806-AE63-E37AFB2FBCAC}"/>
          </ac:grpSpMkLst>
        </pc:grpChg>
        <pc:grpChg chg="mod">
          <ac:chgData name="Emmanuel Carela Tejeda" userId="6571813b-6108-4fda-b261-b0d0c7b64ed2" providerId="ADAL" clId="{BEF48E07-C45C-4130-8E46-AD40F50A2570}" dt="2026-07-22T03:17:07.124" v="8342" actId="164"/>
          <ac:grpSpMkLst>
            <pc:docMk/>
            <pc:sldMk cId="3003508546" sldId="935"/>
            <ac:grpSpMk id="18" creationId="{6983F4E3-6AD4-0251-921A-BAE00687CC19}"/>
          </ac:grpSpMkLst>
        </pc:grpChg>
        <pc:grpChg chg="mod">
          <ac:chgData name="Emmanuel Carela Tejeda" userId="6571813b-6108-4fda-b261-b0d0c7b64ed2" providerId="ADAL" clId="{BEF48E07-C45C-4130-8E46-AD40F50A2570}" dt="2026-07-22T03:17:07.124" v="8342" actId="164"/>
          <ac:grpSpMkLst>
            <pc:docMk/>
            <pc:sldMk cId="3003508546" sldId="935"/>
            <ac:grpSpMk id="25" creationId="{A9F8BA8C-FFB0-07E9-4FA9-C4B5A63AFC34}"/>
          </ac:grpSpMkLst>
        </pc:grpChg>
        <pc:grpChg chg="mod">
          <ac:chgData name="Emmanuel Carela Tejeda" userId="6571813b-6108-4fda-b261-b0d0c7b64ed2" providerId="ADAL" clId="{BEF48E07-C45C-4130-8E46-AD40F50A2570}" dt="2026-07-22T03:17:07.124" v="8342" actId="164"/>
          <ac:grpSpMkLst>
            <pc:docMk/>
            <pc:sldMk cId="3003508546" sldId="935"/>
            <ac:grpSpMk id="659" creationId="{C28945FB-49BD-C151-8E72-82C5E5BA0DC1}"/>
          </ac:grpSpMkLst>
        </pc:grpChg>
        <pc:picChg chg="mod">
          <ac:chgData name="Emmanuel Carela Tejeda" userId="6571813b-6108-4fda-b261-b0d0c7b64ed2" providerId="ADAL" clId="{BEF48E07-C45C-4130-8E46-AD40F50A2570}" dt="2026-07-22T03:17:07.124" v="8342" actId="164"/>
          <ac:picMkLst>
            <pc:docMk/>
            <pc:sldMk cId="3003508546" sldId="935"/>
            <ac:picMk id="9" creationId="{DCC4846E-3AB7-6821-0D09-68D9EFDEE3F9}"/>
          </ac:picMkLst>
        </pc:picChg>
        <pc:picChg chg="mod">
          <ac:chgData name="Emmanuel Carela Tejeda" userId="6571813b-6108-4fda-b261-b0d0c7b64ed2" providerId="ADAL" clId="{BEF48E07-C45C-4130-8E46-AD40F50A2570}" dt="2026-07-22T03:17:07.124" v="8342" actId="164"/>
          <ac:picMkLst>
            <pc:docMk/>
            <pc:sldMk cId="3003508546" sldId="935"/>
            <ac:picMk id="21" creationId="{156466E3-6C48-5963-7F46-55369FEDBF73}"/>
          </ac:picMkLst>
        </pc:picChg>
        <pc:picChg chg="mod">
          <ac:chgData name="Emmanuel Carela Tejeda" userId="6571813b-6108-4fda-b261-b0d0c7b64ed2" providerId="ADAL" clId="{BEF48E07-C45C-4130-8E46-AD40F50A2570}" dt="2026-07-22T03:17:07.124" v="8342" actId="164"/>
          <ac:picMkLst>
            <pc:docMk/>
            <pc:sldMk cId="3003508546" sldId="935"/>
            <ac:picMk id="32" creationId="{F523F989-E2E7-ADDA-0D19-E538A940EAE7}"/>
          </ac:picMkLst>
        </pc:picChg>
        <pc:picChg chg="mod">
          <ac:chgData name="Emmanuel Carela Tejeda" userId="6571813b-6108-4fda-b261-b0d0c7b64ed2" providerId="ADAL" clId="{BEF48E07-C45C-4130-8E46-AD40F50A2570}" dt="2026-07-22T03:17:07.124" v="8342" actId="164"/>
          <ac:picMkLst>
            <pc:docMk/>
            <pc:sldMk cId="3003508546" sldId="935"/>
            <ac:picMk id="40" creationId="{CE35C823-5FE3-1F22-6340-FF70E08427B6}"/>
          </ac:picMkLst>
        </pc:picChg>
      </pc:sldChg>
      <pc:sldChg chg="modSp mod">
        <pc:chgData name="Emmanuel Carela Tejeda" userId="6571813b-6108-4fda-b261-b0d0c7b64ed2" providerId="ADAL" clId="{BEF48E07-C45C-4130-8E46-AD40F50A2570}" dt="2026-07-29T02:45:26.660" v="9163" actId="403"/>
        <pc:sldMkLst>
          <pc:docMk/>
          <pc:sldMk cId="1751041830" sldId="1026"/>
        </pc:sldMkLst>
        <pc:spChg chg="mod">
          <ac:chgData name="Emmanuel Carela Tejeda" userId="6571813b-6108-4fda-b261-b0d0c7b64ed2" providerId="ADAL" clId="{BEF48E07-C45C-4130-8E46-AD40F50A2570}" dt="2026-07-29T02:45:26.660" v="9163" actId="403"/>
          <ac:spMkLst>
            <pc:docMk/>
            <pc:sldMk cId="1751041830" sldId="1026"/>
            <ac:spMk id="5" creationId="{FA35A618-E9A9-A7CC-01C5-D72F518B786B}"/>
          </ac:spMkLst>
        </pc:spChg>
      </pc:sldChg>
      <pc:sldChg chg="modSp mod">
        <pc:chgData name="Emmanuel Carela Tejeda" userId="6571813b-6108-4fda-b261-b0d0c7b64ed2" providerId="ADAL" clId="{BEF48E07-C45C-4130-8E46-AD40F50A2570}" dt="2026-07-29T02:42:42.388" v="9113" actId="207"/>
        <pc:sldMkLst>
          <pc:docMk/>
          <pc:sldMk cId="2088127541" sldId="1059"/>
        </pc:sldMkLst>
        <pc:spChg chg="mod">
          <ac:chgData name="Emmanuel Carela Tejeda" userId="6571813b-6108-4fda-b261-b0d0c7b64ed2" providerId="ADAL" clId="{BEF48E07-C45C-4130-8E46-AD40F50A2570}" dt="2026-07-29T02:42:42.388" v="9113" actId="207"/>
          <ac:spMkLst>
            <pc:docMk/>
            <pc:sldMk cId="2088127541" sldId="1059"/>
            <ac:spMk id="5" creationId="{E6A51984-7DD1-B8B3-2E6F-3AE340A1053A}"/>
          </ac:spMkLst>
        </pc:spChg>
      </pc:sldChg>
      <pc:sldChg chg="modSp mod">
        <pc:chgData name="Emmanuel Carela Tejeda" userId="6571813b-6108-4fda-b261-b0d0c7b64ed2" providerId="ADAL" clId="{BEF48E07-C45C-4130-8E46-AD40F50A2570}" dt="2026-07-29T02:51:29.610" v="9270" actId="403"/>
        <pc:sldMkLst>
          <pc:docMk/>
          <pc:sldMk cId="3195645652" sldId="1122"/>
        </pc:sldMkLst>
        <pc:spChg chg="mod">
          <ac:chgData name="Emmanuel Carela Tejeda" userId="6571813b-6108-4fda-b261-b0d0c7b64ed2" providerId="ADAL" clId="{BEF48E07-C45C-4130-8E46-AD40F50A2570}" dt="2026-07-22T03:32:27.839" v="8529" actId="1076"/>
          <ac:spMkLst>
            <pc:docMk/>
            <pc:sldMk cId="3195645652" sldId="1122"/>
            <ac:spMk id="4" creationId="{50C168B3-5904-03B7-3DEA-BCB92DC41952}"/>
          </ac:spMkLst>
        </pc:spChg>
        <pc:spChg chg="mod">
          <ac:chgData name="Emmanuel Carela Tejeda" userId="6571813b-6108-4fda-b261-b0d0c7b64ed2" providerId="ADAL" clId="{BEF48E07-C45C-4130-8E46-AD40F50A2570}" dt="2026-07-29T02:51:29.610" v="9270" actId="403"/>
          <ac:spMkLst>
            <pc:docMk/>
            <pc:sldMk cId="3195645652" sldId="1122"/>
            <ac:spMk id="5" creationId="{955C67AE-872C-7A14-4C56-138E8722CB21}"/>
          </ac:spMkLst>
        </pc:spChg>
      </pc:sldChg>
      <pc:sldChg chg="addSp delSp modSp mod delAnim modAnim">
        <pc:chgData name="Emmanuel Carela Tejeda" userId="6571813b-6108-4fda-b261-b0d0c7b64ed2" providerId="ADAL" clId="{BEF48E07-C45C-4130-8E46-AD40F50A2570}" dt="2026-07-29T03:10:09.868" v="9511"/>
        <pc:sldMkLst>
          <pc:docMk/>
          <pc:sldMk cId="926855493" sldId="1531"/>
        </pc:sldMkLst>
        <pc:spChg chg="mod">
          <ac:chgData name="Emmanuel Carela Tejeda" userId="6571813b-6108-4fda-b261-b0d0c7b64ed2" providerId="ADAL" clId="{BEF48E07-C45C-4130-8E46-AD40F50A2570}" dt="2026-07-29T02:48:04.755" v="9216" actId="1076"/>
          <ac:spMkLst>
            <pc:docMk/>
            <pc:sldMk cId="926855493" sldId="1531"/>
            <ac:spMk id="5" creationId="{808D7465-17BC-ECD0-B8C2-5E8D69AD5175}"/>
          </ac:spMkLst>
        </pc:spChg>
        <pc:spChg chg="mod">
          <ac:chgData name="Emmanuel Carela Tejeda" userId="6571813b-6108-4fda-b261-b0d0c7b64ed2" providerId="ADAL" clId="{BEF48E07-C45C-4130-8E46-AD40F50A2570}" dt="2026-07-29T02:48:01.298" v="9215" actId="14100"/>
          <ac:spMkLst>
            <pc:docMk/>
            <pc:sldMk cId="926855493" sldId="1531"/>
            <ac:spMk id="9" creationId="{D0BC2EF9-EA4C-CE8E-C0A7-2D8A791A2379}"/>
          </ac:spMkLst>
        </pc:spChg>
        <pc:picChg chg="add mod">
          <ac:chgData name="Emmanuel Carela Tejeda" userId="6571813b-6108-4fda-b261-b0d0c7b64ed2" providerId="ADAL" clId="{BEF48E07-C45C-4130-8E46-AD40F50A2570}" dt="2026-07-29T03:10:06.179" v="9509" actId="1076"/>
          <ac:picMkLst>
            <pc:docMk/>
            <pc:sldMk cId="926855493" sldId="1531"/>
            <ac:picMk id="2" creationId="{CD832797-2D99-9D15-E95F-0AAAE39C0CE9}"/>
          </ac:picMkLst>
        </pc:picChg>
        <pc:picChg chg="add del mod">
          <ac:chgData name="Emmanuel Carela Tejeda" userId="6571813b-6108-4fda-b261-b0d0c7b64ed2" providerId="ADAL" clId="{BEF48E07-C45C-4130-8E46-AD40F50A2570}" dt="2026-07-29T03:09:57.940" v="9505" actId="478"/>
          <ac:picMkLst>
            <pc:docMk/>
            <pc:sldMk cId="926855493" sldId="1531"/>
            <ac:picMk id="3" creationId="{55807EAE-4C6C-24D5-C972-85C93A3F77BE}"/>
          </ac:picMkLst>
        </pc:picChg>
      </pc:sldChg>
      <pc:sldChg chg="modSp mod">
        <pc:chgData name="Emmanuel Carela Tejeda" userId="6571813b-6108-4fda-b261-b0d0c7b64ed2" providerId="ADAL" clId="{BEF48E07-C45C-4130-8E46-AD40F50A2570}" dt="2026-07-29T02:40:09.561" v="9071"/>
        <pc:sldMkLst>
          <pc:docMk/>
          <pc:sldMk cId="1782243486" sldId="1674"/>
        </pc:sldMkLst>
        <pc:spChg chg="mod">
          <ac:chgData name="Emmanuel Carela Tejeda" userId="6571813b-6108-4fda-b261-b0d0c7b64ed2" providerId="ADAL" clId="{BEF48E07-C45C-4130-8E46-AD40F50A2570}" dt="2026-07-29T02:40:09.561" v="9071"/>
          <ac:spMkLst>
            <pc:docMk/>
            <pc:sldMk cId="1782243486" sldId="1674"/>
            <ac:spMk id="3" creationId="{CBC4E33C-B76E-07B4-888B-9AC416D7DD5F}"/>
          </ac:spMkLst>
        </pc:spChg>
      </pc:sldChg>
      <pc:sldChg chg="addSp delSp modSp mod">
        <pc:chgData name="Emmanuel Carela Tejeda" userId="6571813b-6108-4fda-b261-b0d0c7b64ed2" providerId="ADAL" clId="{BEF48E07-C45C-4130-8E46-AD40F50A2570}" dt="2026-07-29T02:40:32.271" v="9078" actId="403"/>
        <pc:sldMkLst>
          <pc:docMk/>
          <pc:sldMk cId="718268723" sldId="1675"/>
        </pc:sldMkLst>
        <pc:spChg chg="mod">
          <ac:chgData name="Emmanuel Carela Tejeda" userId="6571813b-6108-4fda-b261-b0d0c7b64ed2" providerId="ADAL" clId="{BEF48E07-C45C-4130-8E46-AD40F50A2570}" dt="2026-07-29T02:40:32.271" v="9078" actId="403"/>
          <ac:spMkLst>
            <pc:docMk/>
            <pc:sldMk cId="718268723" sldId="1675"/>
            <ac:spMk id="3" creationId="{9846145C-918F-DDD5-BED5-CFC3B2B840DF}"/>
          </ac:spMkLst>
        </pc:spChg>
      </pc:sldChg>
      <pc:sldChg chg="addSp delSp modSp add mod ord">
        <pc:chgData name="Emmanuel Carela Tejeda" userId="6571813b-6108-4fda-b261-b0d0c7b64ed2" providerId="ADAL" clId="{BEF48E07-C45C-4130-8E46-AD40F50A2570}" dt="2026-07-29T02:48:24.119" v="9225" actId="13926"/>
        <pc:sldMkLst>
          <pc:docMk/>
          <pc:sldMk cId="1453304703" sldId="1866"/>
        </pc:sldMkLst>
        <pc:spChg chg="mod">
          <ac:chgData name="Emmanuel Carela Tejeda" userId="6571813b-6108-4fda-b261-b0d0c7b64ed2" providerId="ADAL" clId="{BEF48E07-C45C-4130-8E46-AD40F50A2570}" dt="2026-07-29T02:48:24.119" v="9225" actId="13926"/>
          <ac:spMkLst>
            <pc:docMk/>
            <pc:sldMk cId="1453304703" sldId="1866"/>
            <ac:spMk id="3" creationId="{895EF375-7764-786E-C9F3-6C018AC56DE6}"/>
          </ac:spMkLst>
        </pc:spChg>
      </pc:sldChg>
      <pc:sldChg chg="addSp delSp modSp add mod ord delAnim modAnim">
        <pc:chgData name="Emmanuel Carela Tejeda" userId="6571813b-6108-4fda-b261-b0d0c7b64ed2" providerId="ADAL" clId="{BEF48E07-C45C-4130-8E46-AD40F50A2570}" dt="2026-07-29T03:12:41.036" v="9519" actId="1076"/>
        <pc:sldMkLst>
          <pc:docMk/>
          <pc:sldMk cId="1791447487" sldId="1878"/>
        </pc:sldMkLst>
        <pc:spChg chg="mod">
          <ac:chgData name="Emmanuel Carela Tejeda" userId="6571813b-6108-4fda-b261-b0d0c7b64ed2" providerId="ADAL" clId="{BEF48E07-C45C-4130-8E46-AD40F50A2570}" dt="2026-07-29T02:53:25.507" v="9313" actId="20577"/>
          <ac:spMkLst>
            <pc:docMk/>
            <pc:sldMk cId="1791447487" sldId="1878"/>
            <ac:spMk id="5" creationId="{808D7465-17BC-ECD0-B8C2-5E8D69AD5175}"/>
          </ac:spMkLst>
        </pc:spChg>
        <pc:spChg chg="mod">
          <ac:chgData name="Emmanuel Carela Tejeda" userId="6571813b-6108-4fda-b261-b0d0c7b64ed2" providerId="ADAL" clId="{BEF48E07-C45C-4130-8E46-AD40F50A2570}" dt="2026-07-29T02:53:16.710" v="9300" actId="20577"/>
          <ac:spMkLst>
            <pc:docMk/>
            <pc:sldMk cId="1791447487" sldId="1878"/>
            <ac:spMk id="9" creationId="{D0BC2EF9-EA4C-CE8E-C0A7-2D8A791A2379}"/>
          </ac:spMkLst>
        </pc:spChg>
        <pc:picChg chg="add del mod">
          <ac:chgData name="Emmanuel Carela Tejeda" userId="6571813b-6108-4fda-b261-b0d0c7b64ed2" providerId="ADAL" clId="{BEF48E07-C45C-4130-8E46-AD40F50A2570}" dt="2026-07-29T03:12:21.915" v="9512" actId="478"/>
          <ac:picMkLst>
            <pc:docMk/>
            <pc:sldMk cId="1791447487" sldId="1878"/>
            <ac:picMk id="2" creationId="{9CFAB6B0-CFA6-3207-6D35-B6C95E639DF4}"/>
          </ac:picMkLst>
        </pc:picChg>
        <pc:picChg chg="add mod">
          <ac:chgData name="Emmanuel Carela Tejeda" userId="6571813b-6108-4fda-b261-b0d0c7b64ed2" providerId="ADAL" clId="{BEF48E07-C45C-4130-8E46-AD40F50A2570}" dt="2026-07-29T03:12:41.036" v="9519" actId="1076"/>
          <ac:picMkLst>
            <pc:docMk/>
            <pc:sldMk cId="1791447487" sldId="1878"/>
            <ac:picMk id="3" creationId="{87FFE66F-66BE-3379-B6E9-78D44840E04E}"/>
          </ac:picMkLst>
        </pc:picChg>
      </pc:sldChg>
      <pc:sldChg chg="modSp add mod ord">
        <pc:chgData name="Emmanuel Carela Tejeda" userId="6571813b-6108-4fda-b261-b0d0c7b64ed2" providerId="ADAL" clId="{BEF48E07-C45C-4130-8E46-AD40F50A2570}" dt="2026-07-29T02:53:53.245" v="9324" actId="403"/>
        <pc:sldMkLst>
          <pc:docMk/>
          <pc:sldMk cId="1561068841" sldId="1879"/>
        </pc:sldMkLst>
        <pc:spChg chg="mod">
          <ac:chgData name="Emmanuel Carela Tejeda" userId="6571813b-6108-4fda-b261-b0d0c7b64ed2" providerId="ADAL" clId="{BEF48E07-C45C-4130-8E46-AD40F50A2570}" dt="2026-07-29T02:53:53.245" v="9324" actId="403"/>
          <ac:spMkLst>
            <pc:docMk/>
            <pc:sldMk cId="1561068841" sldId="1879"/>
            <ac:spMk id="3" creationId="{895EF375-7764-786E-C9F3-6C018AC56DE6}"/>
          </ac:spMkLst>
        </pc:spChg>
      </pc:sldChg>
      <pc:sldChg chg="addSp delSp modSp add mod ord addAnim delAnim modAnim">
        <pc:chgData name="Emmanuel Carela Tejeda" userId="6571813b-6108-4fda-b261-b0d0c7b64ed2" providerId="ADAL" clId="{BEF48E07-C45C-4130-8E46-AD40F50A2570}" dt="2026-07-29T03:09:04.947" v="9503"/>
        <pc:sldMkLst>
          <pc:docMk/>
          <pc:sldMk cId="3429551975" sldId="1880"/>
        </pc:sldMkLst>
        <pc:spChg chg="add">
          <ac:chgData name="Emmanuel Carela Tejeda" userId="6571813b-6108-4fda-b261-b0d0c7b64ed2" providerId="ADAL" clId="{BEF48E07-C45C-4130-8E46-AD40F50A2570}" dt="2026-07-29T03:07:20.997" v="9486" actId="22"/>
          <ac:spMkLst>
            <pc:docMk/>
            <pc:sldMk cId="3429551975" sldId="1880"/>
            <ac:spMk id="6" creationId="{C4BD6365-99BE-1205-9BC7-B26E3F1B60C0}"/>
          </ac:spMkLst>
        </pc:spChg>
        <pc:spChg chg="mod ord">
          <ac:chgData name="Emmanuel Carela Tejeda" userId="6571813b-6108-4fda-b261-b0d0c7b64ed2" providerId="ADAL" clId="{BEF48E07-C45C-4130-8E46-AD40F50A2570}" dt="2026-07-29T03:07:20.292" v="9485" actId="1076"/>
          <ac:spMkLst>
            <pc:docMk/>
            <pc:sldMk cId="3429551975" sldId="1880"/>
            <ac:spMk id="7" creationId="{073DBD69-108D-6B7E-4642-BD105ECA0482}"/>
          </ac:spMkLst>
        </pc:spChg>
        <pc:spChg chg="add del mod">
          <ac:chgData name="Emmanuel Carela Tejeda" userId="6571813b-6108-4fda-b261-b0d0c7b64ed2" providerId="ADAL" clId="{BEF48E07-C45C-4130-8E46-AD40F50A2570}" dt="2026-07-29T03:07:04.959" v="9475" actId="21"/>
          <ac:spMkLst>
            <pc:docMk/>
            <pc:sldMk cId="3429551975" sldId="1880"/>
            <ac:spMk id="8" creationId="{F196F56B-E620-1322-B114-790A7990FD56}"/>
          </ac:spMkLst>
        </pc:spChg>
        <pc:spChg chg="add del">
          <ac:chgData name="Emmanuel Carela Tejeda" userId="6571813b-6108-4fda-b261-b0d0c7b64ed2" providerId="ADAL" clId="{BEF48E07-C45C-4130-8E46-AD40F50A2570}" dt="2026-07-29T03:07:08.150" v="9476" actId="26606"/>
          <ac:spMkLst>
            <pc:docMk/>
            <pc:sldMk cId="3429551975" sldId="1880"/>
            <ac:spMk id="5406" creationId="{5A59F003-E00A-43F9-91DC-CC54E3B87466}"/>
          </ac:spMkLst>
        </pc:spChg>
        <pc:spChg chg="add del">
          <ac:chgData name="Emmanuel Carela Tejeda" userId="6571813b-6108-4fda-b261-b0d0c7b64ed2" providerId="ADAL" clId="{BEF48E07-C45C-4130-8E46-AD40F50A2570}" dt="2026-07-29T03:07:08.150" v="9476" actId="26606"/>
          <ac:spMkLst>
            <pc:docMk/>
            <pc:sldMk cId="3429551975" sldId="1880"/>
            <ac:spMk id="5408" creationId="{D74A4382-E3AD-430A-9A1F-DFA3E0E77A7D}"/>
          </ac:spMkLst>
        </pc:spChg>
        <pc:spChg chg="add del">
          <ac:chgData name="Emmanuel Carela Tejeda" userId="6571813b-6108-4fda-b261-b0d0c7b64ed2" providerId="ADAL" clId="{BEF48E07-C45C-4130-8E46-AD40F50A2570}" dt="2026-07-29T03:07:08.150" v="9476" actId="26606"/>
          <ac:spMkLst>
            <pc:docMk/>
            <pc:sldMk cId="3429551975" sldId="1880"/>
            <ac:spMk id="5410" creationId="{79F40191-0F44-4FD1-82CC-ACB507C14BE6}"/>
          </ac:spMkLst>
        </pc:spChg>
        <pc:spChg chg="add">
          <ac:chgData name="Emmanuel Carela Tejeda" userId="6571813b-6108-4fda-b261-b0d0c7b64ed2" providerId="ADAL" clId="{BEF48E07-C45C-4130-8E46-AD40F50A2570}" dt="2026-07-29T03:07:08.150" v="9476" actId="26606"/>
          <ac:spMkLst>
            <pc:docMk/>
            <pc:sldMk cId="3429551975" sldId="1880"/>
            <ac:spMk id="5415" creationId="{5A59F003-E00A-43F9-91DC-CC54E3B87466}"/>
          </ac:spMkLst>
        </pc:spChg>
        <pc:spChg chg="add">
          <ac:chgData name="Emmanuel Carela Tejeda" userId="6571813b-6108-4fda-b261-b0d0c7b64ed2" providerId="ADAL" clId="{BEF48E07-C45C-4130-8E46-AD40F50A2570}" dt="2026-07-29T03:07:08.150" v="9476" actId="26606"/>
          <ac:spMkLst>
            <pc:docMk/>
            <pc:sldMk cId="3429551975" sldId="1880"/>
            <ac:spMk id="5417" creationId="{D74A4382-E3AD-430A-9A1F-DFA3E0E77A7D}"/>
          </ac:spMkLst>
        </pc:spChg>
        <pc:spChg chg="add">
          <ac:chgData name="Emmanuel Carela Tejeda" userId="6571813b-6108-4fda-b261-b0d0c7b64ed2" providerId="ADAL" clId="{BEF48E07-C45C-4130-8E46-AD40F50A2570}" dt="2026-07-29T03:07:08.150" v="9476" actId="26606"/>
          <ac:spMkLst>
            <pc:docMk/>
            <pc:sldMk cId="3429551975" sldId="1880"/>
            <ac:spMk id="5419" creationId="{79F40191-0F44-4FD1-82CC-ACB507C14BE6}"/>
          </ac:spMkLst>
        </pc:spChg>
        <pc:picChg chg="add mod">
          <ac:chgData name="Emmanuel Carela Tejeda" userId="6571813b-6108-4fda-b261-b0d0c7b64ed2" providerId="ADAL" clId="{BEF48E07-C45C-4130-8E46-AD40F50A2570}" dt="2026-07-29T03:07:08.150" v="9476" actId="26606"/>
          <ac:picMkLst>
            <pc:docMk/>
            <pc:sldMk cId="3429551975" sldId="1880"/>
            <ac:picMk id="3" creationId="{0F87E48E-8B19-6653-EB7B-42DA6B9D9060}"/>
          </ac:picMkLst>
        </pc:picChg>
        <pc:picChg chg="add del mod">
          <ac:chgData name="Emmanuel Carela Tejeda" userId="6571813b-6108-4fda-b261-b0d0c7b64ed2" providerId="ADAL" clId="{BEF48E07-C45C-4130-8E46-AD40F50A2570}" dt="2026-07-29T03:07:00.436" v="9473" actId="478"/>
          <ac:picMkLst>
            <pc:docMk/>
            <pc:sldMk cId="3429551975" sldId="1880"/>
            <ac:picMk id="4" creationId="{1F33AA73-C4EE-4DCC-3BF3-AF579D310F95}"/>
          </ac:picMkLst>
        </pc:picChg>
      </pc:sldChg>
      <pc:sldChg chg="modSp add mod ord">
        <pc:chgData name="Emmanuel Carela Tejeda" userId="6571813b-6108-4fda-b261-b0d0c7b64ed2" providerId="ADAL" clId="{BEF48E07-C45C-4130-8E46-AD40F50A2570}" dt="2026-07-29T02:54:51.860" v="9338" actId="207"/>
        <pc:sldMkLst>
          <pc:docMk/>
          <pc:sldMk cId="3235131670" sldId="1881"/>
        </pc:sldMkLst>
        <pc:spChg chg="mod">
          <ac:chgData name="Emmanuel Carela Tejeda" userId="6571813b-6108-4fda-b261-b0d0c7b64ed2" providerId="ADAL" clId="{BEF48E07-C45C-4130-8E46-AD40F50A2570}" dt="2026-07-29T02:54:41.451" v="9335" actId="1076"/>
          <ac:spMkLst>
            <pc:docMk/>
            <pc:sldMk cId="3235131670" sldId="1881"/>
            <ac:spMk id="4" creationId="{6D42B251-FFA2-3D73-15EB-D8E182D50A27}"/>
          </ac:spMkLst>
        </pc:spChg>
        <pc:spChg chg="mod">
          <ac:chgData name="Emmanuel Carela Tejeda" userId="6571813b-6108-4fda-b261-b0d0c7b64ed2" providerId="ADAL" clId="{BEF48E07-C45C-4130-8E46-AD40F50A2570}" dt="2026-07-29T02:54:51.860" v="9338" actId="207"/>
          <ac:spMkLst>
            <pc:docMk/>
            <pc:sldMk cId="3235131670" sldId="1881"/>
            <ac:spMk id="5" creationId="{E5F366DD-3E87-8D76-67EC-3FA48E29FA94}"/>
          </ac:spMkLst>
        </pc:spChg>
      </pc:sldChg>
      <pc:sldChg chg="modSp add mod ord">
        <pc:chgData name="Emmanuel Carela Tejeda" userId="6571813b-6108-4fda-b261-b0d0c7b64ed2" providerId="ADAL" clId="{BEF48E07-C45C-4130-8E46-AD40F50A2570}" dt="2026-07-29T02:55:39.838" v="9348" actId="1076"/>
        <pc:sldMkLst>
          <pc:docMk/>
          <pc:sldMk cId="1679954506" sldId="1882"/>
        </pc:sldMkLst>
        <pc:spChg chg="mod">
          <ac:chgData name="Emmanuel Carela Tejeda" userId="6571813b-6108-4fda-b261-b0d0c7b64ed2" providerId="ADAL" clId="{BEF48E07-C45C-4130-8E46-AD40F50A2570}" dt="2026-07-29T02:54:58.822" v="9339"/>
          <ac:spMkLst>
            <pc:docMk/>
            <pc:sldMk cId="1679954506" sldId="1882"/>
            <ac:spMk id="2" creationId="{408FC027-8D36-F215-5F7F-F606FCD39324}"/>
          </ac:spMkLst>
        </pc:spChg>
        <pc:spChg chg="mod">
          <ac:chgData name="Emmanuel Carela Tejeda" userId="6571813b-6108-4fda-b261-b0d0c7b64ed2" providerId="ADAL" clId="{BEF48E07-C45C-4130-8E46-AD40F50A2570}" dt="2026-07-29T02:55:39.838" v="9348" actId="1076"/>
          <ac:spMkLst>
            <pc:docMk/>
            <pc:sldMk cId="1679954506" sldId="1882"/>
            <ac:spMk id="3" creationId="{5D50D848-3583-647C-3FBC-749330D176E7}"/>
          </ac:spMkLst>
        </pc:spChg>
      </pc:sldChg>
      <pc:sldChg chg="addSp delSp modSp add del mod ord addAnim modAnim">
        <pc:chgData name="Emmanuel Carela Tejeda" userId="6571813b-6108-4fda-b261-b0d0c7b64ed2" providerId="ADAL" clId="{BEF48E07-C45C-4130-8E46-AD40F50A2570}" dt="2026-07-29T03:09:08.454" v="9504"/>
        <pc:sldMkLst>
          <pc:docMk/>
          <pc:sldMk cId="714726563" sldId="1892"/>
        </pc:sldMkLst>
        <pc:spChg chg="add del mod">
          <ac:chgData name="Emmanuel Carela Tejeda" userId="6571813b-6108-4fda-b261-b0d0c7b64ed2" providerId="ADAL" clId="{BEF48E07-C45C-4130-8E46-AD40F50A2570}" dt="2026-07-29T03:07:36.956" v="9491" actId="21"/>
          <ac:spMkLst>
            <pc:docMk/>
            <pc:sldMk cId="714726563" sldId="1892"/>
            <ac:spMk id="5" creationId="{797619F7-77CB-DD0C-62D2-86825B6B7345}"/>
          </ac:spMkLst>
        </pc:spChg>
        <pc:spChg chg="mod ord">
          <ac:chgData name="Emmanuel Carela Tejeda" userId="6571813b-6108-4fda-b261-b0d0c7b64ed2" providerId="ADAL" clId="{BEF48E07-C45C-4130-8E46-AD40F50A2570}" dt="2026-07-29T03:07:50.476" v="9501" actId="1076"/>
          <ac:spMkLst>
            <pc:docMk/>
            <pc:sldMk cId="714726563" sldId="1892"/>
            <ac:spMk id="7" creationId="{E0CF2665-B690-90C7-DE5B-C8D91AF6E793}"/>
          </ac:spMkLst>
        </pc:spChg>
        <pc:spChg chg="add">
          <ac:chgData name="Emmanuel Carela Tejeda" userId="6571813b-6108-4fda-b261-b0d0c7b64ed2" providerId="ADAL" clId="{BEF48E07-C45C-4130-8E46-AD40F50A2570}" dt="2026-07-29T03:07:51.178" v="9502" actId="22"/>
          <ac:spMkLst>
            <pc:docMk/>
            <pc:sldMk cId="714726563" sldId="1892"/>
            <ac:spMk id="8" creationId="{8FE79E35-108A-6249-D134-191BB8A71BFB}"/>
          </ac:spMkLst>
        </pc:spChg>
        <pc:spChg chg="add del">
          <ac:chgData name="Emmanuel Carela Tejeda" userId="6571813b-6108-4fda-b261-b0d0c7b64ed2" providerId="ADAL" clId="{BEF48E07-C45C-4130-8E46-AD40F50A2570}" dt="2026-07-29T03:07:40.791" v="9492" actId="26606"/>
          <ac:spMkLst>
            <pc:docMk/>
            <pc:sldMk cId="714726563" sldId="1892"/>
            <ac:spMk id="5409" creationId="{5A59F003-E00A-43F9-91DC-CC54E3B87466}"/>
          </ac:spMkLst>
        </pc:spChg>
        <pc:spChg chg="add del">
          <ac:chgData name="Emmanuel Carela Tejeda" userId="6571813b-6108-4fda-b261-b0d0c7b64ed2" providerId="ADAL" clId="{BEF48E07-C45C-4130-8E46-AD40F50A2570}" dt="2026-07-29T03:07:40.791" v="9492" actId="26606"/>
          <ac:spMkLst>
            <pc:docMk/>
            <pc:sldMk cId="714726563" sldId="1892"/>
            <ac:spMk id="5411" creationId="{D74A4382-E3AD-430A-9A1F-DFA3E0E77A7D}"/>
          </ac:spMkLst>
        </pc:spChg>
        <pc:spChg chg="add del">
          <ac:chgData name="Emmanuel Carela Tejeda" userId="6571813b-6108-4fda-b261-b0d0c7b64ed2" providerId="ADAL" clId="{BEF48E07-C45C-4130-8E46-AD40F50A2570}" dt="2026-07-29T03:07:40.791" v="9492" actId="26606"/>
          <ac:spMkLst>
            <pc:docMk/>
            <pc:sldMk cId="714726563" sldId="1892"/>
            <ac:spMk id="5413" creationId="{79F40191-0F44-4FD1-82CC-ACB507C14BE6}"/>
          </ac:spMkLst>
        </pc:spChg>
        <pc:spChg chg="add">
          <ac:chgData name="Emmanuel Carela Tejeda" userId="6571813b-6108-4fda-b261-b0d0c7b64ed2" providerId="ADAL" clId="{BEF48E07-C45C-4130-8E46-AD40F50A2570}" dt="2026-07-29T03:07:40.791" v="9492" actId="26606"/>
          <ac:spMkLst>
            <pc:docMk/>
            <pc:sldMk cId="714726563" sldId="1892"/>
            <ac:spMk id="5418" creationId="{5A59F003-E00A-43F9-91DC-CC54E3B87466}"/>
          </ac:spMkLst>
        </pc:spChg>
        <pc:spChg chg="add">
          <ac:chgData name="Emmanuel Carela Tejeda" userId="6571813b-6108-4fda-b261-b0d0c7b64ed2" providerId="ADAL" clId="{BEF48E07-C45C-4130-8E46-AD40F50A2570}" dt="2026-07-29T03:07:40.791" v="9492" actId="26606"/>
          <ac:spMkLst>
            <pc:docMk/>
            <pc:sldMk cId="714726563" sldId="1892"/>
            <ac:spMk id="5420" creationId="{D74A4382-E3AD-430A-9A1F-DFA3E0E77A7D}"/>
          </ac:spMkLst>
        </pc:spChg>
        <pc:spChg chg="add">
          <ac:chgData name="Emmanuel Carela Tejeda" userId="6571813b-6108-4fda-b261-b0d0c7b64ed2" providerId="ADAL" clId="{BEF48E07-C45C-4130-8E46-AD40F50A2570}" dt="2026-07-29T03:07:40.791" v="9492" actId="26606"/>
          <ac:spMkLst>
            <pc:docMk/>
            <pc:sldMk cId="714726563" sldId="1892"/>
            <ac:spMk id="5422" creationId="{79F40191-0F44-4FD1-82CC-ACB507C14BE6}"/>
          </ac:spMkLst>
        </pc:spChg>
        <pc:picChg chg="add del mod">
          <ac:chgData name="Emmanuel Carela Tejeda" userId="6571813b-6108-4fda-b261-b0d0c7b64ed2" providerId="ADAL" clId="{BEF48E07-C45C-4130-8E46-AD40F50A2570}" dt="2026-07-29T03:07:32.269" v="9489" actId="478"/>
          <ac:picMkLst>
            <pc:docMk/>
            <pc:sldMk cId="714726563" sldId="1892"/>
            <ac:picMk id="3" creationId="{F107E5D0-54B6-0516-702C-3789672040EB}"/>
          </ac:picMkLst>
        </pc:picChg>
        <pc:picChg chg="add mod">
          <ac:chgData name="Emmanuel Carela Tejeda" userId="6571813b-6108-4fda-b261-b0d0c7b64ed2" providerId="ADAL" clId="{BEF48E07-C45C-4130-8E46-AD40F50A2570}" dt="2026-07-29T03:07:40.791" v="9492" actId="26606"/>
          <ac:picMkLst>
            <pc:docMk/>
            <pc:sldMk cId="714726563" sldId="1892"/>
            <ac:picMk id="4" creationId="{23371A02-2DF9-0A6C-2397-210CB03E0DBE}"/>
          </ac:picMkLst>
        </pc:picChg>
      </pc:sldChg>
      <pc:sldChg chg="modSp add mod ord replId">
        <pc:chgData name="Emmanuel Carela Tejeda" userId="6571813b-6108-4fda-b261-b0d0c7b64ed2" providerId="ADAL" clId="{BEF48E07-C45C-4130-8E46-AD40F50A2570}" dt="2026-07-29T02:58:44.542" v="9397" actId="113"/>
        <pc:sldMkLst>
          <pc:docMk/>
          <pc:sldMk cId="1157788228" sldId="1894"/>
        </pc:sldMkLst>
        <pc:spChg chg="mod">
          <ac:chgData name="Emmanuel Carela Tejeda" userId="6571813b-6108-4fda-b261-b0d0c7b64ed2" providerId="ADAL" clId="{BEF48E07-C45C-4130-8E46-AD40F50A2570}" dt="2026-07-29T02:58:17.978" v="9393" actId="20577"/>
          <ac:spMkLst>
            <pc:docMk/>
            <pc:sldMk cId="1157788228" sldId="1894"/>
            <ac:spMk id="2" creationId="{E95D0630-6543-3F49-03D0-B63D558CDB3D}"/>
          </ac:spMkLst>
        </pc:spChg>
        <pc:spChg chg="mod">
          <ac:chgData name="Emmanuel Carela Tejeda" userId="6571813b-6108-4fda-b261-b0d0c7b64ed2" providerId="ADAL" clId="{BEF48E07-C45C-4130-8E46-AD40F50A2570}" dt="2026-07-29T02:58:44.542" v="9397" actId="113"/>
          <ac:spMkLst>
            <pc:docMk/>
            <pc:sldMk cId="1157788228" sldId="1894"/>
            <ac:spMk id="3" creationId="{EC772BA1-65F2-6E29-8218-080191AC508F}"/>
          </ac:spMkLst>
        </pc:spChg>
      </pc:sldChg>
      <pc:sldChg chg="modSp add mod">
        <pc:chgData name="Emmanuel Carela Tejeda" userId="6571813b-6108-4fda-b261-b0d0c7b64ed2" providerId="ADAL" clId="{BEF48E07-C45C-4130-8E46-AD40F50A2570}" dt="2026-07-29T02:34:00.199" v="9009" actId="113"/>
        <pc:sldMkLst>
          <pc:docMk/>
          <pc:sldMk cId="368711858" sldId="1992"/>
        </pc:sldMkLst>
        <pc:spChg chg="mod">
          <ac:chgData name="Emmanuel Carela Tejeda" userId="6571813b-6108-4fda-b261-b0d0c7b64ed2" providerId="ADAL" clId="{BEF48E07-C45C-4130-8E46-AD40F50A2570}" dt="2026-07-29T02:34:00.199" v="9009" actId="113"/>
          <ac:spMkLst>
            <pc:docMk/>
            <pc:sldMk cId="368711858" sldId="1992"/>
            <ac:spMk id="6" creationId="{79F806B8-AB6A-3DDA-CDC2-05212FDBE2DD}"/>
          </ac:spMkLst>
        </pc:spChg>
      </pc:sldChg>
      <pc:sldChg chg="modSp add mod ord">
        <pc:chgData name="Emmanuel Carela Tejeda" userId="6571813b-6108-4fda-b261-b0d0c7b64ed2" providerId="ADAL" clId="{BEF48E07-C45C-4130-8E46-AD40F50A2570}" dt="2026-07-29T02:58:08.132" v="9391" actId="15"/>
        <pc:sldMkLst>
          <pc:docMk/>
          <pc:sldMk cId="483947719" sldId="2048"/>
        </pc:sldMkLst>
        <pc:spChg chg="mod">
          <ac:chgData name="Emmanuel Carela Tejeda" userId="6571813b-6108-4fda-b261-b0d0c7b64ed2" providerId="ADAL" clId="{BEF48E07-C45C-4130-8E46-AD40F50A2570}" dt="2026-07-29T02:57:58.415" v="9386" actId="1076"/>
          <ac:spMkLst>
            <pc:docMk/>
            <pc:sldMk cId="483947719" sldId="2048"/>
            <ac:spMk id="4" creationId="{F5D7B8F3-B494-627B-2D3C-14F73A8A916E}"/>
          </ac:spMkLst>
        </pc:spChg>
        <pc:spChg chg="mod">
          <ac:chgData name="Emmanuel Carela Tejeda" userId="6571813b-6108-4fda-b261-b0d0c7b64ed2" providerId="ADAL" clId="{BEF48E07-C45C-4130-8E46-AD40F50A2570}" dt="2026-07-29T02:58:08.132" v="9391" actId="15"/>
          <ac:spMkLst>
            <pc:docMk/>
            <pc:sldMk cId="483947719" sldId="2048"/>
            <ac:spMk id="5" creationId="{F15BD4A6-B02A-F86D-61F9-3343278581D4}"/>
          </ac:spMkLst>
        </pc:spChg>
      </pc:sldChg>
      <pc:sldChg chg="modSp add mod ord">
        <pc:chgData name="Emmanuel Carela Tejeda" userId="6571813b-6108-4fda-b261-b0d0c7b64ed2" providerId="ADAL" clId="{BEF48E07-C45C-4130-8E46-AD40F50A2570}" dt="2026-07-29T02:49:37.886" v="9243" actId="113"/>
        <pc:sldMkLst>
          <pc:docMk/>
          <pc:sldMk cId="3814697602" sldId="2086"/>
        </pc:sldMkLst>
        <pc:spChg chg="mod">
          <ac:chgData name="Emmanuel Carela Tejeda" userId="6571813b-6108-4fda-b261-b0d0c7b64ed2" providerId="ADAL" clId="{BEF48E07-C45C-4130-8E46-AD40F50A2570}" dt="2026-07-29T02:49:20.687" v="9240"/>
          <ac:spMkLst>
            <pc:docMk/>
            <pc:sldMk cId="3814697602" sldId="2086"/>
            <ac:spMk id="2" creationId="{010E8C1F-C64D-09B7-7CFA-7F0D0F205AED}"/>
          </ac:spMkLst>
        </pc:spChg>
        <pc:spChg chg="mod">
          <ac:chgData name="Emmanuel Carela Tejeda" userId="6571813b-6108-4fda-b261-b0d0c7b64ed2" providerId="ADAL" clId="{BEF48E07-C45C-4130-8E46-AD40F50A2570}" dt="2026-07-29T02:49:37.886" v="9243" actId="113"/>
          <ac:spMkLst>
            <pc:docMk/>
            <pc:sldMk cId="3814697602" sldId="2086"/>
            <ac:spMk id="3" creationId="{B40173E3-3289-125C-DEC2-E1898067A1CD}"/>
          </ac:spMkLst>
        </pc:spChg>
      </pc:sldChg>
      <pc:sldChg chg="modSp add del mod ord">
        <pc:chgData name="Emmanuel Carela Tejeda" userId="6571813b-6108-4fda-b261-b0d0c7b64ed2" providerId="ADAL" clId="{BEF48E07-C45C-4130-8E46-AD40F50A2570}" dt="2026-07-29T02:01:32.097" v="8857" actId="47"/>
        <pc:sldMkLst>
          <pc:docMk/>
          <pc:sldMk cId="3884804499" sldId="2104"/>
        </pc:sldMkLst>
      </pc:sldChg>
      <pc:sldChg chg="modSp add mod">
        <pc:chgData name="Emmanuel Carela Tejeda" userId="6571813b-6108-4fda-b261-b0d0c7b64ed2" providerId="ADAL" clId="{BEF48E07-C45C-4130-8E46-AD40F50A2570}" dt="2026-07-29T02:40:41.441" v="9082" actId="20577"/>
        <pc:sldMkLst>
          <pc:docMk/>
          <pc:sldMk cId="1795730611" sldId="2109"/>
        </pc:sldMkLst>
        <pc:spChg chg="mod">
          <ac:chgData name="Emmanuel Carela Tejeda" userId="6571813b-6108-4fda-b261-b0d0c7b64ed2" providerId="ADAL" clId="{BEF48E07-C45C-4130-8E46-AD40F50A2570}" dt="2026-07-29T02:40:41.441" v="9082" actId="20577"/>
          <ac:spMkLst>
            <pc:docMk/>
            <pc:sldMk cId="1795730611" sldId="2109"/>
            <ac:spMk id="3" creationId="{E0C1E57B-F54F-39B7-96FC-07D290F7C955}"/>
          </ac:spMkLst>
        </pc:spChg>
      </pc:sldChg>
      <pc:sldChg chg="modSp add mod ord">
        <pc:chgData name="Emmanuel Carela Tejeda" userId="6571813b-6108-4fda-b261-b0d0c7b64ed2" providerId="ADAL" clId="{BEF48E07-C45C-4130-8E46-AD40F50A2570}" dt="2026-07-29T02:01:35.607" v="8858" actId="20577"/>
        <pc:sldMkLst>
          <pc:docMk/>
          <pc:sldMk cId="2242280303" sldId="2133"/>
        </pc:sldMkLst>
        <pc:spChg chg="mod">
          <ac:chgData name="Emmanuel Carela Tejeda" userId="6571813b-6108-4fda-b261-b0d0c7b64ed2" providerId="ADAL" clId="{BEF48E07-C45C-4130-8E46-AD40F50A2570}" dt="2026-07-22T04:03:56.883" v="8698" actId="13926"/>
          <ac:spMkLst>
            <pc:docMk/>
            <pc:sldMk cId="2242280303" sldId="2133"/>
            <ac:spMk id="2" creationId="{8EF8DFDC-F158-AE39-A49E-30187AF2522C}"/>
          </ac:spMkLst>
        </pc:spChg>
        <pc:spChg chg="mod">
          <ac:chgData name="Emmanuel Carela Tejeda" userId="6571813b-6108-4fda-b261-b0d0c7b64ed2" providerId="ADAL" clId="{BEF48E07-C45C-4130-8E46-AD40F50A2570}" dt="2026-07-22T04:04:44.201" v="8746" actId="20577"/>
          <ac:spMkLst>
            <pc:docMk/>
            <pc:sldMk cId="2242280303" sldId="2133"/>
            <ac:spMk id="4" creationId="{DD6B1BBF-36B9-95D0-CDA3-62CE9E850725}"/>
          </ac:spMkLst>
        </pc:spChg>
        <pc:spChg chg="mod">
          <ac:chgData name="Emmanuel Carela Tejeda" userId="6571813b-6108-4fda-b261-b0d0c7b64ed2" providerId="ADAL" clId="{BEF48E07-C45C-4130-8E46-AD40F50A2570}" dt="2026-07-22T04:04:49.028" v="8749" actId="20577"/>
          <ac:spMkLst>
            <pc:docMk/>
            <pc:sldMk cId="2242280303" sldId="2133"/>
            <ac:spMk id="9" creationId="{31348547-24D5-BD9F-5079-60DB07265429}"/>
          </ac:spMkLst>
        </pc:spChg>
        <pc:spChg chg="mod">
          <ac:chgData name="Emmanuel Carela Tejeda" userId="6571813b-6108-4fda-b261-b0d0c7b64ed2" providerId="ADAL" clId="{BEF48E07-C45C-4130-8E46-AD40F50A2570}" dt="2026-07-22T04:04:53.864" v="8750" actId="1076"/>
          <ac:spMkLst>
            <pc:docMk/>
            <pc:sldMk cId="2242280303" sldId="2133"/>
            <ac:spMk id="10" creationId="{EFC4EF45-921D-420F-CE05-5D75E433CA05}"/>
          </ac:spMkLst>
        </pc:spChg>
        <pc:spChg chg="mod">
          <ac:chgData name="Emmanuel Carela Tejeda" userId="6571813b-6108-4fda-b261-b0d0c7b64ed2" providerId="ADAL" clId="{BEF48E07-C45C-4130-8E46-AD40F50A2570}" dt="2026-07-29T02:01:35.607" v="8858" actId="20577"/>
          <ac:spMkLst>
            <pc:docMk/>
            <pc:sldMk cId="2242280303" sldId="2133"/>
            <ac:spMk id="15" creationId="{263BBD27-5A6F-588A-8585-DC59D5B767EE}"/>
          </ac:spMkLst>
        </pc:spChg>
      </pc:sldChg>
      <pc:sldChg chg="modSp add del mod">
        <pc:chgData name="Emmanuel Carela Tejeda" userId="6571813b-6108-4fda-b261-b0d0c7b64ed2" providerId="ADAL" clId="{BEF48E07-C45C-4130-8E46-AD40F50A2570}" dt="2026-07-29T02:01:47.732" v="8860" actId="47"/>
        <pc:sldMkLst>
          <pc:docMk/>
          <pc:sldMk cId="840706156" sldId="2134"/>
        </pc:sldMkLst>
      </pc:sldChg>
      <pc:sldChg chg="modSp add del mod">
        <pc:chgData name="Emmanuel Carela Tejeda" userId="6571813b-6108-4fda-b261-b0d0c7b64ed2" providerId="ADAL" clId="{BEF48E07-C45C-4130-8E46-AD40F50A2570}" dt="2026-07-29T02:01:47.732" v="8860" actId="47"/>
        <pc:sldMkLst>
          <pc:docMk/>
          <pc:sldMk cId="1692249134" sldId="2135"/>
        </pc:sldMkLst>
      </pc:sldChg>
      <pc:sldChg chg="modSp add del mod">
        <pc:chgData name="Emmanuel Carela Tejeda" userId="6571813b-6108-4fda-b261-b0d0c7b64ed2" providerId="ADAL" clId="{BEF48E07-C45C-4130-8E46-AD40F50A2570}" dt="2026-07-29T02:01:47.732" v="8860" actId="47"/>
        <pc:sldMkLst>
          <pc:docMk/>
          <pc:sldMk cId="613315039" sldId="2136"/>
        </pc:sldMkLst>
      </pc:sldChg>
      <pc:sldChg chg="modSp add del mod">
        <pc:chgData name="Emmanuel Carela Tejeda" userId="6571813b-6108-4fda-b261-b0d0c7b64ed2" providerId="ADAL" clId="{BEF48E07-C45C-4130-8E46-AD40F50A2570}" dt="2026-07-29T02:42:53.259" v="9115" actId="47"/>
        <pc:sldMkLst>
          <pc:docMk/>
          <pc:sldMk cId="2165877104" sldId="2137"/>
        </pc:sldMkLst>
      </pc:sldChg>
      <pc:sldChg chg="modSp add del mod">
        <pc:chgData name="Emmanuel Carela Tejeda" userId="6571813b-6108-4fda-b261-b0d0c7b64ed2" providerId="ADAL" clId="{BEF48E07-C45C-4130-8E46-AD40F50A2570}" dt="2026-07-29T02:42:53.259" v="9115" actId="47"/>
        <pc:sldMkLst>
          <pc:docMk/>
          <pc:sldMk cId="61920246" sldId="2138"/>
        </pc:sldMkLst>
      </pc:sldChg>
      <pc:sldChg chg="modSp add del mod">
        <pc:chgData name="Emmanuel Carela Tejeda" userId="6571813b-6108-4fda-b261-b0d0c7b64ed2" providerId="ADAL" clId="{BEF48E07-C45C-4130-8E46-AD40F50A2570}" dt="2026-07-29T02:42:53.259" v="9115" actId="47"/>
        <pc:sldMkLst>
          <pc:docMk/>
          <pc:sldMk cId="3549315000" sldId="2139"/>
        </pc:sldMkLst>
      </pc:sldChg>
      <pc:sldChg chg="modSp add del mod">
        <pc:chgData name="Emmanuel Carela Tejeda" userId="6571813b-6108-4fda-b261-b0d0c7b64ed2" providerId="ADAL" clId="{BEF48E07-C45C-4130-8E46-AD40F50A2570}" dt="2026-07-29T02:45:47.149" v="9169" actId="47"/>
        <pc:sldMkLst>
          <pc:docMk/>
          <pc:sldMk cId="108273761" sldId="2140"/>
        </pc:sldMkLst>
      </pc:sldChg>
      <pc:sldChg chg="modSp add del mod">
        <pc:chgData name="Emmanuel Carela Tejeda" userId="6571813b-6108-4fda-b261-b0d0c7b64ed2" providerId="ADAL" clId="{BEF48E07-C45C-4130-8E46-AD40F50A2570}" dt="2026-07-29T02:45:47.149" v="9169" actId="47"/>
        <pc:sldMkLst>
          <pc:docMk/>
          <pc:sldMk cId="3795283085" sldId="2141"/>
        </pc:sldMkLst>
      </pc:sldChg>
      <pc:sldChg chg="modSp add del mod">
        <pc:chgData name="Emmanuel Carela Tejeda" userId="6571813b-6108-4fda-b261-b0d0c7b64ed2" providerId="ADAL" clId="{BEF48E07-C45C-4130-8E46-AD40F50A2570}" dt="2026-07-29T02:45:47.149" v="9169" actId="47"/>
        <pc:sldMkLst>
          <pc:docMk/>
          <pc:sldMk cId="308949371" sldId="2142"/>
        </pc:sldMkLst>
      </pc:sldChg>
      <pc:sldChg chg="modSp add del mod">
        <pc:chgData name="Emmanuel Carela Tejeda" userId="6571813b-6108-4fda-b261-b0d0c7b64ed2" providerId="ADAL" clId="{BEF48E07-C45C-4130-8E46-AD40F50A2570}" dt="2026-07-29T02:45:47.149" v="9169" actId="47"/>
        <pc:sldMkLst>
          <pc:docMk/>
          <pc:sldMk cId="2221356482" sldId="2143"/>
        </pc:sldMkLst>
      </pc:sldChg>
      <pc:sldChg chg="modSp add del mod">
        <pc:chgData name="Emmanuel Carela Tejeda" userId="6571813b-6108-4fda-b261-b0d0c7b64ed2" providerId="ADAL" clId="{BEF48E07-C45C-4130-8E46-AD40F50A2570}" dt="2026-07-29T02:45:47.149" v="9169" actId="47"/>
        <pc:sldMkLst>
          <pc:docMk/>
          <pc:sldMk cId="2006292000" sldId="2144"/>
        </pc:sldMkLst>
      </pc:sldChg>
      <pc:sldChg chg="modSp add del mod">
        <pc:chgData name="Emmanuel Carela Tejeda" userId="6571813b-6108-4fda-b261-b0d0c7b64ed2" providerId="ADAL" clId="{BEF48E07-C45C-4130-8E46-AD40F50A2570}" dt="2026-07-29T02:49:24.149" v="9241" actId="47"/>
        <pc:sldMkLst>
          <pc:docMk/>
          <pc:sldMk cId="2566798205" sldId="2145"/>
        </pc:sldMkLst>
      </pc:sldChg>
      <pc:sldChg chg="modSp add del mod">
        <pc:chgData name="Emmanuel Carela Tejeda" userId="6571813b-6108-4fda-b261-b0d0c7b64ed2" providerId="ADAL" clId="{BEF48E07-C45C-4130-8E46-AD40F50A2570}" dt="2026-07-29T02:49:24.149" v="9241" actId="47"/>
        <pc:sldMkLst>
          <pc:docMk/>
          <pc:sldMk cId="2059453731" sldId="2146"/>
        </pc:sldMkLst>
      </pc:sldChg>
      <pc:sldChg chg="modSp add del mod">
        <pc:chgData name="Emmanuel Carela Tejeda" userId="6571813b-6108-4fda-b261-b0d0c7b64ed2" providerId="ADAL" clId="{BEF48E07-C45C-4130-8E46-AD40F50A2570}" dt="2026-07-29T02:49:24.149" v="9241" actId="47"/>
        <pc:sldMkLst>
          <pc:docMk/>
          <pc:sldMk cId="1211323250" sldId="2147"/>
        </pc:sldMkLst>
      </pc:sldChg>
      <pc:sldChg chg="modSp add del mod">
        <pc:chgData name="Emmanuel Carela Tejeda" userId="6571813b-6108-4fda-b261-b0d0c7b64ed2" providerId="ADAL" clId="{BEF48E07-C45C-4130-8E46-AD40F50A2570}" dt="2026-07-29T02:49:24.149" v="9241" actId="47"/>
        <pc:sldMkLst>
          <pc:docMk/>
          <pc:sldMk cId="1010208811" sldId="2148"/>
        </pc:sldMkLst>
      </pc:sldChg>
      <pc:sldChg chg="modSp add del mod">
        <pc:chgData name="Emmanuel Carela Tejeda" userId="6571813b-6108-4fda-b261-b0d0c7b64ed2" providerId="ADAL" clId="{BEF48E07-C45C-4130-8E46-AD40F50A2570}" dt="2026-07-29T02:49:24.149" v="9241" actId="47"/>
        <pc:sldMkLst>
          <pc:docMk/>
          <pc:sldMk cId="2888121854" sldId="2149"/>
        </pc:sldMkLst>
      </pc:sldChg>
      <pc:sldChg chg="modSp add del mod">
        <pc:chgData name="Emmanuel Carela Tejeda" userId="6571813b-6108-4fda-b261-b0d0c7b64ed2" providerId="ADAL" clId="{BEF48E07-C45C-4130-8E46-AD40F50A2570}" dt="2026-07-29T02:51:33.859" v="9271" actId="47"/>
        <pc:sldMkLst>
          <pc:docMk/>
          <pc:sldMk cId="2035078242" sldId="2150"/>
        </pc:sldMkLst>
      </pc:sldChg>
      <pc:sldChg chg="modSp add del mod">
        <pc:chgData name="Emmanuel Carela Tejeda" userId="6571813b-6108-4fda-b261-b0d0c7b64ed2" providerId="ADAL" clId="{BEF48E07-C45C-4130-8E46-AD40F50A2570}" dt="2026-07-29T02:51:33.859" v="9271" actId="47"/>
        <pc:sldMkLst>
          <pc:docMk/>
          <pc:sldMk cId="2125423739" sldId="2151"/>
        </pc:sldMkLst>
      </pc:sldChg>
      <pc:sldChg chg="modSp add del mod">
        <pc:chgData name="Emmanuel Carela Tejeda" userId="6571813b-6108-4fda-b261-b0d0c7b64ed2" providerId="ADAL" clId="{BEF48E07-C45C-4130-8E46-AD40F50A2570}" dt="2026-07-29T02:51:33.859" v="9271" actId="47"/>
        <pc:sldMkLst>
          <pc:docMk/>
          <pc:sldMk cId="1592085251" sldId="2152"/>
        </pc:sldMkLst>
      </pc:sldChg>
      <pc:sldChg chg="modSp add del mod">
        <pc:chgData name="Emmanuel Carela Tejeda" userId="6571813b-6108-4fda-b261-b0d0c7b64ed2" providerId="ADAL" clId="{BEF48E07-C45C-4130-8E46-AD40F50A2570}" dt="2026-07-29T02:51:33.859" v="9271" actId="47"/>
        <pc:sldMkLst>
          <pc:docMk/>
          <pc:sldMk cId="1900021536" sldId="2153"/>
        </pc:sldMkLst>
      </pc:sldChg>
      <pc:sldChg chg="modSp add del mod">
        <pc:chgData name="Emmanuel Carela Tejeda" userId="6571813b-6108-4fda-b261-b0d0c7b64ed2" providerId="ADAL" clId="{BEF48E07-C45C-4130-8E46-AD40F50A2570}" dt="2026-07-29T02:55:02.599" v="9340" actId="47"/>
        <pc:sldMkLst>
          <pc:docMk/>
          <pc:sldMk cId="3035050973" sldId="2154"/>
        </pc:sldMkLst>
      </pc:sldChg>
      <pc:sldChg chg="modSp add del mod">
        <pc:chgData name="Emmanuel Carela Tejeda" userId="6571813b-6108-4fda-b261-b0d0c7b64ed2" providerId="ADAL" clId="{BEF48E07-C45C-4130-8E46-AD40F50A2570}" dt="2026-07-29T02:55:02.599" v="9340" actId="47"/>
        <pc:sldMkLst>
          <pc:docMk/>
          <pc:sldMk cId="2070278175" sldId="2155"/>
        </pc:sldMkLst>
      </pc:sldChg>
      <pc:sldChg chg="modSp add del mod">
        <pc:chgData name="Emmanuel Carela Tejeda" userId="6571813b-6108-4fda-b261-b0d0c7b64ed2" providerId="ADAL" clId="{BEF48E07-C45C-4130-8E46-AD40F50A2570}" dt="2026-07-29T02:55:02.599" v="9340" actId="47"/>
        <pc:sldMkLst>
          <pc:docMk/>
          <pc:sldMk cId="1810383505" sldId="2156"/>
        </pc:sldMkLst>
      </pc:sldChg>
      <pc:sldChg chg="modSp add del mod">
        <pc:chgData name="Emmanuel Carela Tejeda" userId="6571813b-6108-4fda-b261-b0d0c7b64ed2" providerId="ADAL" clId="{BEF48E07-C45C-4130-8E46-AD40F50A2570}" dt="2026-07-29T02:58:21.013" v="9394" actId="47"/>
        <pc:sldMkLst>
          <pc:docMk/>
          <pc:sldMk cId="3845041081" sldId="2157"/>
        </pc:sldMkLst>
      </pc:sldChg>
      <pc:sldChg chg="modSp add del mod">
        <pc:chgData name="Emmanuel Carela Tejeda" userId="6571813b-6108-4fda-b261-b0d0c7b64ed2" providerId="ADAL" clId="{BEF48E07-C45C-4130-8E46-AD40F50A2570}" dt="2026-07-29T02:58:21.013" v="9394" actId="47"/>
        <pc:sldMkLst>
          <pc:docMk/>
          <pc:sldMk cId="4208472188" sldId="2158"/>
        </pc:sldMkLst>
      </pc:sldChg>
      <pc:sldChg chg="modSp add del mod">
        <pc:chgData name="Emmanuel Carela Tejeda" userId="6571813b-6108-4fda-b261-b0d0c7b64ed2" providerId="ADAL" clId="{BEF48E07-C45C-4130-8E46-AD40F50A2570}" dt="2026-07-29T02:58:21.013" v="9394" actId="47"/>
        <pc:sldMkLst>
          <pc:docMk/>
          <pc:sldMk cId="360603353" sldId="2159"/>
        </pc:sldMkLst>
      </pc:sldChg>
      <pc:sldChg chg="modSp add mod">
        <pc:chgData name="Emmanuel Carela Tejeda" userId="6571813b-6108-4fda-b261-b0d0c7b64ed2" providerId="ADAL" clId="{BEF48E07-C45C-4130-8E46-AD40F50A2570}" dt="2026-07-29T02:03:26.472" v="8938" actId="1076"/>
        <pc:sldMkLst>
          <pc:docMk/>
          <pc:sldMk cId="524916814" sldId="2160"/>
        </pc:sldMkLst>
        <pc:spChg chg="mod">
          <ac:chgData name="Emmanuel Carela Tejeda" userId="6571813b-6108-4fda-b261-b0d0c7b64ed2" providerId="ADAL" clId="{BEF48E07-C45C-4130-8E46-AD40F50A2570}" dt="2026-07-29T02:03:26.472" v="8938" actId="1076"/>
          <ac:spMkLst>
            <pc:docMk/>
            <pc:sldMk cId="524916814" sldId="2160"/>
            <ac:spMk id="2" creationId="{D7B768C2-804C-6EF0-CCBF-FC759096B3C6}"/>
          </ac:spMkLst>
        </pc:spChg>
        <pc:spChg chg="mod">
          <ac:chgData name="Emmanuel Carela Tejeda" userId="6571813b-6108-4fda-b261-b0d0c7b64ed2" providerId="ADAL" clId="{BEF48E07-C45C-4130-8E46-AD40F50A2570}" dt="2026-07-29T02:03:11.166" v="8932" actId="20577"/>
          <ac:spMkLst>
            <pc:docMk/>
            <pc:sldMk cId="524916814" sldId="2160"/>
            <ac:spMk id="4" creationId="{45D7E085-70A9-BE9D-5A10-A19B4EA45ED0}"/>
          </ac:spMkLst>
        </pc:spChg>
        <pc:spChg chg="mod">
          <ac:chgData name="Emmanuel Carela Tejeda" userId="6571813b-6108-4fda-b261-b0d0c7b64ed2" providerId="ADAL" clId="{BEF48E07-C45C-4130-8E46-AD40F50A2570}" dt="2026-07-29T02:03:15.337" v="8935" actId="20577"/>
          <ac:spMkLst>
            <pc:docMk/>
            <pc:sldMk cId="524916814" sldId="2160"/>
            <ac:spMk id="9" creationId="{8921ACBF-39D6-1D83-FC2E-BFF29A99A1BC}"/>
          </ac:spMkLst>
        </pc:spChg>
        <pc:spChg chg="mod">
          <ac:chgData name="Emmanuel Carela Tejeda" userId="6571813b-6108-4fda-b261-b0d0c7b64ed2" providerId="ADAL" clId="{BEF48E07-C45C-4130-8E46-AD40F50A2570}" dt="2026-07-29T02:03:23.010" v="8937" actId="1076"/>
          <ac:spMkLst>
            <pc:docMk/>
            <pc:sldMk cId="524916814" sldId="2160"/>
            <ac:spMk id="10" creationId="{6904EEB9-5BB4-95DD-A17B-E66CBF38ABE5}"/>
          </ac:spMkLst>
        </pc:spChg>
      </pc:sldChg>
      <pc:sldChg chg="modSp add mod">
        <pc:chgData name="Emmanuel Carela Tejeda" userId="6571813b-6108-4fda-b261-b0d0c7b64ed2" providerId="ADAL" clId="{BEF48E07-C45C-4130-8E46-AD40F50A2570}" dt="2026-07-29T02:31:24.002" v="8969" actId="14100"/>
        <pc:sldMkLst>
          <pc:docMk/>
          <pc:sldMk cId="920136198" sldId="2161"/>
        </pc:sldMkLst>
        <pc:spChg chg="mod">
          <ac:chgData name="Emmanuel Carela Tejeda" userId="6571813b-6108-4fda-b261-b0d0c7b64ed2" providerId="ADAL" clId="{BEF48E07-C45C-4130-8E46-AD40F50A2570}" dt="2026-07-29T02:31:24.002" v="8969" actId="14100"/>
          <ac:spMkLst>
            <pc:docMk/>
            <pc:sldMk cId="920136198" sldId="2161"/>
            <ac:spMk id="6" creationId="{2B5F9459-1364-F12E-AE41-FA48F37FF956}"/>
          </ac:spMkLst>
        </pc:spChg>
      </pc:sldChg>
      <pc:sldChg chg="modSp add mod">
        <pc:chgData name="Emmanuel Carela Tejeda" userId="6571813b-6108-4fda-b261-b0d0c7b64ed2" providerId="ADAL" clId="{BEF48E07-C45C-4130-8E46-AD40F50A2570}" dt="2026-07-29T02:33:51.845" v="9007" actId="14100"/>
        <pc:sldMkLst>
          <pc:docMk/>
          <pc:sldMk cId="1342472054" sldId="2162"/>
        </pc:sldMkLst>
        <pc:spChg chg="mod">
          <ac:chgData name="Emmanuel Carela Tejeda" userId="6571813b-6108-4fda-b261-b0d0c7b64ed2" providerId="ADAL" clId="{BEF48E07-C45C-4130-8E46-AD40F50A2570}" dt="2026-07-29T02:33:51.845" v="9007" actId="14100"/>
          <ac:spMkLst>
            <pc:docMk/>
            <pc:sldMk cId="1342472054" sldId="2162"/>
            <ac:spMk id="6" creationId="{489D2E4D-67FB-6F3D-4BF0-4CA9105DC408}"/>
          </ac:spMkLst>
        </pc:spChg>
      </pc:sldChg>
      <pc:sldChg chg="modSp add mod">
        <pc:chgData name="Emmanuel Carela Tejeda" userId="6571813b-6108-4fda-b261-b0d0c7b64ed2" providerId="ADAL" clId="{BEF48E07-C45C-4130-8E46-AD40F50A2570}" dt="2026-07-29T02:33:44.140" v="9004" actId="403"/>
        <pc:sldMkLst>
          <pc:docMk/>
          <pc:sldMk cId="3044750272" sldId="2163"/>
        </pc:sldMkLst>
        <pc:spChg chg="mod">
          <ac:chgData name="Emmanuel Carela Tejeda" userId="6571813b-6108-4fda-b261-b0d0c7b64ed2" providerId="ADAL" clId="{BEF48E07-C45C-4130-8E46-AD40F50A2570}" dt="2026-07-29T02:33:44.140" v="9004" actId="403"/>
          <ac:spMkLst>
            <pc:docMk/>
            <pc:sldMk cId="3044750272" sldId="2163"/>
            <ac:spMk id="6" creationId="{37C057D1-584D-5F47-5233-E155ADFDFC62}"/>
          </ac:spMkLst>
        </pc:spChg>
      </pc:sldChg>
      <pc:sldChg chg="modSp add mod">
        <pc:chgData name="Emmanuel Carela Tejeda" userId="6571813b-6108-4fda-b261-b0d0c7b64ed2" providerId="ADAL" clId="{BEF48E07-C45C-4130-8E46-AD40F50A2570}" dt="2026-07-29T02:43:53.147" v="9125" actId="403"/>
        <pc:sldMkLst>
          <pc:docMk/>
          <pc:sldMk cId="1559160117" sldId="2164"/>
        </pc:sldMkLst>
        <pc:spChg chg="mod">
          <ac:chgData name="Emmanuel Carela Tejeda" userId="6571813b-6108-4fda-b261-b0d0c7b64ed2" providerId="ADAL" clId="{BEF48E07-C45C-4130-8E46-AD40F50A2570}" dt="2026-07-29T02:43:53.147" v="9125" actId="403"/>
          <ac:spMkLst>
            <pc:docMk/>
            <pc:sldMk cId="1559160117" sldId="2164"/>
            <ac:spMk id="3" creationId="{6A761551-B4FF-46ED-2253-25038C85A2B6}"/>
          </ac:spMkLst>
        </pc:spChg>
      </pc:sldChg>
      <pc:sldChg chg="modSp add mod">
        <pc:chgData name="Emmanuel Carela Tejeda" userId="6571813b-6108-4fda-b261-b0d0c7b64ed2" providerId="ADAL" clId="{BEF48E07-C45C-4130-8E46-AD40F50A2570}" dt="2026-07-29T02:44:10.749" v="9130" actId="403"/>
        <pc:sldMkLst>
          <pc:docMk/>
          <pc:sldMk cId="159832989" sldId="2165"/>
        </pc:sldMkLst>
        <pc:spChg chg="mod">
          <ac:chgData name="Emmanuel Carela Tejeda" userId="6571813b-6108-4fda-b261-b0d0c7b64ed2" providerId="ADAL" clId="{BEF48E07-C45C-4130-8E46-AD40F50A2570}" dt="2026-07-29T02:44:10.749" v="9130" actId="403"/>
          <ac:spMkLst>
            <pc:docMk/>
            <pc:sldMk cId="159832989" sldId="2165"/>
            <ac:spMk id="3" creationId="{223779DF-B2D7-4FF1-A0E7-AA738629E0F0}"/>
          </ac:spMkLst>
        </pc:spChg>
      </pc:sldChg>
      <pc:sldChg chg="modSp add mod">
        <pc:chgData name="Emmanuel Carela Tejeda" userId="6571813b-6108-4fda-b261-b0d0c7b64ed2" providerId="ADAL" clId="{BEF48E07-C45C-4130-8E46-AD40F50A2570}" dt="2026-07-29T02:44:33.591" v="9141" actId="113"/>
        <pc:sldMkLst>
          <pc:docMk/>
          <pc:sldMk cId="88779635" sldId="2166"/>
        </pc:sldMkLst>
        <pc:spChg chg="mod">
          <ac:chgData name="Emmanuel Carela Tejeda" userId="6571813b-6108-4fda-b261-b0d0c7b64ed2" providerId="ADAL" clId="{BEF48E07-C45C-4130-8E46-AD40F50A2570}" dt="2026-07-29T02:44:33.591" v="9141" actId="113"/>
          <ac:spMkLst>
            <pc:docMk/>
            <pc:sldMk cId="88779635" sldId="2166"/>
            <ac:spMk id="3" creationId="{F36F9741-6195-B1E8-5BDC-D244D523D779}"/>
          </ac:spMkLst>
        </pc:spChg>
      </pc:sldChg>
      <pc:sldChg chg="modSp add mod">
        <pc:chgData name="Emmanuel Carela Tejeda" userId="6571813b-6108-4fda-b261-b0d0c7b64ed2" providerId="ADAL" clId="{BEF48E07-C45C-4130-8E46-AD40F50A2570}" dt="2026-07-29T02:46:13.874" v="9177" actId="403"/>
        <pc:sldMkLst>
          <pc:docMk/>
          <pc:sldMk cId="2777837786" sldId="2167"/>
        </pc:sldMkLst>
        <pc:spChg chg="mod">
          <ac:chgData name="Emmanuel Carela Tejeda" userId="6571813b-6108-4fda-b261-b0d0c7b64ed2" providerId="ADAL" clId="{BEF48E07-C45C-4130-8E46-AD40F50A2570}" dt="2026-07-29T02:46:13.874" v="9177" actId="403"/>
          <ac:spMkLst>
            <pc:docMk/>
            <pc:sldMk cId="2777837786" sldId="2167"/>
            <ac:spMk id="3" creationId="{8D02259F-824F-8245-B374-01EDDEB0C2C0}"/>
          </ac:spMkLst>
        </pc:spChg>
      </pc:sldChg>
      <pc:sldChg chg="modSp add mod">
        <pc:chgData name="Emmanuel Carela Tejeda" userId="6571813b-6108-4fda-b261-b0d0c7b64ed2" providerId="ADAL" clId="{BEF48E07-C45C-4130-8E46-AD40F50A2570}" dt="2026-07-29T02:46:44.092" v="9182" actId="20577"/>
        <pc:sldMkLst>
          <pc:docMk/>
          <pc:sldMk cId="2483549331" sldId="2168"/>
        </pc:sldMkLst>
        <pc:spChg chg="mod">
          <ac:chgData name="Emmanuel Carela Tejeda" userId="6571813b-6108-4fda-b261-b0d0c7b64ed2" providerId="ADAL" clId="{BEF48E07-C45C-4130-8E46-AD40F50A2570}" dt="2026-07-29T02:46:44.092" v="9182" actId="20577"/>
          <ac:spMkLst>
            <pc:docMk/>
            <pc:sldMk cId="2483549331" sldId="2168"/>
            <ac:spMk id="3" creationId="{83BC4120-DE7B-CE0E-8FDC-0DA8568406D6}"/>
          </ac:spMkLst>
        </pc:spChg>
      </pc:sldChg>
      <pc:sldChg chg="modSp add mod">
        <pc:chgData name="Emmanuel Carela Tejeda" userId="6571813b-6108-4fda-b261-b0d0c7b64ed2" providerId="ADAL" clId="{BEF48E07-C45C-4130-8E46-AD40F50A2570}" dt="2026-07-29T02:47:10.942" v="9188" actId="14100"/>
        <pc:sldMkLst>
          <pc:docMk/>
          <pc:sldMk cId="127702369" sldId="2169"/>
        </pc:sldMkLst>
        <pc:spChg chg="mod">
          <ac:chgData name="Emmanuel Carela Tejeda" userId="6571813b-6108-4fda-b261-b0d0c7b64ed2" providerId="ADAL" clId="{BEF48E07-C45C-4130-8E46-AD40F50A2570}" dt="2026-07-29T02:47:10.942" v="9188" actId="14100"/>
          <ac:spMkLst>
            <pc:docMk/>
            <pc:sldMk cId="127702369" sldId="2169"/>
            <ac:spMk id="3" creationId="{B50CB7A9-5170-FB5A-CA50-DD1BF69A9B4E}"/>
          </ac:spMkLst>
        </pc:spChg>
      </pc:sldChg>
      <pc:sldChg chg="modSp add mod">
        <pc:chgData name="Emmanuel Carela Tejeda" userId="6571813b-6108-4fda-b261-b0d0c7b64ed2" providerId="ADAL" clId="{BEF48E07-C45C-4130-8E46-AD40F50A2570}" dt="2026-07-29T02:47:23.321" v="9191"/>
        <pc:sldMkLst>
          <pc:docMk/>
          <pc:sldMk cId="2981431681" sldId="2170"/>
        </pc:sldMkLst>
        <pc:spChg chg="mod">
          <ac:chgData name="Emmanuel Carela Tejeda" userId="6571813b-6108-4fda-b261-b0d0c7b64ed2" providerId="ADAL" clId="{BEF48E07-C45C-4130-8E46-AD40F50A2570}" dt="2026-07-29T02:47:23.321" v="9191"/>
          <ac:spMkLst>
            <pc:docMk/>
            <pc:sldMk cId="2981431681" sldId="2170"/>
            <ac:spMk id="3" creationId="{CA226FC1-ECB6-B8F3-305A-3E04529EFD49}"/>
          </ac:spMkLst>
        </pc:spChg>
      </pc:sldChg>
      <pc:sldChg chg="modSp add mod">
        <pc:chgData name="Emmanuel Carela Tejeda" userId="6571813b-6108-4fda-b261-b0d0c7b64ed2" providerId="ADAL" clId="{BEF48E07-C45C-4130-8E46-AD40F50A2570}" dt="2026-07-29T02:49:52.080" v="9246" actId="113"/>
        <pc:sldMkLst>
          <pc:docMk/>
          <pc:sldMk cId="2655390200" sldId="2171"/>
        </pc:sldMkLst>
        <pc:spChg chg="mod">
          <ac:chgData name="Emmanuel Carela Tejeda" userId="6571813b-6108-4fda-b261-b0d0c7b64ed2" providerId="ADAL" clId="{BEF48E07-C45C-4130-8E46-AD40F50A2570}" dt="2026-07-29T02:49:52.080" v="9246" actId="113"/>
          <ac:spMkLst>
            <pc:docMk/>
            <pc:sldMk cId="2655390200" sldId="2171"/>
            <ac:spMk id="3" creationId="{945014A5-C163-4EBC-53FC-79E27225A7CB}"/>
          </ac:spMkLst>
        </pc:spChg>
      </pc:sldChg>
      <pc:sldChg chg="modSp add mod">
        <pc:chgData name="Emmanuel Carela Tejeda" userId="6571813b-6108-4fda-b261-b0d0c7b64ed2" providerId="ADAL" clId="{BEF48E07-C45C-4130-8E46-AD40F50A2570}" dt="2026-07-29T02:50:06.338" v="9249"/>
        <pc:sldMkLst>
          <pc:docMk/>
          <pc:sldMk cId="3328694869" sldId="2172"/>
        </pc:sldMkLst>
        <pc:spChg chg="mod">
          <ac:chgData name="Emmanuel Carela Tejeda" userId="6571813b-6108-4fda-b261-b0d0c7b64ed2" providerId="ADAL" clId="{BEF48E07-C45C-4130-8E46-AD40F50A2570}" dt="2026-07-29T02:50:06.338" v="9249"/>
          <ac:spMkLst>
            <pc:docMk/>
            <pc:sldMk cId="3328694869" sldId="2172"/>
            <ac:spMk id="3" creationId="{3F3E6210-6EAE-85E0-4847-AD8E378A56F4}"/>
          </ac:spMkLst>
        </pc:spChg>
      </pc:sldChg>
      <pc:sldChg chg="modSp add mod">
        <pc:chgData name="Emmanuel Carela Tejeda" userId="6571813b-6108-4fda-b261-b0d0c7b64ed2" providerId="ADAL" clId="{BEF48E07-C45C-4130-8E46-AD40F50A2570}" dt="2026-07-29T02:50:18.986" v="9253" actId="113"/>
        <pc:sldMkLst>
          <pc:docMk/>
          <pc:sldMk cId="676405412" sldId="2173"/>
        </pc:sldMkLst>
        <pc:spChg chg="mod">
          <ac:chgData name="Emmanuel Carela Tejeda" userId="6571813b-6108-4fda-b261-b0d0c7b64ed2" providerId="ADAL" clId="{BEF48E07-C45C-4130-8E46-AD40F50A2570}" dt="2026-07-29T02:50:18.986" v="9253" actId="113"/>
          <ac:spMkLst>
            <pc:docMk/>
            <pc:sldMk cId="676405412" sldId="2173"/>
            <ac:spMk id="3" creationId="{A25BE869-F808-7035-C228-BC044418F9A8}"/>
          </ac:spMkLst>
        </pc:spChg>
      </pc:sldChg>
      <pc:sldChg chg="modSp add mod">
        <pc:chgData name="Emmanuel Carela Tejeda" userId="6571813b-6108-4fda-b261-b0d0c7b64ed2" providerId="ADAL" clId="{BEF48E07-C45C-4130-8E46-AD40F50A2570}" dt="2026-07-29T02:52:01.814" v="9276"/>
        <pc:sldMkLst>
          <pc:docMk/>
          <pc:sldMk cId="728734384" sldId="2174"/>
        </pc:sldMkLst>
        <pc:spChg chg="mod">
          <ac:chgData name="Emmanuel Carela Tejeda" userId="6571813b-6108-4fda-b261-b0d0c7b64ed2" providerId="ADAL" clId="{BEF48E07-C45C-4130-8E46-AD40F50A2570}" dt="2026-07-29T02:52:01.814" v="9276"/>
          <ac:spMkLst>
            <pc:docMk/>
            <pc:sldMk cId="728734384" sldId="2174"/>
            <ac:spMk id="3" creationId="{2D31A87A-3289-A3B4-2BFF-A00D6A4F1C05}"/>
          </ac:spMkLst>
        </pc:spChg>
      </pc:sldChg>
      <pc:sldChg chg="modSp add mod">
        <pc:chgData name="Emmanuel Carela Tejeda" userId="6571813b-6108-4fda-b261-b0d0c7b64ed2" providerId="ADAL" clId="{BEF48E07-C45C-4130-8E46-AD40F50A2570}" dt="2026-07-29T02:52:21.204" v="9282" actId="113"/>
        <pc:sldMkLst>
          <pc:docMk/>
          <pc:sldMk cId="1253720958" sldId="2175"/>
        </pc:sldMkLst>
        <pc:spChg chg="mod">
          <ac:chgData name="Emmanuel Carela Tejeda" userId="6571813b-6108-4fda-b261-b0d0c7b64ed2" providerId="ADAL" clId="{BEF48E07-C45C-4130-8E46-AD40F50A2570}" dt="2026-07-29T02:52:21.204" v="9282" actId="113"/>
          <ac:spMkLst>
            <pc:docMk/>
            <pc:sldMk cId="1253720958" sldId="2175"/>
            <ac:spMk id="3" creationId="{FEBF3F92-A4EA-BE52-E7C8-1B9784BC49B0}"/>
          </ac:spMkLst>
        </pc:spChg>
      </pc:sldChg>
      <pc:sldChg chg="modSp add mod">
        <pc:chgData name="Emmanuel Carela Tejeda" userId="6571813b-6108-4fda-b261-b0d0c7b64ed2" providerId="ADAL" clId="{BEF48E07-C45C-4130-8E46-AD40F50A2570}" dt="2026-07-29T02:53:03.811" v="9298" actId="1076"/>
        <pc:sldMkLst>
          <pc:docMk/>
          <pc:sldMk cId="3059626741" sldId="2176"/>
        </pc:sldMkLst>
        <pc:spChg chg="mod">
          <ac:chgData name="Emmanuel Carela Tejeda" userId="6571813b-6108-4fda-b261-b0d0c7b64ed2" providerId="ADAL" clId="{BEF48E07-C45C-4130-8E46-AD40F50A2570}" dt="2026-07-29T02:53:03.811" v="9298" actId="1076"/>
          <ac:spMkLst>
            <pc:docMk/>
            <pc:sldMk cId="3059626741" sldId="2176"/>
            <ac:spMk id="3" creationId="{A76A44B7-3E39-DB46-8DC0-CDA0CD7A59AC}"/>
          </ac:spMkLst>
        </pc:spChg>
      </pc:sldChg>
      <pc:sldChg chg="modSp add mod">
        <pc:chgData name="Emmanuel Carela Tejeda" userId="6571813b-6108-4fda-b261-b0d0c7b64ed2" providerId="ADAL" clId="{BEF48E07-C45C-4130-8E46-AD40F50A2570}" dt="2026-07-29T02:53:00.920" v="9297" actId="1076"/>
        <pc:sldMkLst>
          <pc:docMk/>
          <pc:sldMk cId="1426450113" sldId="2177"/>
        </pc:sldMkLst>
        <pc:spChg chg="mod">
          <ac:chgData name="Emmanuel Carela Tejeda" userId="6571813b-6108-4fda-b261-b0d0c7b64ed2" providerId="ADAL" clId="{BEF48E07-C45C-4130-8E46-AD40F50A2570}" dt="2026-07-29T02:53:00.920" v="9297" actId="1076"/>
          <ac:spMkLst>
            <pc:docMk/>
            <pc:sldMk cId="1426450113" sldId="2177"/>
            <ac:spMk id="3" creationId="{59EA08E8-4B26-F7F6-6425-89FF23A7C9D3}"/>
          </ac:spMkLst>
        </pc:spChg>
      </pc:sldChg>
      <pc:sldChg chg="modSp add mod">
        <pc:chgData name="Emmanuel Carela Tejeda" userId="6571813b-6108-4fda-b261-b0d0c7b64ed2" providerId="ADAL" clId="{BEF48E07-C45C-4130-8E46-AD40F50A2570}" dt="2026-07-29T02:55:57.228" v="9353" actId="255"/>
        <pc:sldMkLst>
          <pc:docMk/>
          <pc:sldMk cId="56844654" sldId="2178"/>
        </pc:sldMkLst>
        <pc:spChg chg="mod">
          <ac:chgData name="Emmanuel Carela Tejeda" userId="6571813b-6108-4fda-b261-b0d0c7b64ed2" providerId="ADAL" clId="{BEF48E07-C45C-4130-8E46-AD40F50A2570}" dt="2026-07-29T02:55:57.228" v="9353" actId="255"/>
          <ac:spMkLst>
            <pc:docMk/>
            <pc:sldMk cId="56844654" sldId="2178"/>
            <ac:spMk id="3" creationId="{61D09B39-8BEE-AC46-B6F8-888D94D92698}"/>
          </ac:spMkLst>
        </pc:spChg>
      </pc:sldChg>
      <pc:sldChg chg="modSp add mod">
        <pc:chgData name="Emmanuel Carela Tejeda" userId="6571813b-6108-4fda-b261-b0d0c7b64ed2" providerId="ADAL" clId="{BEF48E07-C45C-4130-8E46-AD40F50A2570}" dt="2026-07-29T02:56:09.628" v="9357" actId="403"/>
        <pc:sldMkLst>
          <pc:docMk/>
          <pc:sldMk cId="3768816293" sldId="2179"/>
        </pc:sldMkLst>
        <pc:spChg chg="mod">
          <ac:chgData name="Emmanuel Carela Tejeda" userId="6571813b-6108-4fda-b261-b0d0c7b64ed2" providerId="ADAL" clId="{BEF48E07-C45C-4130-8E46-AD40F50A2570}" dt="2026-07-29T02:56:09.628" v="9357" actId="403"/>
          <ac:spMkLst>
            <pc:docMk/>
            <pc:sldMk cId="3768816293" sldId="2179"/>
            <ac:spMk id="3" creationId="{47F7DE2A-5A22-7F92-FC73-1893F96F12B7}"/>
          </ac:spMkLst>
        </pc:spChg>
      </pc:sldChg>
      <pc:sldChg chg="modSp add mod">
        <pc:chgData name="Emmanuel Carela Tejeda" userId="6571813b-6108-4fda-b261-b0d0c7b64ed2" providerId="ADAL" clId="{BEF48E07-C45C-4130-8E46-AD40F50A2570}" dt="2026-07-29T02:56:50.471" v="9366" actId="113"/>
        <pc:sldMkLst>
          <pc:docMk/>
          <pc:sldMk cId="4195676626" sldId="2180"/>
        </pc:sldMkLst>
        <pc:spChg chg="mod">
          <ac:chgData name="Emmanuel Carela Tejeda" userId="6571813b-6108-4fda-b261-b0d0c7b64ed2" providerId="ADAL" clId="{BEF48E07-C45C-4130-8E46-AD40F50A2570}" dt="2026-07-29T02:56:50.471" v="9366" actId="113"/>
          <ac:spMkLst>
            <pc:docMk/>
            <pc:sldMk cId="4195676626" sldId="2180"/>
            <ac:spMk id="3" creationId="{3A0BB997-A581-341A-6915-F82A99079C1E}"/>
          </ac:spMkLst>
        </pc:spChg>
      </pc:sldChg>
      <pc:sldChg chg="modSp add mod">
        <pc:chgData name="Emmanuel Carela Tejeda" userId="6571813b-6108-4fda-b261-b0d0c7b64ed2" providerId="ADAL" clId="{BEF48E07-C45C-4130-8E46-AD40F50A2570}" dt="2026-07-29T02:56:59.772" v="9369"/>
        <pc:sldMkLst>
          <pc:docMk/>
          <pc:sldMk cId="2484796894" sldId="2181"/>
        </pc:sldMkLst>
        <pc:spChg chg="mod">
          <ac:chgData name="Emmanuel Carela Tejeda" userId="6571813b-6108-4fda-b261-b0d0c7b64ed2" providerId="ADAL" clId="{BEF48E07-C45C-4130-8E46-AD40F50A2570}" dt="2026-07-29T02:56:59.772" v="9369"/>
          <ac:spMkLst>
            <pc:docMk/>
            <pc:sldMk cId="2484796894" sldId="2181"/>
            <ac:spMk id="3" creationId="{2EED0B7D-78BF-EAA7-4218-A9924D54F054}"/>
          </ac:spMkLst>
        </pc:spChg>
      </pc:sldChg>
      <pc:sldChg chg="modSp add mod">
        <pc:chgData name="Emmanuel Carela Tejeda" userId="6571813b-6108-4fda-b261-b0d0c7b64ed2" providerId="ADAL" clId="{BEF48E07-C45C-4130-8E46-AD40F50A2570}" dt="2026-07-29T02:59:07.845" v="9402" actId="255"/>
        <pc:sldMkLst>
          <pc:docMk/>
          <pc:sldMk cId="1199353367" sldId="2182"/>
        </pc:sldMkLst>
        <pc:spChg chg="mod">
          <ac:chgData name="Emmanuel Carela Tejeda" userId="6571813b-6108-4fda-b261-b0d0c7b64ed2" providerId="ADAL" clId="{BEF48E07-C45C-4130-8E46-AD40F50A2570}" dt="2026-07-29T02:59:07.845" v="9402" actId="255"/>
          <ac:spMkLst>
            <pc:docMk/>
            <pc:sldMk cId="1199353367" sldId="2182"/>
            <ac:spMk id="3" creationId="{AEA97B59-79E6-4215-B3F0-7086C51473D6}"/>
          </ac:spMkLst>
        </pc:spChg>
      </pc:sldChg>
      <pc:sldChg chg="modSp add mod">
        <pc:chgData name="Emmanuel Carela Tejeda" userId="6571813b-6108-4fda-b261-b0d0c7b64ed2" providerId="ADAL" clId="{BEF48E07-C45C-4130-8E46-AD40F50A2570}" dt="2026-07-29T02:59:26.709" v="9405" actId="20577"/>
        <pc:sldMkLst>
          <pc:docMk/>
          <pc:sldMk cId="2894990082" sldId="2183"/>
        </pc:sldMkLst>
        <pc:spChg chg="mod">
          <ac:chgData name="Emmanuel Carela Tejeda" userId="6571813b-6108-4fda-b261-b0d0c7b64ed2" providerId="ADAL" clId="{BEF48E07-C45C-4130-8E46-AD40F50A2570}" dt="2026-07-29T02:59:26.709" v="9405" actId="20577"/>
          <ac:spMkLst>
            <pc:docMk/>
            <pc:sldMk cId="2894990082" sldId="2183"/>
            <ac:spMk id="3" creationId="{C9A4A411-7F86-99FD-5257-2A87B39C1B09}"/>
          </ac:spMkLst>
        </pc:spChg>
      </pc:sldChg>
      <pc:sldChg chg="modSp add mod">
        <pc:chgData name="Emmanuel Carela Tejeda" userId="6571813b-6108-4fda-b261-b0d0c7b64ed2" providerId="ADAL" clId="{BEF48E07-C45C-4130-8E46-AD40F50A2570}" dt="2026-07-29T02:59:42.698" v="9409" actId="403"/>
        <pc:sldMkLst>
          <pc:docMk/>
          <pc:sldMk cId="2356400195" sldId="2184"/>
        </pc:sldMkLst>
        <pc:spChg chg="mod">
          <ac:chgData name="Emmanuel Carela Tejeda" userId="6571813b-6108-4fda-b261-b0d0c7b64ed2" providerId="ADAL" clId="{BEF48E07-C45C-4130-8E46-AD40F50A2570}" dt="2026-07-29T02:59:42.698" v="9409" actId="403"/>
          <ac:spMkLst>
            <pc:docMk/>
            <pc:sldMk cId="2356400195" sldId="2184"/>
            <ac:spMk id="3" creationId="{3CD023FD-7890-0521-B293-D5A71143FDE9}"/>
          </ac:spMkLst>
        </pc:spChg>
      </pc:sldChg>
      <pc:sldChg chg="modSp add mod">
        <pc:chgData name="Emmanuel Carela Tejeda" userId="6571813b-6108-4fda-b261-b0d0c7b64ed2" providerId="ADAL" clId="{BEF48E07-C45C-4130-8E46-AD40F50A2570}" dt="2026-07-29T03:00:15.068" v="9417" actId="403"/>
        <pc:sldMkLst>
          <pc:docMk/>
          <pc:sldMk cId="2092299463" sldId="2185"/>
        </pc:sldMkLst>
        <pc:spChg chg="mod">
          <ac:chgData name="Emmanuel Carela Tejeda" userId="6571813b-6108-4fda-b261-b0d0c7b64ed2" providerId="ADAL" clId="{BEF48E07-C45C-4130-8E46-AD40F50A2570}" dt="2026-07-29T03:00:15.068" v="9417" actId="403"/>
          <ac:spMkLst>
            <pc:docMk/>
            <pc:sldMk cId="2092299463" sldId="2185"/>
            <ac:spMk id="3" creationId="{AA791B36-5097-18D9-FE04-38D64A100240}"/>
          </ac:spMkLst>
        </pc:spChg>
      </pc:sldChg>
      <pc:sldChg chg="modSp add mod">
        <pc:chgData name="Emmanuel Carela Tejeda" userId="6571813b-6108-4fda-b261-b0d0c7b64ed2" providerId="ADAL" clId="{BEF48E07-C45C-4130-8E46-AD40F50A2570}" dt="2026-07-29T03:00:34.275" v="9422" actId="113"/>
        <pc:sldMkLst>
          <pc:docMk/>
          <pc:sldMk cId="1856641030" sldId="2186"/>
        </pc:sldMkLst>
        <pc:spChg chg="mod">
          <ac:chgData name="Emmanuel Carela Tejeda" userId="6571813b-6108-4fda-b261-b0d0c7b64ed2" providerId="ADAL" clId="{BEF48E07-C45C-4130-8E46-AD40F50A2570}" dt="2026-07-29T03:00:34.275" v="9422" actId="113"/>
          <ac:spMkLst>
            <pc:docMk/>
            <pc:sldMk cId="1856641030" sldId="2186"/>
            <ac:spMk id="3" creationId="{115CFC0D-F8B7-2D9D-8970-A868356DDA72}"/>
          </ac:spMkLst>
        </pc:spChg>
      </pc:sldChg>
      <pc:sldChg chg="modSp add mod">
        <pc:chgData name="Emmanuel Carela Tejeda" userId="6571813b-6108-4fda-b261-b0d0c7b64ed2" providerId="ADAL" clId="{BEF48E07-C45C-4130-8E46-AD40F50A2570}" dt="2026-07-29T03:00:49.141" v="9427" actId="403"/>
        <pc:sldMkLst>
          <pc:docMk/>
          <pc:sldMk cId="2065294645" sldId="2187"/>
        </pc:sldMkLst>
        <pc:spChg chg="mod">
          <ac:chgData name="Emmanuel Carela Tejeda" userId="6571813b-6108-4fda-b261-b0d0c7b64ed2" providerId="ADAL" clId="{BEF48E07-C45C-4130-8E46-AD40F50A2570}" dt="2026-07-29T03:00:49.141" v="9427" actId="403"/>
          <ac:spMkLst>
            <pc:docMk/>
            <pc:sldMk cId="2065294645" sldId="2187"/>
            <ac:spMk id="3" creationId="{FFC5470C-5C09-26C5-604D-8692BF8E9D0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37E236-ECAD-41B7-834D-D6A9D944A568}" type="doc">
      <dgm:prSet loTypeId="urn:microsoft.com/office/officeart/2005/8/layout/vProcess5" loCatId="process" qsTypeId="urn:microsoft.com/office/officeart/2005/8/quickstyle/simple2" qsCatId="simple" csTypeId="urn:microsoft.com/office/officeart/2005/8/colors/accent5_2" csCatId="accent5" phldr="1"/>
      <dgm:spPr/>
      <dgm:t>
        <a:bodyPr/>
        <a:lstStyle/>
        <a:p>
          <a:endParaRPr lang="en-US"/>
        </a:p>
      </dgm:t>
    </dgm:pt>
    <dgm:pt modelId="{35FF4CFF-FE00-4471-8DAB-E8DA400FF4DB}">
      <dgm:prSet custT="1"/>
      <dgm:spPr/>
      <dgm:t>
        <a:bodyPr/>
        <a:lstStyle/>
        <a:p>
          <a:r>
            <a:rPr lang="es-DO" sz="3600" dirty="0">
              <a:latin typeface="Verlag Light" pitchFamily="2" charset="0"/>
              <a:cs typeface="Times New Roman" panose="02020603050405020304" pitchFamily="18" charset="0"/>
            </a:rPr>
            <a:t>Integrar la disposición de ser modestos en toda nuestra manera de vivir.</a:t>
          </a:r>
          <a:endParaRPr lang="en-US" sz="3600" dirty="0">
            <a:latin typeface="Verlag Light" pitchFamily="2" charset="0"/>
            <a:cs typeface="Times New Roman" panose="02020603050405020304" pitchFamily="18" charset="0"/>
          </a:endParaRPr>
        </a:p>
      </dgm:t>
    </dgm:pt>
    <dgm:pt modelId="{C6FBC6B9-906B-4A69-B200-D1065025AAB0}" type="parTrans" cxnId="{0BE83F75-E5FB-4609-ABA3-14488D998E58}">
      <dgm:prSet/>
      <dgm:spPr/>
      <dgm:t>
        <a:bodyPr/>
        <a:lstStyle/>
        <a:p>
          <a:endParaRPr lang="en-US"/>
        </a:p>
      </dgm:t>
    </dgm:pt>
    <dgm:pt modelId="{29F7F57B-3BC2-49CD-BCDA-5A5657CC6518}" type="sibTrans" cxnId="{0BE83F75-E5FB-4609-ABA3-14488D998E58}">
      <dgm:prSet phldrT="2" phldr="0"/>
      <dgm:spPr/>
      <dgm:t>
        <a:bodyPr/>
        <a:lstStyle/>
        <a:p>
          <a:endParaRPr lang="en-US"/>
        </a:p>
      </dgm:t>
    </dgm:pt>
    <dgm:pt modelId="{5942B66D-6E88-4B26-9BD9-86E5302AC6B4}">
      <dgm:prSet custT="1"/>
      <dgm:spPr/>
      <dgm:t>
        <a:bodyPr/>
        <a:lstStyle/>
        <a:p>
          <a:r>
            <a:rPr lang="es-DO" sz="4000" dirty="0">
              <a:latin typeface="Verlag Light" pitchFamily="2" charset="0"/>
              <a:cs typeface="Times New Roman" panose="02020603050405020304" pitchFamily="18" charset="0"/>
            </a:rPr>
            <a:t>Formular la conducta que es propia de los que profesan modestia.</a:t>
          </a:r>
        </a:p>
      </dgm:t>
    </dgm:pt>
    <dgm:pt modelId="{1E4BE4AF-CBE8-4A5D-8306-46A2110BBC2E}" type="sibTrans" cxnId="{1FBA34E9-3149-456D-970C-DD25FD1D0B0D}">
      <dgm:prSet phldrT="3" phldr="0"/>
      <dgm:spPr/>
      <dgm:t>
        <a:bodyPr/>
        <a:lstStyle/>
        <a:p>
          <a:endParaRPr lang="en-US"/>
        </a:p>
      </dgm:t>
    </dgm:pt>
    <dgm:pt modelId="{22120376-0E50-4331-88F2-9F412EB75CBB}" type="parTrans" cxnId="{1FBA34E9-3149-456D-970C-DD25FD1D0B0D}">
      <dgm:prSet/>
      <dgm:spPr/>
      <dgm:t>
        <a:bodyPr/>
        <a:lstStyle/>
        <a:p>
          <a:endParaRPr lang="en-US"/>
        </a:p>
      </dgm:t>
    </dgm:pt>
    <dgm:pt modelId="{870CB372-7138-49C8-B60C-F99EAFB888E0}">
      <dgm:prSet custT="1"/>
      <dgm:spPr/>
      <dgm:t>
        <a:bodyPr/>
        <a:lstStyle/>
        <a:p>
          <a:r>
            <a:rPr lang="es-DO" sz="3600" dirty="0">
              <a:latin typeface="Verlag Light" pitchFamily="2" charset="0"/>
              <a:cs typeface="Times New Roman" panose="02020603050405020304" pitchFamily="18" charset="0"/>
            </a:rPr>
            <a:t>Evaluar el valor de la modestia en la vida de los hijos de Dios.</a:t>
          </a:r>
          <a:endParaRPr lang="en-US" sz="3600" dirty="0">
            <a:latin typeface="Verlag Light" pitchFamily="2" charset="0"/>
            <a:cs typeface="Times New Roman" panose="02020603050405020304" pitchFamily="18" charset="0"/>
          </a:endParaRPr>
        </a:p>
      </dgm:t>
    </dgm:pt>
    <dgm:pt modelId="{6244C874-6D4A-4E73-9923-CDF3F29A7F92}" type="sibTrans" cxnId="{B0BCD260-8D6E-4267-99D5-6B6DE2036BBD}">
      <dgm:prSet phldrT="1" phldr="0"/>
      <dgm:spPr/>
      <dgm:t>
        <a:bodyPr/>
        <a:lstStyle/>
        <a:p>
          <a:endParaRPr lang="en-US"/>
        </a:p>
      </dgm:t>
    </dgm:pt>
    <dgm:pt modelId="{247AD849-A0C0-4B61-A145-4786B1815C76}" type="parTrans" cxnId="{B0BCD260-8D6E-4267-99D5-6B6DE2036BBD}">
      <dgm:prSet/>
      <dgm:spPr/>
      <dgm:t>
        <a:bodyPr/>
        <a:lstStyle/>
        <a:p>
          <a:endParaRPr lang="en-US"/>
        </a:p>
      </dgm:t>
    </dgm:pt>
    <dgm:pt modelId="{F0109BAF-5517-4297-A203-CDE8BA186BF0}" type="pres">
      <dgm:prSet presAssocID="{3337E236-ECAD-41B7-834D-D6A9D944A568}" presName="outerComposite" presStyleCnt="0">
        <dgm:presLayoutVars>
          <dgm:chMax val="5"/>
          <dgm:dir/>
          <dgm:resizeHandles val="exact"/>
        </dgm:presLayoutVars>
      </dgm:prSet>
      <dgm:spPr/>
    </dgm:pt>
    <dgm:pt modelId="{DF47A23F-6CD4-440D-B858-B224BEAC3123}" type="pres">
      <dgm:prSet presAssocID="{3337E236-ECAD-41B7-834D-D6A9D944A568}" presName="dummyMaxCanvas" presStyleCnt="0">
        <dgm:presLayoutVars/>
      </dgm:prSet>
      <dgm:spPr/>
    </dgm:pt>
    <dgm:pt modelId="{A5F7839F-1BD7-49FD-B802-F4445A7C4D7E}" type="pres">
      <dgm:prSet presAssocID="{3337E236-ECAD-41B7-834D-D6A9D944A568}" presName="ThreeNodes_1" presStyleLbl="node1" presStyleIdx="0" presStyleCnt="3" custLinFactNeighborY="-844">
        <dgm:presLayoutVars>
          <dgm:bulletEnabled val="1"/>
        </dgm:presLayoutVars>
      </dgm:prSet>
      <dgm:spPr/>
    </dgm:pt>
    <dgm:pt modelId="{23051F68-D3BD-42BF-B6A3-26A19C7EAF90}" type="pres">
      <dgm:prSet presAssocID="{3337E236-ECAD-41B7-834D-D6A9D944A568}" presName="ThreeNodes_2" presStyleLbl="node1" presStyleIdx="1" presStyleCnt="3">
        <dgm:presLayoutVars>
          <dgm:bulletEnabled val="1"/>
        </dgm:presLayoutVars>
      </dgm:prSet>
      <dgm:spPr/>
    </dgm:pt>
    <dgm:pt modelId="{1BFF2EDE-839B-432B-8F62-D876BB73544C}" type="pres">
      <dgm:prSet presAssocID="{3337E236-ECAD-41B7-834D-D6A9D944A568}" presName="ThreeNodes_3" presStyleLbl="node1" presStyleIdx="2" presStyleCnt="3">
        <dgm:presLayoutVars>
          <dgm:bulletEnabled val="1"/>
        </dgm:presLayoutVars>
      </dgm:prSet>
      <dgm:spPr/>
    </dgm:pt>
    <dgm:pt modelId="{489A35AC-F82C-40F1-80BC-30D400BF3E72}" type="pres">
      <dgm:prSet presAssocID="{3337E236-ECAD-41B7-834D-D6A9D944A568}" presName="ThreeConn_1-2" presStyleLbl="fgAccFollowNode1" presStyleIdx="0" presStyleCnt="2">
        <dgm:presLayoutVars>
          <dgm:bulletEnabled val="1"/>
        </dgm:presLayoutVars>
      </dgm:prSet>
      <dgm:spPr/>
    </dgm:pt>
    <dgm:pt modelId="{8B6F3BB3-58FC-4367-806C-5D5BF1D6C2CC}" type="pres">
      <dgm:prSet presAssocID="{3337E236-ECAD-41B7-834D-D6A9D944A568}" presName="ThreeConn_2-3" presStyleLbl="fgAccFollowNode1" presStyleIdx="1" presStyleCnt="2">
        <dgm:presLayoutVars>
          <dgm:bulletEnabled val="1"/>
        </dgm:presLayoutVars>
      </dgm:prSet>
      <dgm:spPr/>
    </dgm:pt>
    <dgm:pt modelId="{C8CBE36C-CE4D-4626-94A8-D968C62DD603}" type="pres">
      <dgm:prSet presAssocID="{3337E236-ECAD-41B7-834D-D6A9D944A568}" presName="ThreeNodes_1_text" presStyleLbl="node1" presStyleIdx="2" presStyleCnt="3">
        <dgm:presLayoutVars>
          <dgm:bulletEnabled val="1"/>
        </dgm:presLayoutVars>
      </dgm:prSet>
      <dgm:spPr/>
    </dgm:pt>
    <dgm:pt modelId="{716A156A-5160-483A-8191-ADB63681F361}" type="pres">
      <dgm:prSet presAssocID="{3337E236-ECAD-41B7-834D-D6A9D944A568}" presName="ThreeNodes_2_text" presStyleLbl="node1" presStyleIdx="2" presStyleCnt="3">
        <dgm:presLayoutVars>
          <dgm:bulletEnabled val="1"/>
        </dgm:presLayoutVars>
      </dgm:prSet>
      <dgm:spPr/>
    </dgm:pt>
    <dgm:pt modelId="{FDD8F2D2-5905-4E48-BF16-B9DD09E00E87}" type="pres">
      <dgm:prSet presAssocID="{3337E236-ECAD-41B7-834D-D6A9D944A568}" presName="ThreeNodes_3_text" presStyleLbl="node1" presStyleIdx="2" presStyleCnt="3">
        <dgm:presLayoutVars>
          <dgm:bulletEnabled val="1"/>
        </dgm:presLayoutVars>
      </dgm:prSet>
      <dgm:spPr/>
    </dgm:pt>
  </dgm:ptLst>
  <dgm:cxnLst>
    <dgm:cxn modelId="{A102322A-DA7F-47B6-8B0E-C1EA4FDBE13C}" type="presOf" srcId="{29F7F57B-3BC2-49CD-BCDA-5A5657CC6518}" destId="{8B6F3BB3-58FC-4367-806C-5D5BF1D6C2CC}" srcOrd="0" destOrd="0" presId="urn:microsoft.com/office/officeart/2005/8/layout/vProcess5"/>
    <dgm:cxn modelId="{872B8432-014D-42C4-9749-91364E96B96C}" type="presOf" srcId="{870CB372-7138-49C8-B60C-F99EAFB888E0}" destId="{C8CBE36C-CE4D-4626-94A8-D968C62DD603}" srcOrd="1" destOrd="0" presId="urn:microsoft.com/office/officeart/2005/8/layout/vProcess5"/>
    <dgm:cxn modelId="{3B14395D-4DD7-42AF-95E2-DA73FC8887E8}" type="presOf" srcId="{35FF4CFF-FE00-4471-8DAB-E8DA400FF4DB}" destId="{716A156A-5160-483A-8191-ADB63681F361}" srcOrd="1" destOrd="0" presId="urn:microsoft.com/office/officeart/2005/8/layout/vProcess5"/>
    <dgm:cxn modelId="{C802745D-1721-4D57-B2A7-56B08A5130FE}" type="presOf" srcId="{5942B66D-6E88-4B26-9BD9-86E5302AC6B4}" destId="{FDD8F2D2-5905-4E48-BF16-B9DD09E00E87}" srcOrd="1" destOrd="0" presId="urn:microsoft.com/office/officeart/2005/8/layout/vProcess5"/>
    <dgm:cxn modelId="{B0BCD260-8D6E-4267-99D5-6B6DE2036BBD}" srcId="{3337E236-ECAD-41B7-834D-D6A9D944A568}" destId="{870CB372-7138-49C8-B60C-F99EAFB888E0}" srcOrd="0" destOrd="0" parTransId="{247AD849-A0C0-4B61-A145-4786B1815C76}" sibTransId="{6244C874-6D4A-4E73-9923-CDF3F29A7F92}"/>
    <dgm:cxn modelId="{5890C846-0777-4BFB-B1DE-B9D32B8DB75F}" type="presOf" srcId="{3337E236-ECAD-41B7-834D-D6A9D944A568}" destId="{F0109BAF-5517-4297-A203-CDE8BA186BF0}" srcOrd="0" destOrd="0" presId="urn:microsoft.com/office/officeart/2005/8/layout/vProcess5"/>
    <dgm:cxn modelId="{F75B2948-F0B5-4CC9-B8C2-D5F2B7977F22}" type="presOf" srcId="{5942B66D-6E88-4B26-9BD9-86E5302AC6B4}" destId="{1BFF2EDE-839B-432B-8F62-D876BB73544C}" srcOrd="0" destOrd="0" presId="urn:microsoft.com/office/officeart/2005/8/layout/vProcess5"/>
    <dgm:cxn modelId="{0BE83F75-E5FB-4609-ABA3-14488D998E58}" srcId="{3337E236-ECAD-41B7-834D-D6A9D944A568}" destId="{35FF4CFF-FE00-4471-8DAB-E8DA400FF4DB}" srcOrd="1" destOrd="0" parTransId="{C6FBC6B9-906B-4A69-B200-D1065025AAB0}" sibTransId="{29F7F57B-3BC2-49CD-BCDA-5A5657CC6518}"/>
    <dgm:cxn modelId="{D4D431A7-7FFA-49B1-B207-6F7ADE231F28}" type="presOf" srcId="{870CB372-7138-49C8-B60C-F99EAFB888E0}" destId="{A5F7839F-1BD7-49FD-B802-F4445A7C4D7E}" srcOrd="0" destOrd="0" presId="urn:microsoft.com/office/officeart/2005/8/layout/vProcess5"/>
    <dgm:cxn modelId="{BB0914D3-998E-443B-9106-3BAD7475E3DA}" type="presOf" srcId="{6244C874-6D4A-4E73-9923-CDF3F29A7F92}" destId="{489A35AC-F82C-40F1-80BC-30D400BF3E72}" srcOrd="0" destOrd="0" presId="urn:microsoft.com/office/officeart/2005/8/layout/vProcess5"/>
    <dgm:cxn modelId="{1FBA34E9-3149-456D-970C-DD25FD1D0B0D}" srcId="{3337E236-ECAD-41B7-834D-D6A9D944A568}" destId="{5942B66D-6E88-4B26-9BD9-86E5302AC6B4}" srcOrd="2" destOrd="0" parTransId="{22120376-0E50-4331-88F2-9F412EB75CBB}" sibTransId="{1E4BE4AF-CBE8-4A5D-8306-46A2110BBC2E}"/>
    <dgm:cxn modelId="{F0DEF9EF-DB6E-4381-B033-E9DFA49E676C}" type="presOf" srcId="{35FF4CFF-FE00-4471-8DAB-E8DA400FF4DB}" destId="{23051F68-D3BD-42BF-B6A3-26A19C7EAF90}" srcOrd="0" destOrd="0" presId="urn:microsoft.com/office/officeart/2005/8/layout/vProcess5"/>
    <dgm:cxn modelId="{11FD99DF-BA2D-43D3-B008-52FA58AA3C9F}" type="presParOf" srcId="{F0109BAF-5517-4297-A203-CDE8BA186BF0}" destId="{DF47A23F-6CD4-440D-B858-B224BEAC3123}" srcOrd="0" destOrd="0" presId="urn:microsoft.com/office/officeart/2005/8/layout/vProcess5"/>
    <dgm:cxn modelId="{2FB5C680-13B2-40EE-B6EA-0B0C8D1E6229}" type="presParOf" srcId="{F0109BAF-5517-4297-A203-CDE8BA186BF0}" destId="{A5F7839F-1BD7-49FD-B802-F4445A7C4D7E}" srcOrd="1" destOrd="0" presId="urn:microsoft.com/office/officeart/2005/8/layout/vProcess5"/>
    <dgm:cxn modelId="{C4DBAE49-3C44-4DB8-92F2-49F2441D765D}" type="presParOf" srcId="{F0109BAF-5517-4297-A203-CDE8BA186BF0}" destId="{23051F68-D3BD-42BF-B6A3-26A19C7EAF90}" srcOrd="2" destOrd="0" presId="urn:microsoft.com/office/officeart/2005/8/layout/vProcess5"/>
    <dgm:cxn modelId="{ED79BD45-0B96-4D35-996B-5B6DCEF56305}" type="presParOf" srcId="{F0109BAF-5517-4297-A203-CDE8BA186BF0}" destId="{1BFF2EDE-839B-432B-8F62-D876BB73544C}" srcOrd="3" destOrd="0" presId="urn:microsoft.com/office/officeart/2005/8/layout/vProcess5"/>
    <dgm:cxn modelId="{0097D008-3C6A-42BB-A507-C6159A792ADE}" type="presParOf" srcId="{F0109BAF-5517-4297-A203-CDE8BA186BF0}" destId="{489A35AC-F82C-40F1-80BC-30D400BF3E72}" srcOrd="4" destOrd="0" presId="urn:microsoft.com/office/officeart/2005/8/layout/vProcess5"/>
    <dgm:cxn modelId="{1BB61D09-8203-4910-B2FB-15D0264C4826}" type="presParOf" srcId="{F0109BAF-5517-4297-A203-CDE8BA186BF0}" destId="{8B6F3BB3-58FC-4367-806C-5D5BF1D6C2CC}" srcOrd="5" destOrd="0" presId="urn:microsoft.com/office/officeart/2005/8/layout/vProcess5"/>
    <dgm:cxn modelId="{057CC065-AE99-4632-8A20-C36A03A669A0}" type="presParOf" srcId="{F0109BAF-5517-4297-A203-CDE8BA186BF0}" destId="{C8CBE36C-CE4D-4626-94A8-D968C62DD603}" srcOrd="6" destOrd="0" presId="urn:microsoft.com/office/officeart/2005/8/layout/vProcess5"/>
    <dgm:cxn modelId="{FC27B509-4461-4E06-BA24-1D9C468F7F2E}" type="presParOf" srcId="{F0109BAF-5517-4297-A203-CDE8BA186BF0}" destId="{716A156A-5160-483A-8191-ADB63681F361}" srcOrd="7" destOrd="0" presId="urn:microsoft.com/office/officeart/2005/8/layout/vProcess5"/>
    <dgm:cxn modelId="{55388EE4-221D-4A37-A74E-81D80CA0ED58}" type="presParOf" srcId="{F0109BAF-5517-4297-A203-CDE8BA186BF0}" destId="{FDD8F2D2-5905-4E48-BF16-B9DD09E00E87}"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337E236-ECAD-41B7-834D-D6A9D944A56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35FF4CFF-FE00-4471-8DAB-E8DA400FF4DB}">
      <dgm:prSet/>
      <dgm:spPr/>
      <dgm:t>
        <a:bodyPr/>
        <a:lstStyle/>
        <a:p>
          <a:pPr algn="just"/>
          <a:r>
            <a:rPr lang="es-DO" dirty="0"/>
            <a:t> </a:t>
          </a:r>
          <a:endParaRPr lang="en-US" dirty="0"/>
        </a:p>
      </dgm:t>
    </dgm:pt>
    <dgm:pt modelId="{C6FBC6B9-906B-4A69-B200-D1065025AAB0}" type="parTrans" cxnId="{0BE83F75-E5FB-4609-ABA3-14488D998E58}">
      <dgm:prSet/>
      <dgm:spPr/>
      <dgm:t>
        <a:bodyPr/>
        <a:lstStyle/>
        <a:p>
          <a:endParaRPr lang="en-US"/>
        </a:p>
      </dgm:t>
    </dgm:pt>
    <dgm:pt modelId="{29F7F57B-3BC2-49CD-BCDA-5A5657CC6518}" type="sibTrans" cxnId="{0BE83F75-E5FB-4609-ABA3-14488D998E58}">
      <dgm:prSet/>
      <dgm:spPr/>
      <dgm:t>
        <a:bodyPr/>
        <a:lstStyle/>
        <a:p>
          <a:endParaRPr lang="en-US"/>
        </a:p>
      </dgm:t>
    </dgm:pt>
    <dgm:pt modelId="{5942B66D-6E88-4B26-9BD9-86E5302AC6B4}">
      <dgm:prSet custT="1"/>
      <dgm:spPr/>
      <dgm:t>
        <a:bodyPr/>
        <a:lstStyle/>
        <a:p>
          <a:pPr algn="just"/>
          <a:endParaRPr lang="es-DO" sz="3600" kern="1200" noProof="0" dirty="0">
            <a:latin typeface="Times New Roman" panose="02020603050405020304" pitchFamily="18" charset="0"/>
            <a:cs typeface="Times New Roman" panose="02020603050405020304" pitchFamily="18" charset="0"/>
          </a:endParaRPr>
        </a:p>
        <a:p>
          <a:pPr algn="just"/>
          <a:r>
            <a:rPr lang="es-DO" sz="4000" kern="1200" noProof="0" dirty="0">
              <a:latin typeface="Times New Roman" panose="02020603050405020304" pitchFamily="18" charset="0"/>
              <a:cs typeface="Times New Roman" panose="02020603050405020304" pitchFamily="18" charset="0"/>
            </a:rPr>
            <a:t>“... como también yo en todas las cosas agrado a todos, no procurando mi propio beneficio, sino el de muchos, para que sean salvos”</a:t>
          </a:r>
          <a:endParaRPr lang="es-DO" sz="4000" b="1" kern="1200" noProof="0" dirty="0">
            <a:solidFill>
              <a:schemeClr val="bg1"/>
            </a:solidFill>
            <a:latin typeface="Times New Roman" panose="02020603050405020304" pitchFamily="18" charset="0"/>
            <a:cs typeface="Times New Roman" panose="02020603050405020304" pitchFamily="18" charset="0"/>
          </a:endParaRPr>
        </a:p>
        <a:p>
          <a:pPr algn="just"/>
          <a:r>
            <a:rPr lang="es-DO" sz="4000" b="1" kern="1200" noProof="0" dirty="0">
              <a:latin typeface="Times New Roman" panose="02020603050405020304" pitchFamily="18" charset="0"/>
              <a:cs typeface="Times New Roman" panose="02020603050405020304" pitchFamily="18" charset="0"/>
            </a:rPr>
            <a:t>1 Corintios 10:33</a:t>
          </a:r>
          <a:endParaRPr lang="es-DO" sz="4000" b="1" kern="1200" noProof="0" dirty="0">
            <a:solidFill>
              <a:schemeClr val="bg1"/>
            </a:solidFill>
            <a:latin typeface="Times New Roman" panose="02020603050405020304" pitchFamily="18" charset="0"/>
            <a:cs typeface="Times New Roman" panose="02020603050405020304" pitchFamily="18" charset="0"/>
          </a:endParaRPr>
        </a:p>
      </dgm:t>
    </dgm:pt>
    <dgm:pt modelId="{22120376-0E50-4331-88F2-9F412EB75CBB}" type="parTrans" cxnId="{1FBA34E9-3149-456D-970C-DD25FD1D0B0D}">
      <dgm:prSet/>
      <dgm:spPr/>
      <dgm:t>
        <a:bodyPr/>
        <a:lstStyle/>
        <a:p>
          <a:endParaRPr lang="en-US"/>
        </a:p>
      </dgm:t>
    </dgm:pt>
    <dgm:pt modelId="{1E4BE4AF-CBE8-4A5D-8306-46A2110BBC2E}" type="sibTrans" cxnId="{1FBA34E9-3149-456D-970C-DD25FD1D0B0D}">
      <dgm:prSet/>
      <dgm:spPr/>
      <dgm:t>
        <a:bodyPr/>
        <a:lstStyle/>
        <a:p>
          <a:endParaRPr lang="en-US"/>
        </a:p>
      </dgm:t>
    </dgm:pt>
    <dgm:pt modelId="{870CB372-7138-49C8-B60C-F99EAFB888E0}">
      <dgm:prSet custT="1"/>
      <dgm:spPr/>
      <dgm:t>
        <a:bodyPr/>
        <a:lstStyle/>
        <a:p>
          <a:pPr algn="just"/>
          <a:r>
            <a:rPr lang="es-DO" sz="3600" dirty="0">
              <a:latin typeface="Times New Roman" panose="02020603050405020304" pitchFamily="18" charset="0"/>
              <a:cs typeface="Times New Roman" panose="02020603050405020304" pitchFamily="18" charset="0"/>
            </a:rPr>
            <a:t>El enfoque de la vida cristiana no debe estar vanidosamente en nosotros mismos, sino en la gloria de Dios y en todo el bien que podamos hacer a nuestros semejantes.</a:t>
          </a:r>
        </a:p>
      </dgm:t>
    </dgm:pt>
    <dgm:pt modelId="{6244C874-6D4A-4E73-9923-CDF3F29A7F92}" type="sibTrans" cxnId="{B0BCD260-8D6E-4267-99D5-6B6DE2036BBD}">
      <dgm:prSet/>
      <dgm:spPr/>
      <dgm:t>
        <a:bodyPr/>
        <a:lstStyle/>
        <a:p>
          <a:endParaRPr lang="en-US"/>
        </a:p>
      </dgm:t>
    </dgm:pt>
    <dgm:pt modelId="{247AD849-A0C0-4B61-A145-4786B1815C76}" type="parTrans" cxnId="{B0BCD260-8D6E-4267-99D5-6B6DE2036BBD}">
      <dgm:prSet/>
      <dgm:spPr/>
      <dgm:t>
        <a:bodyPr/>
        <a:lstStyle/>
        <a:p>
          <a:endParaRPr lang="en-US"/>
        </a:p>
      </dgm:t>
    </dgm:pt>
    <dgm:pt modelId="{133E6B44-650F-4321-A97C-3A31BE868838}" type="pres">
      <dgm:prSet presAssocID="{3337E236-ECAD-41B7-834D-D6A9D944A568}" presName="vert0" presStyleCnt="0">
        <dgm:presLayoutVars>
          <dgm:dir/>
          <dgm:animOne val="branch"/>
          <dgm:animLvl val="lvl"/>
        </dgm:presLayoutVars>
      </dgm:prSet>
      <dgm:spPr/>
    </dgm:pt>
    <dgm:pt modelId="{53D4998A-BFCA-437A-8CE3-30FF69EB2BF5}" type="pres">
      <dgm:prSet presAssocID="{870CB372-7138-49C8-B60C-F99EAFB888E0}" presName="thickLine" presStyleLbl="alignNode1" presStyleIdx="0" presStyleCnt="3"/>
      <dgm:spPr/>
    </dgm:pt>
    <dgm:pt modelId="{ED58300B-F063-4D83-94D4-2C431694C182}" type="pres">
      <dgm:prSet presAssocID="{870CB372-7138-49C8-B60C-F99EAFB888E0}" presName="horz1" presStyleCnt="0"/>
      <dgm:spPr/>
    </dgm:pt>
    <dgm:pt modelId="{A14A8CB7-D355-481F-A6BA-FBF3AFEA7122}" type="pres">
      <dgm:prSet presAssocID="{870CB372-7138-49C8-B60C-F99EAFB888E0}" presName="tx1" presStyleLbl="revTx" presStyleIdx="0" presStyleCnt="3" custLinFactNeighborX="-81" custLinFactNeighborY="-9270"/>
      <dgm:spPr/>
    </dgm:pt>
    <dgm:pt modelId="{C3906524-E39B-4141-A3A3-FB88D940BFA2}" type="pres">
      <dgm:prSet presAssocID="{870CB372-7138-49C8-B60C-F99EAFB888E0}" presName="vert1" presStyleCnt="0"/>
      <dgm:spPr/>
    </dgm:pt>
    <dgm:pt modelId="{40DE0C96-CB3B-4E57-A764-B1FC8FFA6304}" type="pres">
      <dgm:prSet presAssocID="{35FF4CFF-FE00-4471-8DAB-E8DA400FF4DB}" presName="thickLine" presStyleLbl="alignNode1" presStyleIdx="1" presStyleCnt="3" custLinFactNeighborY="31940"/>
      <dgm:spPr/>
    </dgm:pt>
    <dgm:pt modelId="{0A4CBDE9-83F0-4B2C-BF84-F48D2CCEAA33}" type="pres">
      <dgm:prSet presAssocID="{35FF4CFF-FE00-4471-8DAB-E8DA400FF4DB}" presName="horz1" presStyleCnt="0"/>
      <dgm:spPr/>
    </dgm:pt>
    <dgm:pt modelId="{D9DFC37B-6E7C-4940-8038-D633AE0E6DED}" type="pres">
      <dgm:prSet presAssocID="{35FF4CFF-FE00-4471-8DAB-E8DA400FF4DB}" presName="tx1" presStyleLbl="revTx" presStyleIdx="1" presStyleCnt="3"/>
      <dgm:spPr/>
    </dgm:pt>
    <dgm:pt modelId="{FC2BCE76-86F3-4239-A77F-A66B563F4C8D}" type="pres">
      <dgm:prSet presAssocID="{35FF4CFF-FE00-4471-8DAB-E8DA400FF4DB}" presName="vert1" presStyleCnt="0"/>
      <dgm:spPr/>
    </dgm:pt>
    <dgm:pt modelId="{8AB003CC-890B-4BAD-A28F-D2D56CA24F59}" type="pres">
      <dgm:prSet presAssocID="{5942B66D-6E88-4B26-9BD9-86E5302AC6B4}" presName="thickLine" presStyleLbl="alignNode1" presStyleIdx="2" presStyleCnt="3" custLinFactY="14435" custLinFactNeighborX="-41" custLinFactNeighborY="100000"/>
      <dgm:spPr/>
    </dgm:pt>
    <dgm:pt modelId="{8D7E0B94-C010-4543-BD77-5C1054650C44}" type="pres">
      <dgm:prSet presAssocID="{5942B66D-6E88-4B26-9BD9-86E5302AC6B4}" presName="horz1" presStyleCnt="0"/>
      <dgm:spPr/>
    </dgm:pt>
    <dgm:pt modelId="{CA2CE719-FFA0-4214-A711-E3F56673F2DB}" type="pres">
      <dgm:prSet presAssocID="{5942B66D-6E88-4B26-9BD9-86E5302AC6B4}" presName="tx1" presStyleLbl="revTx" presStyleIdx="2" presStyleCnt="3" custLinFactNeighborX="-41" custLinFactNeighborY="-44664"/>
      <dgm:spPr/>
    </dgm:pt>
    <dgm:pt modelId="{893CBC54-EFDC-4D80-B415-FC9D229CFA49}" type="pres">
      <dgm:prSet presAssocID="{5942B66D-6E88-4B26-9BD9-86E5302AC6B4}" presName="vert1" presStyleCnt="0"/>
      <dgm:spPr/>
    </dgm:pt>
  </dgm:ptLst>
  <dgm:cxnLst>
    <dgm:cxn modelId="{E977132D-5C67-43F1-ABD9-DEE1ABB9DDF1}" type="presOf" srcId="{5942B66D-6E88-4B26-9BD9-86E5302AC6B4}" destId="{CA2CE719-FFA0-4214-A711-E3F56673F2DB}" srcOrd="0" destOrd="0" presId="urn:microsoft.com/office/officeart/2008/layout/LinedList"/>
    <dgm:cxn modelId="{B88ACF3D-031B-4A6C-A878-9569581903B8}" type="presOf" srcId="{870CB372-7138-49C8-B60C-F99EAFB888E0}" destId="{A14A8CB7-D355-481F-A6BA-FBF3AFEA7122}" srcOrd="0" destOrd="0" presId="urn:microsoft.com/office/officeart/2008/layout/LinedList"/>
    <dgm:cxn modelId="{B0BCD260-8D6E-4267-99D5-6B6DE2036BBD}" srcId="{3337E236-ECAD-41B7-834D-D6A9D944A568}" destId="{870CB372-7138-49C8-B60C-F99EAFB888E0}" srcOrd="0" destOrd="0" parTransId="{247AD849-A0C0-4B61-A145-4786B1815C76}" sibTransId="{6244C874-6D4A-4E73-9923-CDF3F29A7F92}"/>
    <dgm:cxn modelId="{0BE83F75-E5FB-4609-ABA3-14488D998E58}" srcId="{3337E236-ECAD-41B7-834D-D6A9D944A568}" destId="{35FF4CFF-FE00-4471-8DAB-E8DA400FF4DB}" srcOrd="1" destOrd="0" parTransId="{C6FBC6B9-906B-4A69-B200-D1065025AAB0}" sibTransId="{29F7F57B-3BC2-49CD-BCDA-5A5657CC6518}"/>
    <dgm:cxn modelId="{E29FFDD1-7AC6-4AB4-BEBB-37116DC8641A}" type="presOf" srcId="{3337E236-ECAD-41B7-834D-D6A9D944A568}" destId="{133E6B44-650F-4321-A97C-3A31BE868838}" srcOrd="0" destOrd="0" presId="urn:microsoft.com/office/officeart/2008/layout/LinedList"/>
    <dgm:cxn modelId="{1FBA34E9-3149-456D-970C-DD25FD1D0B0D}" srcId="{3337E236-ECAD-41B7-834D-D6A9D944A568}" destId="{5942B66D-6E88-4B26-9BD9-86E5302AC6B4}" srcOrd="2" destOrd="0" parTransId="{22120376-0E50-4331-88F2-9F412EB75CBB}" sibTransId="{1E4BE4AF-CBE8-4A5D-8306-46A2110BBC2E}"/>
    <dgm:cxn modelId="{15C19BFE-B12E-4B12-B75F-3656577CEE7A}" type="presOf" srcId="{35FF4CFF-FE00-4471-8DAB-E8DA400FF4DB}" destId="{D9DFC37B-6E7C-4940-8038-D633AE0E6DED}" srcOrd="0" destOrd="0" presId="urn:microsoft.com/office/officeart/2008/layout/LinedList"/>
    <dgm:cxn modelId="{1DE61941-C635-4F04-8232-944BAB248EC5}" type="presParOf" srcId="{133E6B44-650F-4321-A97C-3A31BE868838}" destId="{53D4998A-BFCA-437A-8CE3-30FF69EB2BF5}" srcOrd="0" destOrd="0" presId="urn:microsoft.com/office/officeart/2008/layout/LinedList"/>
    <dgm:cxn modelId="{4302829F-3BD9-469F-89E9-44BAD1F7C220}" type="presParOf" srcId="{133E6B44-650F-4321-A97C-3A31BE868838}" destId="{ED58300B-F063-4D83-94D4-2C431694C182}" srcOrd="1" destOrd="0" presId="urn:microsoft.com/office/officeart/2008/layout/LinedList"/>
    <dgm:cxn modelId="{D2E49038-11D2-4164-AF54-FB2B691DFC60}" type="presParOf" srcId="{ED58300B-F063-4D83-94D4-2C431694C182}" destId="{A14A8CB7-D355-481F-A6BA-FBF3AFEA7122}" srcOrd="0" destOrd="0" presId="urn:microsoft.com/office/officeart/2008/layout/LinedList"/>
    <dgm:cxn modelId="{4ACB054F-3254-4931-9A00-244C3CA483D3}" type="presParOf" srcId="{ED58300B-F063-4D83-94D4-2C431694C182}" destId="{C3906524-E39B-4141-A3A3-FB88D940BFA2}" srcOrd="1" destOrd="0" presId="urn:microsoft.com/office/officeart/2008/layout/LinedList"/>
    <dgm:cxn modelId="{B1CA7BC0-B053-415D-A005-1240FF30C14A}" type="presParOf" srcId="{133E6B44-650F-4321-A97C-3A31BE868838}" destId="{40DE0C96-CB3B-4E57-A764-B1FC8FFA6304}" srcOrd="2" destOrd="0" presId="urn:microsoft.com/office/officeart/2008/layout/LinedList"/>
    <dgm:cxn modelId="{C53D4F30-B992-4E8F-8C61-3BDFF956D595}" type="presParOf" srcId="{133E6B44-650F-4321-A97C-3A31BE868838}" destId="{0A4CBDE9-83F0-4B2C-BF84-F48D2CCEAA33}" srcOrd="3" destOrd="0" presId="urn:microsoft.com/office/officeart/2008/layout/LinedList"/>
    <dgm:cxn modelId="{C427B3E4-2ED2-4925-AD9E-A9124F885392}" type="presParOf" srcId="{0A4CBDE9-83F0-4B2C-BF84-F48D2CCEAA33}" destId="{D9DFC37B-6E7C-4940-8038-D633AE0E6DED}" srcOrd="0" destOrd="0" presId="urn:microsoft.com/office/officeart/2008/layout/LinedList"/>
    <dgm:cxn modelId="{F76D0A43-ACE6-4FB7-8B78-1C2830E0E8DF}" type="presParOf" srcId="{0A4CBDE9-83F0-4B2C-BF84-F48D2CCEAA33}" destId="{FC2BCE76-86F3-4239-A77F-A66B563F4C8D}" srcOrd="1" destOrd="0" presId="urn:microsoft.com/office/officeart/2008/layout/LinedList"/>
    <dgm:cxn modelId="{A690244E-847E-4A2D-BB69-A5D0C5BD919D}" type="presParOf" srcId="{133E6B44-650F-4321-A97C-3A31BE868838}" destId="{8AB003CC-890B-4BAD-A28F-D2D56CA24F59}" srcOrd="4" destOrd="0" presId="urn:microsoft.com/office/officeart/2008/layout/LinedList"/>
    <dgm:cxn modelId="{BCF2FFEA-8023-43A1-B1FE-86C547946760}" type="presParOf" srcId="{133E6B44-650F-4321-A97C-3A31BE868838}" destId="{8D7E0B94-C010-4543-BD77-5C1054650C44}" srcOrd="5" destOrd="0" presId="urn:microsoft.com/office/officeart/2008/layout/LinedList"/>
    <dgm:cxn modelId="{85A2A6E8-042C-40EE-8F14-851BFB91B414}" type="presParOf" srcId="{8D7E0B94-C010-4543-BD77-5C1054650C44}" destId="{CA2CE719-FFA0-4214-A711-E3F56673F2DB}" srcOrd="0" destOrd="0" presId="urn:microsoft.com/office/officeart/2008/layout/LinedList"/>
    <dgm:cxn modelId="{2BBD147C-B56A-47E3-9FD9-716A1FAD1F41}" type="presParOf" srcId="{8D7E0B94-C010-4543-BD77-5C1054650C44}" destId="{893CBC54-EFDC-4D80-B415-FC9D229CFA49}"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F7839F-1BD7-49FD-B802-F4445A7C4D7E}">
      <dsp:nvSpPr>
        <dsp:cNvPr id="0" name=""/>
        <dsp:cNvSpPr/>
      </dsp:nvSpPr>
      <dsp:spPr>
        <a:xfrm>
          <a:off x="0" y="0"/>
          <a:ext cx="8938260" cy="13054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s-DO" sz="3600" kern="1200" dirty="0">
              <a:latin typeface="Verlag Light" pitchFamily="2" charset="0"/>
              <a:cs typeface="Times New Roman" panose="02020603050405020304" pitchFamily="18" charset="0"/>
            </a:rPr>
            <a:t>Integrar la disposición de ser modestos en toda nuestra manera de vivir.</a:t>
          </a:r>
          <a:endParaRPr lang="en-US" sz="3600" kern="1200" dirty="0">
            <a:latin typeface="Verlag Light" pitchFamily="2" charset="0"/>
            <a:cs typeface="Times New Roman" panose="02020603050405020304" pitchFamily="18" charset="0"/>
          </a:endParaRPr>
        </a:p>
      </dsp:txBody>
      <dsp:txXfrm>
        <a:off x="38234" y="38234"/>
        <a:ext cx="7529629" cy="1228933"/>
      </dsp:txXfrm>
    </dsp:sp>
    <dsp:sp modelId="{23051F68-D3BD-42BF-B6A3-26A19C7EAF90}">
      <dsp:nvSpPr>
        <dsp:cNvPr id="0" name=""/>
        <dsp:cNvSpPr/>
      </dsp:nvSpPr>
      <dsp:spPr>
        <a:xfrm>
          <a:off x="788669" y="1522968"/>
          <a:ext cx="8938260" cy="13054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s-DO" sz="3600" kern="1200" dirty="0">
              <a:latin typeface="Verlag Light" pitchFamily="2" charset="0"/>
              <a:cs typeface="Times New Roman" panose="02020603050405020304" pitchFamily="18" charset="0"/>
            </a:rPr>
            <a:t>Formular la conducta que es propia de los que profesan modestia.</a:t>
          </a:r>
          <a:endParaRPr lang="en-US" sz="3600" kern="1200" dirty="0">
            <a:latin typeface="Verlag Light" pitchFamily="2" charset="0"/>
            <a:cs typeface="Times New Roman" panose="02020603050405020304" pitchFamily="18" charset="0"/>
          </a:endParaRPr>
        </a:p>
      </dsp:txBody>
      <dsp:txXfrm>
        <a:off x="826903" y="1561202"/>
        <a:ext cx="7224611" cy="1228933"/>
      </dsp:txXfrm>
    </dsp:sp>
    <dsp:sp modelId="{1BFF2EDE-839B-432B-8F62-D876BB73544C}">
      <dsp:nvSpPr>
        <dsp:cNvPr id="0" name=""/>
        <dsp:cNvSpPr/>
      </dsp:nvSpPr>
      <dsp:spPr>
        <a:xfrm>
          <a:off x="1577339" y="3045936"/>
          <a:ext cx="8938260" cy="13054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s-DO" sz="4000" kern="1200" dirty="0">
              <a:latin typeface="Verlag Light" pitchFamily="2" charset="0"/>
              <a:cs typeface="Times New Roman" panose="02020603050405020304" pitchFamily="18" charset="0"/>
            </a:rPr>
            <a:t>Evaluar el valor de la modestia en la vida de los hijos de Dios.</a:t>
          </a:r>
        </a:p>
      </dsp:txBody>
      <dsp:txXfrm>
        <a:off x="1615573" y="3084170"/>
        <a:ext cx="7224611" cy="1228933"/>
      </dsp:txXfrm>
    </dsp:sp>
    <dsp:sp modelId="{489A35AC-F82C-40F1-80BC-30D400BF3E72}">
      <dsp:nvSpPr>
        <dsp:cNvPr id="0" name=""/>
        <dsp:cNvSpPr/>
      </dsp:nvSpPr>
      <dsp:spPr>
        <a:xfrm>
          <a:off x="8089749" y="989929"/>
          <a:ext cx="848510" cy="848510"/>
        </a:xfrm>
        <a:prstGeom prst="downArrow">
          <a:avLst>
            <a:gd name="adj1" fmla="val 55000"/>
            <a:gd name="adj2" fmla="val 45000"/>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80664" y="989929"/>
        <a:ext cx="466680" cy="638504"/>
      </dsp:txXfrm>
    </dsp:sp>
    <dsp:sp modelId="{8B6F3BB3-58FC-4367-806C-5D5BF1D6C2CC}">
      <dsp:nvSpPr>
        <dsp:cNvPr id="0" name=""/>
        <dsp:cNvSpPr/>
      </dsp:nvSpPr>
      <dsp:spPr>
        <a:xfrm>
          <a:off x="8878419" y="2504195"/>
          <a:ext cx="848510" cy="848510"/>
        </a:xfrm>
        <a:prstGeom prst="downArrow">
          <a:avLst>
            <a:gd name="adj1" fmla="val 55000"/>
            <a:gd name="adj2" fmla="val 45000"/>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69334" y="2504195"/>
        <a:ext cx="466680" cy="6385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D4998A-BFCA-437A-8CE3-30FF69EB2BF5}">
      <dsp:nvSpPr>
        <dsp:cNvPr id="0" name=""/>
        <dsp:cNvSpPr/>
      </dsp:nvSpPr>
      <dsp:spPr>
        <a:xfrm>
          <a:off x="0" y="2124"/>
          <a:ext cx="11811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4A8CB7-D355-481F-A6BA-FBF3AFEA7122}">
      <dsp:nvSpPr>
        <dsp:cNvPr id="0" name=""/>
        <dsp:cNvSpPr/>
      </dsp:nvSpPr>
      <dsp:spPr>
        <a:xfrm>
          <a:off x="0" y="0"/>
          <a:ext cx="118110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90000"/>
            </a:lnSpc>
            <a:spcBef>
              <a:spcPct val="0"/>
            </a:spcBef>
            <a:spcAft>
              <a:spcPct val="35000"/>
            </a:spcAft>
            <a:buNone/>
          </a:pPr>
          <a:r>
            <a:rPr lang="es-DO" sz="2200" kern="1200" dirty="0">
              <a:latin typeface="Times New Roman" panose="02020603050405020304" pitchFamily="18" charset="0"/>
              <a:cs typeface="Times New Roman" panose="02020603050405020304" pitchFamily="18" charset="0"/>
            </a:rPr>
            <a:t>El enfoque de la vida cristiana no debe estar vanidosamente en nosotros mismos, sino en la gloria de Dios y en todo el bien que podamos hacer a nuestros semejantes.</a:t>
          </a:r>
        </a:p>
      </dsp:txBody>
      <dsp:txXfrm>
        <a:off x="0" y="0"/>
        <a:ext cx="11811000" cy="1449029"/>
      </dsp:txXfrm>
    </dsp:sp>
    <dsp:sp modelId="{40DE0C96-CB3B-4E57-A764-B1FC8FFA6304}">
      <dsp:nvSpPr>
        <dsp:cNvPr id="0" name=""/>
        <dsp:cNvSpPr/>
      </dsp:nvSpPr>
      <dsp:spPr>
        <a:xfrm>
          <a:off x="0" y="1913974"/>
          <a:ext cx="11811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DFC37B-6E7C-4940-8038-D633AE0E6DED}">
      <dsp:nvSpPr>
        <dsp:cNvPr id="0" name=""/>
        <dsp:cNvSpPr/>
      </dsp:nvSpPr>
      <dsp:spPr>
        <a:xfrm>
          <a:off x="0" y="1451154"/>
          <a:ext cx="118110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marL="0" lvl="0" indent="0" algn="just" defTabSz="2889250">
            <a:lnSpc>
              <a:spcPct val="90000"/>
            </a:lnSpc>
            <a:spcBef>
              <a:spcPct val="0"/>
            </a:spcBef>
            <a:spcAft>
              <a:spcPct val="35000"/>
            </a:spcAft>
            <a:buNone/>
          </a:pPr>
          <a:r>
            <a:rPr lang="es-DO" sz="2200" kern="1200" dirty="0"/>
            <a:t> </a:t>
          </a:r>
          <a:endParaRPr lang="en-US" sz="2200" kern="1200" dirty="0"/>
        </a:p>
      </dsp:txBody>
      <dsp:txXfrm>
        <a:off x="0" y="1451154"/>
        <a:ext cx="11811000" cy="1449029"/>
      </dsp:txXfrm>
    </dsp:sp>
    <dsp:sp modelId="{8AB003CC-890B-4BAD-A28F-D2D56CA24F59}">
      <dsp:nvSpPr>
        <dsp:cNvPr id="0" name=""/>
        <dsp:cNvSpPr/>
      </dsp:nvSpPr>
      <dsp:spPr>
        <a:xfrm>
          <a:off x="0" y="4351338"/>
          <a:ext cx="11811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2CE719-FFA0-4214-A711-E3F56673F2DB}">
      <dsp:nvSpPr>
        <dsp:cNvPr id="0" name=""/>
        <dsp:cNvSpPr/>
      </dsp:nvSpPr>
      <dsp:spPr>
        <a:xfrm>
          <a:off x="0" y="2252989"/>
          <a:ext cx="118110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90000"/>
            </a:lnSpc>
            <a:spcBef>
              <a:spcPct val="0"/>
            </a:spcBef>
            <a:spcAft>
              <a:spcPct val="35000"/>
            </a:spcAft>
            <a:buNone/>
          </a:pPr>
          <a:endParaRPr lang="es-DO" sz="2200" kern="1200" noProof="0" dirty="0">
            <a:latin typeface="Times New Roman" panose="02020603050405020304" pitchFamily="18" charset="0"/>
            <a:cs typeface="Times New Roman" panose="02020603050405020304" pitchFamily="18" charset="0"/>
          </a:endParaRPr>
        </a:p>
        <a:p>
          <a:pPr marL="0" lvl="0" indent="0" algn="just" defTabSz="1600200">
            <a:lnSpc>
              <a:spcPct val="90000"/>
            </a:lnSpc>
            <a:spcBef>
              <a:spcPct val="0"/>
            </a:spcBef>
            <a:spcAft>
              <a:spcPct val="35000"/>
            </a:spcAft>
            <a:buNone/>
          </a:pPr>
          <a:r>
            <a:rPr lang="es-DO" sz="2200" kern="1200" noProof="0" dirty="0">
              <a:latin typeface="Times New Roman" panose="02020603050405020304" pitchFamily="18" charset="0"/>
              <a:cs typeface="Times New Roman" panose="02020603050405020304" pitchFamily="18" charset="0"/>
            </a:rPr>
            <a:t>“... como también yo en todas las cosas agrado a todos, no procurando mi propio beneficio, sino el de muchos, para que sean salvos”</a:t>
          </a:r>
          <a:endParaRPr lang="es-DO" sz="2200" b="1" kern="1200" noProof="0" dirty="0">
            <a:solidFill>
              <a:schemeClr val="bg1"/>
            </a:solidFill>
            <a:latin typeface="Times New Roman" panose="02020603050405020304" pitchFamily="18" charset="0"/>
            <a:cs typeface="Times New Roman" panose="02020603050405020304" pitchFamily="18" charset="0"/>
          </a:endParaRPr>
        </a:p>
        <a:p>
          <a:pPr marL="0" lvl="0" indent="0" algn="just" defTabSz="1600200">
            <a:lnSpc>
              <a:spcPct val="90000"/>
            </a:lnSpc>
            <a:spcBef>
              <a:spcPct val="0"/>
            </a:spcBef>
            <a:spcAft>
              <a:spcPct val="35000"/>
            </a:spcAft>
            <a:buNone/>
          </a:pPr>
          <a:r>
            <a:rPr lang="es-DO" sz="2200" b="1" kern="1200" noProof="0" dirty="0">
              <a:latin typeface="Times New Roman" panose="02020603050405020304" pitchFamily="18" charset="0"/>
              <a:cs typeface="Times New Roman" panose="02020603050405020304" pitchFamily="18" charset="0"/>
            </a:rPr>
            <a:t>1 Corintios 10:33</a:t>
          </a:r>
          <a:endParaRPr lang="es-DO" sz="2200" b="1" kern="1200" noProof="0" dirty="0">
            <a:solidFill>
              <a:schemeClr val="bg1"/>
            </a:solidFill>
            <a:latin typeface="Times New Roman" panose="02020603050405020304" pitchFamily="18" charset="0"/>
            <a:cs typeface="Times New Roman" panose="02020603050405020304" pitchFamily="18" charset="0"/>
          </a:endParaRPr>
        </a:p>
      </dsp:txBody>
      <dsp:txXfrm>
        <a:off x="0" y="2252989"/>
        <a:ext cx="11811000" cy="1449029"/>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DO"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0F15BA-2EC0-4282-8869-DE12F7ED08C7}" type="datetimeFigureOut">
              <a:rPr lang="es-DO" smtClean="0"/>
              <a:t>28/7/2026</a:t>
            </a:fld>
            <a:endParaRPr lang="es-DO"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DO"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DO"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EFA4C8-16E2-4CE7-AA86-5A0BAE5609E1}" type="slidenum">
              <a:rPr lang="es-DO" smtClean="0"/>
              <a:t>‹Nº›</a:t>
            </a:fld>
            <a:endParaRPr lang="es-DO" dirty="0"/>
          </a:p>
        </p:txBody>
      </p:sp>
    </p:spTree>
    <p:extLst>
      <p:ext uri="{BB962C8B-B14F-4D97-AF65-F5344CB8AC3E}">
        <p14:creationId xmlns:p14="http://schemas.microsoft.com/office/powerpoint/2010/main" val="3292870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28DD8-BC68-95EE-5DF1-F2B4C582CDD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28EF0CD-EB08-A3BE-8C7B-778CCBCA6115}"/>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11E31746-F5CB-9453-8346-0BA96C2845D8}"/>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6EA9C3EE-978C-3DB4-3982-1E9608A280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EFA4C8-16E2-4CE7-AA86-5A0BAE5609E1}" type="slidenum">
              <a:rPr kumimoji="0" lang="es-D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DO"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3274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E6B3B-6D4E-4069-9785-7105D19B336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9BDA116-DD42-BBF9-C07B-421DED940C6E}"/>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85AA954F-2B53-8FAB-F778-5CF39953DD0A}"/>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F66BC468-EB6C-3EB1-04D4-6CF2B6D6732C}"/>
              </a:ext>
            </a:extLst>
          </p:cNvPr>
          <p:cNvSpPr>
            <a:spLocks noGrp="1"/>
          </p:cNvSpPr>
          <p:nvPr>
            <p:ph type="sldNum" sz="quarter" idx="5"/>
          </p:nvPr>
        </p:nvSpPr>
        <p:spPr/>
        <p:txBody>
          <a:bodyPr/>
          <a:lstStyle/>
          <a:p>
            <a:fld id="{23EFA4C8-16E2-4CE7-AA86-5A0BAE5609E1}" type="slidenum">
              <a:rPr lang="es-DO" smtClean="0"/>
              <a:t>2</a:t>
            </a:fld>
            <a:endParaRPr lang="es-DO" dirty="0"/>
          </a:p>
        </p:txBody>
      </p:sp>
    </p:spTree>
    <p:extLst>
      <p:ext uri="{BB962C8B-B14F-4D97-AF65-F5344CB8AC3E}">
        <p14:creationId xmlns:p14="http://schemas.microsoft.com/office/powerpoint/2010/main" val="18787625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A32BA-FD0D-294D-7951-6F2302C7CE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F20403-D0B1-3AE0-1DC6-D9F160A0D8D3}"/>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15A80414-B403-038B-A651-F114A140BA53}"/>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F627F4BC-CFD7-AB71-D822-24D263DACB48}"/>
              </a:ext>
            </a:extLst>
          </p:cNvPr>
          <p:cNvSpPr>
            <a:spLocks noGrp="1"/>
          </p:cNvSpPr>
          <p:nvPr>
            <p:ph type="sldNum" sz="quarter" idx="5"/>
          </p:nvPr>
        </p:nvSpPr>
        <p:spPr/>
        <p:txBody>
          <a:bodyPr/>
          <a:lstStyle/>
          <a:p>
            <a:fld id="{23EFA4C8-16E2-4CE7-AA86-5A0BAE5609E1}" type="slidenum">
              <a:rPr lang="es-DO" smtClean="0"/>
              <a:t>3</a:t>
            </a:fld>
            <a:endParaRPr lang="es-DO" dirty="0"/>
          </a:p>
        </p:txBody>
      </p:sp>
    </p:spTree>
    <p:extLst>
      <p:ext uri="{BB962C8B-B14F-4D97-AF65-F5344CB8AC3E}">
        <p14:creationId xmlns:p14="http://schemas.microsoft.com/office/powerpoint/2010/main" val="546391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33F2E-5092-6904-F155-963EF51FA6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41332E-090D-A482-1899-09091DE7DC9C}"/>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F394EB65-CC55-1809-B24F-0FCBE5658177}"/>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CA0F7109-F32B-C128-4431-F1A2790A1399}"/>
              </a:ext>
            </a:extLst>
          </p:cNvPr>
          <p:cNvSpPr>
            <a:spLocks noGrp="1"/>
          </p:cNvSpPr>
          <p:nvPr>
            <p:ph type="sldNum" sz="quarter" idx="5"/>
          </p:nvPr>
        </p:nvSpPr>
        <p:spPr/>
        <p:txBody>
          <a:bodyPr/>
          <a:lstStyle/>
          <a:p>
            <a:fld id="{23EFA4C8-16E2-4CE7-AA86-5A0BAE5609E1}" type="slidenum">
              <a:rPr lang="es-DO" smtClean="0"/>
              <a:t>4</a:t>
            </a:fld>
            <a:endParaRPr lang="es-DO" dirty="0"/>
          </a:p>
        </p:txBody>
      </p:sp>
    </p:spTree>
    <p:extLst>
      <p:ext uri="{BB962C8B-B14F-4D97-AF65-F5344CB8AC3E}">
        <p14:creationId xmlns:p14="http://schemas.microsoft.com/office/powerpoint/2010/main" val="825650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676A4-2028-FA7F-840F-4B613E7308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CAE8DA3-9746-3F99-E4CC-2D69AB910C79}"/>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6201D822-2163-0640-9CDB-60E541168772}"/>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69D2BB1E-7309-0670-FE0C-B7858742AC81}"/>
              </a:ext>
            </a:extLst>
          </p:cNvPr>
          <p:cNvSpPr>
            <a:spLocks noGrp="1"/>
          </p:cNvSpPr>
          <p:nvPr>
            <p:ph type="sldNum" sz="quarter" idx="5"/>
          </p:nvPr>
        </p:nvSpPr>
        <p:spPr/>
        <p:txBody>
          <a:bodyPr/>
          <a:lstStyle/>
          <a:p>
            <a:fld id="{23EFA4C8-16E2-4CE7-AA86-5A0BAE5609E1}" type="slidenum">
              <a:rPr lang="es-DO" smtClean="0"/>
              <a:t>5</a:t>
            </a:fld>
            <a:endParaRPr lang="es-DO" dirty="0"/>
          </a:p>
        </p:txBody>
      </p:sp>
    </p:spTree>
    <p:extLst>
      <p:ext uri="{BB962C8B-B14F-4D97-AF65-F5344CB8AC3E}">
        <p14:creationId xmlns:p14="http://schemas.microsoft.com/office/powerpoint/2010/main" val="1477885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45EF3-E4B1-E2D1-31C4-21C4FD77B8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CDDB00A-887C-06D2-1FD6-F195E502D36B}"/>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BFE8ADB5-4A72-021E-2FCD-120336721B34}"/>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819F8126-08C5-B4C3-3D5F-184097B0BF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EFA4C8-16E2-4CE7-AA86-5A0BAE5609E1}" type="slidenum">
              <a:rPr kumimoji="0" lang="es-D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s-DO"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42888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37B86-16F2-6A0C-664E-C0329D8CB8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7917A3-90C2-1EE9-9EAE-1AD8CD324DFD}"/>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AB9BFC26-F8A9-8EED-E049-13788E9BCF72}"/>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119CA9F7-202A-A436-5574-6457929536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EFA4C8-16E2-4CE7-AA86-5A0BAE5609E1}" type="slidenum">
              <a:rPr kumimoji="0" lang="es-D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s-DO"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9707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834B9F1F-F554-8DDA-45B0-5EB0007EA4E7}"/>
            </a:ext>
          </a:extLst>
        </p:cNvPr>
        <p:cNvGrpSpPr/>
        <p:nvPr/>
      </p:nvGrpSpPr>
      <p:grpSpPr>
        <a:xfrm>
          <a:off x="0" y="0"/>
          <a:ext cx="0" cy="0"/>
          <a:chOff x="0" y="0"/>
          <a:chExt cx="0" cy="0"/>
        </a:xfrm>
      </p:grpSpPr>
      <p:sp>
        <p:nvSpPr>
          <p:cNvPr id="622" name="Google Shape;622;g8729d97241_0_462:notes">
            <a:extLst>
              <a:ext uri="{FF2B5EF4-FFF2-40B4-BE49-F238E27FC236}">
                <a16:creationId xmlns:a16="http://schemas.microsoft.com/office/drawing/2014/main" id="{7CC92225-7203-59C6-CDB4-B85EE113C1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DO"/>
          </a:p>
        </p:txBody>
      </p:sp>
      <p:sp>
        <p:nvSpPr>
          <p:cNvPr id="623" name="Google Shape;623;g8729d97241_0_462:notes">
            <a:extLst>
              <a:ext uri="{FF2B5EF4-FFF2-40B4-BE49-F238E27FC236}">
                <a16:creationId xmlns:a16="http://schemas.microsoft.com/office/drawing/2014/main" id="{8A899ECF-FACB-6D0C-5088-C44356DECD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966828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DO"/>
          </a:p>
        </p:txBody>
      </p:sp>
      <p:sp>
        <p:nvSpPr>
          <p:cNvPr id="3" name="Marcador de notas 2"/>
          <p:cNvSpPr>
            <a:spLocks noGrp="1"/>
          </p:cNvSpPr>
          <p:nvPr>
            <p:ph type="body" idx="1"/>
          </p:nvPr>
        </p:nvSpPr>
        <p:spPr/>
        <p:txBody>
          <a:bodyPr/>
          <a:lstStyle/>
          <a:p>
            <a:endParaRPr lang="es-DO" dirty="0"/>
          </a:p>
        </p:txBody>
      </p:sp>
      <p:sp>
        <p:nvSpPr>
          <p:cNvPr id="4" name="Marcador de número de diapositiva 3"/>
          <p:cNvSpPr>
            <a:spLocks noGrp="1"/>
          </p:cNvSpPr>
          <p:nvPr>
            <p:ph type="sldNum" sz="quarter" idx="5"/>
          </p:nvPr>
        </p:nvSpPr>
        <p:spPr/>
        <p:txBody>
          <a:bodyPr/>
          <a:lstStyle/>
          <a:p>
            <a:fld id="{23EFA4C8-16E2-4CE7-AA86-5A0BAE5609E1}" type="slidenum">
              <a:rPr lang="es-DO" smtClean="0"/>
              <a:t>9</a:t>
            </a:fld>
            <a:endParaRPr lang="es-DO" dirty="0"/>
          </a:p>
        </p:txBody>
      </p:sp>
    </p:spTree>
    <p:extLst>
      <p:ext uri="{BB962C8B-B14F-4D97-AF65-F5344CB8AC3E}">
        <p14:creationId xmlns:p14="http://schemas.microsoft.com/office/powerpoint/2010/main" val="2753223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DO"/>
          </a:p>
        </p:txBody>
      </p:sp>
      <p:sp>
        <p:nvSpPr>
          <p:cNvPr id="3" name="Marcador de notas 2"/>
          <p:cNvSpPr>
            <a:spLocks noGrp="1"/>
          </p:cNvSpPr>
          <p:nvPr>
            <p:ph type="body" idx="1"/>
          </p:nvPr>
        </p:nvSpPr>
        <p:spPr/>
        <p:txBody>
          <a:bodyPr/>
          <a:lstStyle/>
          <a:p>
            <a:endParaRPr lang="es-DO" dirty="0"/>
          </a:p>
        </p:txBody>
      </p:sp>
      <p:sp>
        <p:nvSpPr>
          <p:cNvPr id="4" name="Marcador de número de diapositiva 3"/>
          <p:cNvSpPr>
            <a:spLocks noGrp="1"/>
          </p:cNvSpPr>
          <p:nvPr>
            <p:ph type="sldNum" sz="quarter" idx="5"/>
          </p:nvPr>
        </p:nvSpPr>
        <p:spPr/>
        <p:txBody>
          <a:bodyPr/>
          <a:lstStyle/>
          <a:p>
            <a:fld id="{23EFA4C8-16E2-4CE7-AA86-5A0BAE5609E1}" type="slidenum">
              <a:rPr lang="es-DO" smtClean="0"/>
              <a:t>14</a:t>
            </a:fld>
            <a:endParaRPr lang="es-DO" dirty="0"/>
          </a:p>
        </p:txBody>
      </p:sp>
    </p:spTree>
    <p:extLst>
      <p:ext uri="{BB962C8B-B14F-4D97-AF65-F5344CB8AC3E}">
        <p14:creationId xmlns:p14="http://schemas.microsoft.com/office/powerpoint/2010/main" val="3030596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665D3-650B-19CA-7014-07C1F1A205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C789511-AD63-AAC0-2D3A-8866B8497E8B}"/>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65CC6B90-866C-0112-1F02-89A56D71078E}"/>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3A89B56B-D6D0-1BE9-8849-583AF67E2B8E}"/>
              </a:ext>
            </a:extLst>
          </p:cNvPr>
          <p:cNvSpPr>
            <a:spLocks noGrp="1"/>
          </p:cNvSpPr>
          <p:nvPr>
            <p:ph type="sldNum" sz="quarter" idx="5"/>
          </p:nvPr>
        </p:nvSpPr>
        <p:spPr/>
        <p:txBody>
          <a:bodyPr/>
          <a:lstStyle/>
          <a:p>
            <a:fld id="{23EFA4C8-16E2-4CE7-AA86-5A0BAE5609E1}" type="slidenum">
              <a:rPr lang="es-DO" smtClean="0"/>
              <a:t>15</a:t>
            </a:fld>
            <a:endParaRPr lang="es-DO" dirty="0"/>
          </a:p>
        </p:txBody>
      </p:sp>
    </p:spTree>
    <p:extLst>
      <p:ext uri="{BB962C8B-B14F-4D97-AF65-F5344CB8AC3E}">
        <p14:creationId xmlns:p14="http://schemas.microsoft.com/office/powerpoint/2010/main" val="1375283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DO"/>
          </a:p>
        </p:txBody>
      </p:sp>
      <p:sp>
        <p:nvSpPr>
          <p:cNvPr id="3" name="Marcador de notas 2"/>
          <p:cNvSpPr>
            <a:spLocks noGrp="1"/>
          </p:cNvSpPr>
          <p:nvPr>
            <p:ph type="body" idx="1"/>
          </p:nvPr>
        </p:nvSpPr>
        <p:spPr/>
        <p:txBody>
          <a:bodyPr/>
          <a:lstStyle/>
          <a:p>
            <a:endParaRPr lang="es-DO" dirty="0"/>
          </a:p>
        </p:txBody>
      </p:sp>
      <p:sp>
        <p:nvSpPr>
          <p:cNvPr id="4" name="Marcador de número de diapositiva 3"/>
          <p:cNvSpPr>
            <a:spLocks noGrp="1"/>
          </p:cNvSpPr>
          <p:nvPr>
            <p:ph type="sldNum" sz="quarter" idx="5"/>
          </p:nvPr>
        </p:nvSpPr>
        <p:spPr/>
        <p:txBody>
          <a:bodyPr/>
          <a:lstStyle/>
          <a:p>
            <a:fld id="{23EFA4C8-16E2-4CE7-AA86-5A0BAE5609E1}" type="slidenum">
              <a:rPr lang="es-DO" smtClean="0"/>
              <a:t>16</a:t>
            </a:fld>
            <a:endParaRPr lang="es-DO" dirty="0"/>
          </a:p>
        </p:txBody>
      </p:sp>
    </p:spTree>
    <p:extLst>
      <p:ext uri="{BB962C8B-B14F-4D97-AF65-F5344CB8AC3E}">
        <p14:creationId xmlns:p14="http://schemas.microsoft.com/office/powerpoint/2010/main" val="3981635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C8A22-6C7A-5945-E587-2A398A474E7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6C7705-6F9F-89E9-DE7C-1C3F4F116A41}"/>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60C030CA-EF4F-A3D6-378E-64BB41C49D7D}"/>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052D69DE-0466-5E92-3B9F-6FEBE9290495}"/>
              </a:ext>
            </a:extLst>
          </p:cNvPr>
          <p:cNvSpPr>
            <a:spLocks noGrp="1"/>
          </p:cNvSpPr>
          <p:nvPr>
            <p:ph type="sldNum" sz="quarter" idx="5"/>
          </p:nvPr>
        </p:nvSpPr>
        <p:spPr/>
        <p:txBody>
          <a:bodyPr/>
          <a:lstStyle/>
          <a:p>
            <a:fld id="{23EFA4C8-16E2-4CE7-AA86-5A0BAE5609E1}" type="slidenum">
              <a:rPr lang="es-DO" smtClean="0"/>
              <a:t>17</a:t>
            </a:fld>
            <a:endParaRPr lang="es-DO" dirty="0"/>
          </a:p>
        </p:txBody>
      </p:sp>
    </p:spTree>
    <p:extLst>
      <p:ext uri="{BB962C8B-B14F-4D97-AF65-F5344CB8AC3E}">
        <p14:creationId xmlns:p14="http://schemas.microsoft.com/office/powerpoint/2010/main" val="563606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DO"/>
          </a:p>
        </p:txBody>
      </p:sp>
      <p:sp>
        <p:nvSpPr>
          <p:cNvPr id="3" name="Marcador de notas 2"/>
          <p:cNvSpPr>
            <a:spLocks noGrp="1"/>
          </p:cNvSpPr>
          <p:nvPr>
            <p:ph type="body" idx="1"/>
          </p:nvPr>
        </p:nvSpPr>
        <p:spPr/>
        <p:txBody>
          <a:bodyPr/>
          <a:lstStyle/>
          <a:p>
            <a:endParaRPr lang="es-DO" dirty="0"/>
          </a:p>
        </p:txBody>
      </p:sp>
      <p:sp>
        <p:nvSpPr>
          <p:cNvPr id="4" name="Marcador de número de diapositiva 3"/>
          <p:cNvSpPr>
            <a:spLocks noGrp="1"/>
          </p:cNvSpPr>
          <p:nvPr>
            <p:ph type="sldNum" sz="quarter" idx="5"/>
          </p:nvPr>
        </p:nvSpPr>
        <p:spPr/>
        <p:txBody>
          <a:bodyPr/>
          <a:lstStyle/>
          <a:p>
            <a:fld id="{23EFA4C8-16E2-4CE7-AA86-5A0BAE5609E1}" type="slidenum">
              <a:rPr lang="es-DO" smtClean="0"/>
              <a:t>18</a:t>
            </a:fld>
            <a:endParaRPr lang="es-DO" dirty="0"/>
          </a:p>
        </p:txBody>
      </p:sp>
    </p:spTree>
    <p:extLst>
      <p:ext uri="{BB962C8B-B14F-4D97-AF65-F5344CB8AC3E}">
        <p14:creationId xmlns:p14="http://schemas.microsoft.com/office/powerpoint/2010/main" val="32319884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8C194-30B2-8E40-8B98-8EF96D0605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DADBB3-8589-2AD5-D803-75C66AC18D4D}"/>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F9BE65FF-F708-AEC2-42F3-76185EBB0FC0}"/>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D9878F68-8797-D0C2-1B6D-A8A2F299D3E2}"/>
              </a:ext>
            </a:extLst>
          </p:cNvPr>
          <p:cNvSpPr>
            <a:spLocks noGrp="1"/>
          </p:cNvSpPr>
          <p:nvPr>
            <p:ph type="sldNum" sz="quarter" idx="5"/>
          </p:nvPr>
        </p:nvSpPr>
        <p:spPr/>
        <p:txBody>
          <a:bodyPr/>
          <a:lstStyle/>
          <a:p>
            <a:fld id="{23EFA4C8-16E2-4CE7-AA86-5A0BAE5609E1}" type="slidenum">
              <a:rPr lang="es-DO" smtClean="0"/>
              <a:t>19</a:t>
            </a:fld>
            <a:endParaRPr lang="es-DO" dirty="0"/>
          </a:p>
        </p:txBody>
      </p:sp>
    </p:spTree>
    <p:extLst>
      <p:ext uri="{BB962C8B-B14F-4D97-AF65-F5344CB8AC3E}">
        <p14:creationId xmlns:p14="http://schemas.microsoft.com/office/powerpoint/2010/main" val="2746929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111BD-3D93-EE4A-2562-66EEC06450F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4C55B3-A4C2-A60D-C0AD-899A258D941A}"/>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E074DCAF-040E-31D9-85D3-227917D0EBD6}"/>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E56262E2-DB6A-7D6E-DE03-A5FA412A7480}"/>
              </a:ext>
            </a:extLst>
          </p:cNvPr>
          <p:cNvSpPr>
            <a:spLocks noGrp="1"/>
          </p:cNvSpPr>
          <p:nvPr>
            <p:ph type="sldNum" sz="quarter" idx="5"/>
          </p:nvPr>
        </p:nvSpPr>
        <p:spPr/>
        <p:txBody>
          <a:bodyPr/>
          <a:lstStyle/>
          <a:p>
            <a:fld id="{23EFA4C8-16E2-4CE7-AA86-5A0BAE5609E1}" type="slidenum">
              <a:rPr lang="es-DO" smtClean="0"/>
              <a:t>20</a:t>
            </a:fld>
            <a:endParaRPr lang="es-DO" dirty="0"/>
          </a:p>
        </p:txBody>
      </p:sp>
    </p:spTree>
    <p:extLst>
      <p:ext uri="{BB962C8B-B14F-4D97-AF65-F5344CB8AC3E}">
        <p14:creationId xmlns:p14="http://schemas.microsoft.com/office/powerpoint/2010/main" val="29491145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4C9FD-4AAE-A16B-5EEE-5142CB13B8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6DC189D-0328-C16D-5E85-F60AFEB1AB55}"/>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EC463BFD-ABE4-B9DD-99E4-D0EB68E143FF}"/>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0A1928B8-39C2-F4BC-7CF8-23D45630C280}"/>
              </a:ext>
            </a:extLst>
          </p:cNvPr>
          <p:cNvSpPr>
            <a:spLocks noGrp="1"/>
          </p:cNvSpPr>
          <p:nvPr>
            <p:ph type="sldNum" sz="quarter" idx="5"/>
          </p:nvPr>
        </p:nvSpPr>
        <p:spPr/>
        <p:txBody>
          <a:bodyPr/>
          <a:lstStyle/>
          <a:p>
            <a:fld id="{23EFA4C8-16E2-4CE7-AA86-5A0BAE5609E1}" type="slidenum">
              <a:rPr lang="es-DO" smtClean="0"/>
              <a:t>21</a:t>
            </a:fld>
            <a:endParaRPr lang="es-DO" dirty="0"/>
          </a:p>
        </p:txBody>
      </p:sp>
    </p:spTree>
    <p:extLst>
      <p:ext uri="{BB962C8B-B14F-4D97-AF65-F5344CB8AC3E}">
        <p14:creationId xmlns:p14="http://schemas.microsoft.com/office/powerpoint/2010/main" val="18364815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DO"/>
          </a:p>
        </p:txBody>
      </p:sp>
      <p:sp>
        <p:nvSpPr>
          <p:cNvPr id="3" name="Marcador de notas 2"/>
          <p:cNvSpPr>
            <a:spLocks noGrp="1"/>
          </p:cNvSpPr>
          <p:nvPr>
            <p:ph type="body" idx="1"/>
          </p:nvPr>
        </p:nvSpPr>
        <p:spPr/>
        <p:txBody>
          <a:bodyPr/>
          <a:lstStyle/>
          <a:p>
            <a:endParaRPr lang="es-DO" dirty="0"/>
          </a:p>
        </p:txBody>
      </p:sp>
      <p:sp>
        <p:nvSpPr>
          <p:cNvPr id="4" name="Marcador de número de diapositiva 3"/>
          <p:cNvSpPr>
            <a:spLocks noGrp="1"/>
          </p:cNvSpPr>
          <p:nvPr>
            <p:ph type="sldNum" sz="quarter" idx="5"/>
          </p:nvPr>
        </p:nvSpPr>
        <p:spPr/>
        <p:txBody>
          <a:bodyPr/>
          <a:lstStyle/>
          <a:p>
            <a:fld id="{23EFA4C8-16E2-4CE7-AA86-5A0BAE5609E1}" type="slidenum">
              <a:rPr lang="es-DO" smtClean="0"/>
              <a:t>22</a:t>
            </a:fld>
            <a:endParaRPr lang="es-DO" dirty="0"/>
          </a:p>
        </p:txBody>
      </p:sp>
    </p:spTree>
    <p:extLst>
      <p:ext uri="{BB962C8B-B14F-4D97-AF65-F5344CB8AC3E}">
        <p14:creationId xmlns:p14="http://schemas.microsoft.com/office/powerpoint/2010/main" val="29166735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E047E-DD88-5858-9DBB-734B0BD7A87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55E5FE-61D7-E4BD-CC0F-95767C967011}"/>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1EDDF995-3E6F-E524-79F6-F39573698773}"/>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4F971151-BF6C-63F9-C6D1-1B5AE210B1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EFA4C8-16E2-4CE7-AA86-5A0BAE5609E1}" type="slidenum">
              <a:rPr kumimoji="0" lang="es-D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s-DO"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90541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F3284-18D1-A59F-0A4F-F8FE28C909A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58B1C8-CCFB-002C-0C81-4409680E3BFF}"/>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5993A567-E5DD-CFFA-CE3D-D425976C0211}"/>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71A27831-664D-40FB-457D-B562474AC8F7}"/>
              </a:ext>
            </a:extLst>
          </p:cNvPr>
          <p:cNvSpPr>
            <a:spLocks noGrp="1"/>
          </p:cNvSpPr>
          <p:nvPr>
            <p:ph type="sldNum" sz="quarter" idx="5"/>
          </p:nvPr>
        </p:nvSpPr>
        <p:spPr/>
        <p:txBody>
          <a:bodyPr/>
          <a:lstStyle/>
          <a:p>
            <a:fld id="{23EFA4C8-16E2-4CE7-AA86-5A0BAE5609E1}" type="slidenum">
              <a:rPr lang="es-DO" smtClean="0"/>
              <a:t>29</a:t>
            </a:fld>
            <a:endParaRPr lang="es-DO" dirty="0"/>
          </a:p>
        </p:txBody>
      </p:sp>
    </p:spTree>
    <p:extLst>
      <p:ext uri="{BB962C8B-B14F-4D97-AF65-F5344CB8AC3E}">
        <p14:creationId xmlns:p14="http://schemas.microsoft.com/office/powerpoint/2010/main" val="16670052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DBEA6-8BE2-38DB-B012-E866C2CE1C6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975F70-BD8A-795A-1A56-3EE594A95AF4}"/>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65C9B7C6-CC9A-633D-AF5E-B35F2789A976}"/>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B26E59F0-B2E7-8F57-793E-26617569E39A}"/>
              </a:ext>
            </a:extLst>
          </p:cNvPr>
          <p:cNvSpPr>
            <a:spLocks noGrp="1"/>
          </p:cNvSpPr>
          <p:nvPr>
            <p:ph type="sldNum" sz="quarter" idx="5"/>
          </p:nvPr>
        </p:nvSpPr>
        <p:spPr/>
        <p:txBody>
          <a:bodyPr/>
          <a:lstStyle/>
          <a:p>
            <a:fld id="{23EFA4C8-16E2-4CE7-AA86-5A0BAE5609E1}" type="slidenum">
              <a:rPr lang="es-DO" smtClean="0"/>
              <a:t>30</a:t>
            </a:fld>
            <a:endParaRPr lang="es-DO" dirty="0"/>
          </a:p>
        </p:txBody>
      </p:sp>
    </p:spTree>
    <p:extLst>
      <p:ext uri="{BB962C8B-B14F-4D97-AF65-F5344CB8AC3E}">
        <p14:creationId xmlns:p14="http://schemas.microsoft.com/office/powerpoint/2010/main" val="33965798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E959B-5AB3-4DD1-5B55-771955D640C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126C17B-C57B-8885-736E-DBEC05A73660}"/>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656B24CE-B357-4F33-6C27-624EDC30837E}"/>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10142663-5DA9-0412-A342-5660ADF0A0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EFA4C8-16E2-4CE7-AA86-5A0BAE5609E1}" type="slidenum">
              <a:rPr kumimoji="0" lang="es-D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s-DO"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47454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DO"/>
          </a:p>
        </p:txBody>
      </p:sp>
      <p:sp>
        <p:nvSpPr>
          <p:cNvPr id="3" name="Marcador de notas 2"/>
          <p:cNvSpPr>
            <a:spLocks noGrp="1"/>
          </p:cNvSpPr>
          <p:nvPr>
            <p:ph type="body" idx="1"/>
          </p:nvPr>
        </p:nvSpPr>
        <p:spPr/>
        <p:txBody>
          <a:bodyPr/>
          <a:lstStyle/>
          <a:p>
            <a:endParaRPr lang="es-DO" dirty="0"/>
          </a:p>
        </p:txBody>
      </p:sp>
      <p:sp>
        <p:nvSpPr>
          <p:cNvPr id="4" name="Marcador de número de diapositiva 3"/>
          <p:cNvSpPr>
            <a:spLocks noGrp="1"/>
          </p:cNvSpPr>
          <p:nvPr>
            <p:ph type="sldNum" sz="quarter" idx="5"/>
          </p:nvPr>
        </p:nvSpPr>
        <p:spPr/>
        <p:txBody>
          <a:bodyPr/>
          <a:lstStyle/>
          <a:p>
            <a:fld id="{23EFA4C8-16E2-4CE7-AA86-5A0BAE5609E1}" type="slidenum">
              <a:rPr lang="es-DO" smtClean="0"/>
              <a:t>32</a:t>
            </a:fld>
            <a:endParaRPr lang="es-DO" dirty="0"/>
          </a:p>
        </p:txBody>
      </p:sp>
    </p:spTree>
    <p:extLst>
      <p:ext uri="{BB962C8B-B14F-4D97-AF65-F5344CB8AC3E}">
        <p14:creationId xmlns:p14="http://schemas.microsoft.com/office/powerpoint/2010/main" val="21278785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19398-6862-76B1-3F75-1B26FC1ADC2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0935C58-69B1-FB5E-3880-A3459462FCF2}"/>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6F6EDC7A-6EAF-8C26-B205-D6F873CC4582}"/>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842B231E-BA16-0BCC-4317-687B87237B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EFA4C8-16E2-4CE7-AA86-5A0BAE5609E1}" type="slidenum">
              <a:rPr kumimoji="0" lang="es-D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s-DO"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47230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5A486-9C11-8EFB-698B-77C878A6274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0684FC-7B8C-FC90-02D7-61078E6F633A}"/>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B2FCFA08-3348-7004-A046-D204F74C2280}"/>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73C13F4A-21BB-59CE-8790-5A7C15F23CA9}"/>
              </a:ext>
            </a:extLst>
          </p:cNvPr>
          <p:cNvSpPr>
            <a:spLocks noGrp="1"/>
          </p:cNvSpPr>
          <p:nvPr>
            <p:ph type="sldNum" sz="quarter" idx="5"/>
          </p:nvPr>
        </p:nvSpPr>
        <p:spPr/>
        <p:txBody>
          <a:bodyPr/>
          <a:lstStyle/>
          <a:p>
            <a:fld id="{23EFA4C8-16E2-4CE7-AA86-5A0BAE5609E1}" type="slidenum">
              <a:rPr lang="es-DO" smtClean="0"/>
              <a:t>38</a:t>
            </a:fld>
            <a:endParaRPr lang="es-DO" dirty="0"/>
          </a:p>
        </p:txBody>
      </p:sp>
    </p:spTree>
    <p:extLst>
      <p:ext uri="{BB962C8B-B14F-4D97-AF65-F5344CB8AC3E}">
        <p14:creationId xmlns:p14="http://schemas.microsoft.com/office/powerpoint/2010/main" val="19308460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F3284-18D1-A59F-0A4F-F8FE28C909A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58B1C8-CCFB-002C-0C81-4409680E3BFF}"/>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5993A567-E5DD-CFFA-CE3D-D425976C0211}"/>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71A27831-664D-40FB-457D-B562474AC8F7}"/>
              </a:ext>
            </a:extLst>
          </p:cNvPr>
          <p:cNvSpPr>
            <a:spLocks noGrp="1"/>
          </p:cNvSpPr>
          <p:nvPr>
            <p:ph type="sldNum" sz="quarter" idx="5"/>
          </p:nvPr>
        </p:nvSpPr>
        <p:spPr/>
        <p:txBody>
          <a:bodyPr/>
          <a:lstStyle/>
          <a:p>
            <a:fld id="{23EFA4C8-16E2-4CE7-AA86-5A0BAE5609E1}" type="slidenum">
              <a:rPr lang="es-DO" smtClean="0"/>
              <a:t>44</a:t>
            </a:fld>
            <a:endParaRPr lang="es-DO" dirty="0"/>
          </a:p>
        </p:txBody>
      </p:sp>
    </p:spTree>
    <p:extLst>
      <p:ext uri="{BB962C8B-B14F-4D97-AF65-F5344CB8AC3E}">
        <p14:creationId xmlns:p14="http://schemas.microsoft.com/office/powerpoint/2010/main" val="36166411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DBEA6-8BE2-38DB-B012-E866C2CE1C6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975F70-BD8A-795A-1A56-3EE594A95AF4}"/>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65C9B7C6-CC9A-633D-AF5E-B35F2789A976}"/>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B26E59F0-B2E7-8F57-793E-26617569E39A}"/>
              </a:ext>
            </a:extLst>
          </p:cNvPr>
          <p:cNvSpPr>
            <a:spLocks noGrp="1"/>
          </p:cNvSpPr>
          <p:nvPr>
            <p:ph type="sldNum" sz="quarter" idx="5"/>
          </p:nvPr>
        </p:nvSpPr>
        <p:spPr/>
        <p:txBody>
          <a:bodyPr/>
          <a:lstStyle/>
          <a:p>
            <a:fld id="{23EFA4C8-16E2-4CE7-AA86-5A0BAE5609E1}" type="slidenum">
              <a:rPr lang="es-DO" smtClean="0"/>
              <a:t>45</a:t>
            </a:fld>
            <a:endParaRPr lang="es-DO" dirty="0"/>
          </a:p>
        </p:txBody>
      </p:sp>
    </p:spTree>
    <p:extLst>
      <p:ext uri="{BB962C8B-B14F-4D97-AF65-F5344CB8AC3E}">
        <p14:creationId xmlns:p14="http://schemas.microsoft.com/office/powerpoint/2010/main" val="30116454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E959B-5AB3-4DD1-5B55-771955D640C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126C17B-C57B-8885-736E-DBEC05A73660}"/>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656B24CE-B357-4F33-6C27-624EDC30837E}"/>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10142663-5DA9-0412-A342-5660ADF0A0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EFA4C8-16E2-4CE7-AA86-5A0BAE5609E1}" type="slidenum">
              <a:rPr kumimoji="0" lang="es-D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s-DO"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67858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37098-6AFC-DAEF-BA5C-D0F837B7838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59C66AA-936B-B103-953C-1A2C01BA6737}"/>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B92EBC55-E694-CF9E-AE5F-F4133CB13850}"/>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1A0EF350-8AAD-258B-6258-A3E81EDAF7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EFA4C8-16E2-4CE7-AA86-5A0BAE5609E1}" type="slidenum">
              <a:rPr kumimoji="0" lang="es-D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s-DO"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67573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F10D5-0D1A-D048-2EC3-8F6F2DFB583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68223C-C0DC-4C04-630E-022FADBBA4A3}"/>
              </a:ext>
            </a:extLst>
          </p:cNvPr>
          <p:cNvSpPr>
            <a:spLocks noGrp="1" noRot="1" noChangeAspect="1"/>
          </p:cNvSpPr>
          <p:nvPr>
            <p:ph type="sldImg"/>
          </p:nvPr>
        </p:nvSpPr>
        <p:spPr/>
        <p:txBody>
          <a:bodyPr/>
          <a:lstStyle/>
          <a:p>
            <a:endParaRPr lang="es-DO"/>
          </a:p>
        </p:txBody>
      </p:sp>
      <p:sp>
        <p:nvSpPr>
          <p:cNvPr id="3" name="Marcador de notas 2">
            <a:extLst>
              <a:ext uri="{FF2B5EF4-FFF2-40B4-BE49-F238E27FC236}">
                <a16:creationId xmlns:a16="http://schemas.microsoft.com/office/drawing/2014/main" id="{DD028603-EFEC-3601-A3B4-17A7327B0AD4}"/>
              </a:ext>
            </a:extLst>
          </p:cNvPr>
          <p:cNvSpPr>
            <a:spLocks noGrp="1"/>
          </p:cNvSpPr>
          <p:nvPr>
            <p:ph type="body" idx="1"/>
          </p:nvPr>
        </p:nvSpPr>
        <p:spPr/>
        <p:txBody>
          <a:bodyPr/>
          <a:lstStyle/>
          <a:p>
            <a:endParaRPr lang="es-DO" dirty="0"/>
          </a:p>
        </p:txBody>
      </p:sp>
      <p:sp>
        <p:nvSpPr>
          <p:cNvPr id="4" name="Marcador de número de diapositiva 3">
            <a:extLst>
              <a:ext uri="{FF2B5EF4-FFF2-40B4-BE49-F238E27FC236}">
                <a16:creationId xmlns:a16="http://schemas.microsoft.com/office/drawing/2014/main" id="{CB3910CA-CEF4-1942-8E00-EE6E1E429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EFA4C8-16E2-4CE7-AA86-5A0BAE5609E1}" type="slidenum">
              <a:rPr kumimoji="0" lang="es-D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s-DO"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0578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8D6026-B065-E1A7-68B9-087AAE5EF68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id="{92999EA2-BB8F-8F90-A215-F42AEDB70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id="{B45BD117-5A83-0978-CD36-61EE67BE72D8}"/>
              </a:ext>
            </a:extLst>
          </p:cNvPr>
          <p:cNvSpPr>
            <a:spLocks noGrp="1"/>
          </p:cNvSpPr>
          <p:nvPr>
            <p:ph type="dt" sz="half" idx="10"/>
          </p:nvPr>
        </p:nvSpPr>
        <p:spPr/>
        <p:txBody>
          <a:bodyPr/>
          <a:lstStyle/>
          <a:p>
            <a:fld id="{97A8DE06-B21D-43D0-B185-F26EF811F626}" type="datetimeFigureOut">
              <a:rPr lang="es-DO" smtClean="0"/>
              <a:t>28/7/2026</a:t>
            </a:fld>
            <a:endParaRPr lang="es-DO" dirty="0"/>
          </a:p>
        </p:txBody>
      </p:sp>
      <p:sp>
        <p:nvSpPr>
          <p:cNvPr id="5" name="Marcador de pie de página 4">
            <a:extLst>
              <a:ext uri="{FF2B5EF4-FFF2-40B4-BE49-F238E27FC236}">
                <a16:creationId xmlns:a16="http://schemas.microsoft.com/office/drawing/2014/main" id="{84310E55-1C3C-3192-319D-89E172235FCA}"/>
              </a:ext>
            </a:extLst>
          </p:cNvPr>
          <p:cNvSpPr>
            <a:spLocks noGrp="1"/>
          </p:cNvSpPr>
          <p:nvPr>
            <p:ph type="ftr" sz="quarter" idx="11"/>
          </p:nvPr>
        </p:nvSpPr>
        <p:spPr/>
        <p:txBody>
          <a:bodyPr/>
          <a:lstStyle/>
          <a:p>
            <a:endParaRPr lang="es-DO" dirty="0"/>
          </a:p>
        </p:txBody>
      </p:sp>
      <p:sp>
        <p:nvSpPr>
          <p:cNvPr id="6" name="Marcador de número de diapositiva 5">
            <a:extLst>
              <a:ext uri="{FF2B5EF4-FFF2-40B4-BE49-F238E27FC236}">
                <a16:creationId xmlns:a16="http://schemas.microsoft.com/office/drawing/2014/main" id="{5589B1A2-057A-BEB3-3A04-47262FC48310}"/>
              </a:ext>
            </a:extLst>
          </p:cNvPr>
          <p:cNvSpPr>
            <a:spLocks noGrp="1"/>
          </p:cNvSpPr>
          <p:nvPr>
            <p:ph type="sldNum" sz="quarter" idx="12"/>
          </p:nvPr>
        </p:nvSpPr>
        <p:spPr/>
        <p:txBody>
          <a:bodyPr/>
          <a:lstStyle/>
          <a:p>
            <a:fld id="{8B4F1D75-2C71-457B-9E7C-402A46979534}" type="slidenum">
              <a:rPr lang="es-DO" smtClean="0"/>
              <a:t>‹Nº›</a:t>
            </a:fld>
            <a:endParaRPr lang="es-DO" dirty="0"/>
          </a:p>
        </p:txBody>
      </p:sp>
    </p:spTree>
    <p:extLst>
      <p:ext uri="{BB962C8B-B14F-4D97-AF65-F5344CB8AC3E}">
        <p14:creationId xmlns:p14="http://schemas.microsoft.com/office/powerpoint/2010/main" val="479080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073529-E038-CC58-0F42-14F7958947D0}"/>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7A4DF9FB-8553-8D3E-23F8-521A39C4743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78CC5600-3AE3-1101-CE9C-5FDAB4C319DE}"/>
              </a:ext>
            </a:extLst>
          </p:cNvPr>
          <p:cNvSpPr>
            <a:spLocks noGrp="1"/>
          </p:cNvSpPr>
          <p:nvPr>
            <p:ph type="dt" sz="half" idx="10"/>
          </p:nvPr>
        </p:nvSpPr>
        <p:spPr/>
        <p:txBody>
          <a:bodyPr/>
          <a:lstStyle/>
          <a:p>
            <a:fld id="{97A8DE06-B21D-43D0-B185-F26EF811F626}" type="datetimeFigureOut">
              <a:rPr lang="es-DO" smtClean="0"/>
              <a:t>28/7/2026</a:t>
            </a:fld>
            <a:endParaRPr lang="es-DO" dirty="0"/>
          </a:p>
        </p:txBody>
      </p:sp>
      <p:sp>
        <p:nvSpPr>
          <p:cNvPr id="5" name="Marcador de pie de página 4">
            <a:extLst>
              <a:ext uri="{FF2B5EF4-FFF2-40B4-BE49-F238E27FC236}">
                <a16:creationId xmlns:a16="http://schemas.microsoft.com/office/drawing/2014/main" id="{01ED99E0-C453-7A15-44D0-18290F378939}"/>
              </a:ext>
            </a:extLst>
          </p:cNvPr>
          <p:cNvSpPr>
            <a:spLocks noGrp="1"/>
          </p:cNvSpPr>
          <p:nvPr>
            <p:ph type="ftr" sz="quarter" idx="11"/>
          </p:nvPr>
        </p:nvSpPr>
        <p:spPr/>
        <p:txBody>
          <a:bodyPr/>
          <a:lstStyle/>
          <a:p>
            <a:endParaRPr lang="es-DO" dirty="0"/>
          </a:p>
        </p:txBody>
      </p:sp>
      <p:sp>
        <p:nvSpPr>
          <p:cNvPr id="6" name="Marcador de número de diapositiva 5">
            <a:extLst>
              <a:ext uri="{FF2B5EF4-FFF2-40B4-BE49-F238E27FC236}">
                <a16:creationId xmlns:a16="http://schemas.microsoft.com/office/drawing/2014/main" id="{5FB4CCC1-148D-98C1-533F-E9CDB754ABA4}"/>
              </a:ext>
            </a:extLst>
          </p:cNvPr>
          <p:cNvSpPr>
            <a:spLocks noGrp="1"/>
          </p:cNvSpPr>
          <p:nvPr>
            <p:ph type="sldNum" sz="quarter" idx="12"/>
          </p:nvPr>
        </p:nvSpPr>
        <p:spPr/>
        <p:txBody>
          <a:bodyPr/>
          <a:lstStyle/>
          <a:p>
            <a:fld id="{8B4F1D75-2C71-457B-9E7C-402A46979534}" type="slidenum">
              <a:rPr lang="es-DO" smtClean="0"/>
              <a:t>‹Nº›</a:t>
            </a:fld>
            <a:endParaRPr lang="es-DO" dirty="0"/>
          </a:p>
        </p:txBody>
      </p:sp>
    </p:spTree>
    <p:extLst>
      <p:ext uri="{BB962C8B-B14F-4D97-AF65-F5344CB8AC3E}">
        <p14:creationId xmlns:p14="http://schemas.microsoft.com/office/powerpoint/2010/main" val="4176980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14B04F-C951-4820-FD22-FEE41BA3C47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1F308BD9-F27E-26A7-5884-E5FD9DEF82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E4245B3-46A1-22B0-CFD0-A6FF338AB4D7}"/>
              </a:ext>
            </a:extLst>
          </p:cNvPr>
          <p:cNvSpPr>
            <a:spLocks noGrp="1"/>
          </p:cNvSpPr>
          <p:nvPr>
            <p:ph type="dt" sz="half" idx="10"/>
          </p:nvPr>
        </p:nvSpPr>
        <p:spPr/>
        <p:txBody>
          <a:bodyPr/>
          <a:lstStyle/>
          <a:p>
            <a:fld id="{97A8DE06-B21D-43D0-B185-F26EF811F626}" type="datetimeFigureOut">
              <a:rPr lang="es-DO" smtClean="0"/>
              <a:t>28/7/2026</a:t>
            </a:fld>
            <a:endParaRPr lang="es-DO" dirty="0"/>
          </a:p>
        </p:txBody>
      </p:sp>
      <p:sp>
        <p:nvSpPr>
          <p:cNvPr id="5" name="Marcador de pie de página 4">
            <a:extLst>
              <a:ext uri="{FF2B5EF4-FFF2-40B4-BE49-F238E27FC236}">
                <a16:creationId xmlns:a16="http://schemas.microsoft.com/office/drawing/2014/main" id="{2C2D963C-8E1D-8C0E-996A-59DE192F109F}"/>
              </a:ext>
            </a:extLst>
          </p:cNvPr>
          <p:cNvSpPr>
            <a:spLocks noGrp="1"/>
          </p:cNvSpPr>
          <p:nvPr>
            <p:ph type="ftr" sz="quarter" idx="11"/>
          </p:nvPr>
        </p:nvSpPr>
        <p:spPr/>
        <p:txBody>
          <a:bodyPr/>
          <a:lstStyle/>
          <a:p>
            <a:endParaRPr lang="es-DO" dirty="0"/>
          </a:p>
        </p:txBody>
      </p:sp>
      <p:sp>
        <p:nvSpPr>
          <p:cNvPr id="6" name="Marcador de número de diapositiva 5">
            <a:extLst>
              <a:ext uri="{FF2B5EF4-FFF2-40B4-BE49-F238E27FC236}">
                <a16:creationId xmlns:a16="http://schemas.microsoft.com/office/drawing/2014/main" id="{14399C80-9190-49C9-CA18-25000AB823E5}"/>
              </a:ext>
            </a:extLst>
          </p:cNvPr>
          <p:cNvSpPr>
            <a:spLocks noGrp="1"/>
          </p:cNvSpPr>
          <p:nvPr>
            <p:ph type="sldNum" sz="quarter" idx="12"/>
          </p:nvPr>
        </p:nvSpPr>
        <p:spPr/>
        <p:txBody>
          <a:bodyPr/>
          <a:lstStyle/>
          <a:p>
            <a:fld id="{8B4F1D75-2C71-457B-9E7C-402A46979534}" type="slidenum">
              <a:rPr lang="es-DO" smtClean="0"/>
              <a:t>‹Nº›</a:t>
            </a:fld>
            <a:endParaRPr lang="es-DO" dirty="0"/>
          </a:p>
        </p:txBody>
      </p:sp>
    </p:spTree>
    <p:extLst>
      <p:ext uri="{BB962C8B-B14F-4D97-AF65-F5344CB8AC3E}">
        <p14:creationId xmlns:p14="http://schemas.microsoft.com/office/powerpoint/2010/main" val="1948305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BDD3AE-2F67-476A-65C0-B086E08FEB50}"/>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7EC3430C-91C3-2CBD-BEBA-321AAB8807B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id="{1E3C1700-C4B5-5332-B2EE-DFE41F146E9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id="{33A6B741-E2B0-D25C-F9B1-12E2FFAC7942}"/>
              </a:ext>
            </a:extLst>
          </p:cNvPr>
          <p:cNvSpPr>
            <a:spLocks noGrp="1"/>
          </p:cNvSpPr>
          <p:nvPr>
            <p:ph type="dt" sz="half" idx="10"/>
          </p:nvPr>
        </p:nvSpPr>
        <p:spPr/>
        <p:txBody>
          <a:bodyPr/>
          <a:lstStyle/>
          <a:p>
            <a:fld id="{97A8DE06-B21D-43D0-B185-F26EF811F626}" type="datetimeFigureOut">
              <a:rPr lang="es-DO" smtClean="0"/>
              <a:t>28/7/2026</a:t>
            </a:fld>
            <a:endParaRPr lang="es-DO" dirty="0"/>
          </a:p>
        </p:txBody>
      </p:sp>
      <p:sp>
        <p:nvSpPr>
          <p:cNvPr id="6" name="Marcador de pie de página 5">
            <a:extLst>
              <a:ext uri="{FF2B5EF4-FFF2-40B4-BE49-F238E27FC236}">
                <a16:creationId xmlns:a16="http://schemas.microsoft.com/office/drawing/2014/main" id="{D07ACD64-0E5A-58EF-FED1-E992B5131F3D}"/>
              </a:ext>
            </a:extLst>
          </p:cNvPr>
          <p:cNvSpPr>
            <a:spLocks noGrp="1"/>
          </p:cNvSpPr>
          <p:nvPr>
            <p:ph type="ftr" sz="quarter" idx="11"/>
          </p:nvPr>
        </p:nvSpPr>
        <p:spPr/>
        <p:txBody>
          <a:bodyPr/>
          <a:lstStyle/>
          <a:p>
            <a:endParaRPr lang="es-DO" dirty="0"/>
          </a:p>
        </p:txBody>
      </p:sp>
      <p:sp>
        <p:nvSpPr>
          <p:cNvPr id="7" name="Marcador de número de diapositiva 6">
            <a:extLst>
              <a:ext uri="{FF2B5EF4-FFF2-40B4-BE49-F238E27FC236}">
                <a16:creationId xmlns:a16="http://schemas.microsoft.com/office/drawing/2014/main" id="{441F905B-5B8A-044F-C77C-2B1DB1E79F7D}"/>
              </a:ext>
            </a:extLst>
          </p:cNvPr>
          <p:cNvSpPr>
            <a:spLocks noGrp="1"/>
          </p:cNvSpPr>
          <p:nvPr>
            <p:ph type="sldNum" sz="quarter" idx="12"/>
          </p:nvPr>
        </p:nvSpPr>
        <p:spPr/>
        <p:txBody>
          <a:bodyPr/>
          <a:lstStyle/>
          <a:p>
            <a:fld id="{8B4F1D75-2C71-457B-9E7C-402A46979534}" type="slidenum">
              <a:rPr lang="es-DO" smtClean="0"/>
              <a:t>‹Nº›</a:t>
            </a:fld>
            <a:endParaRPr lang="es-DO" dirty="0"/>
          </a:p>
        </p:txBody>
      </p:sp>
    </p:spTree>
    <p:extLst>
      <p:ext uri="{BB962C8B-B14F-4D97-AF65-F5344CB8AC3E}">
        <p14:creationId xmlns:p14="http://schemas.microsoft.com/office/powerpoint/2010/main" val="3322701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ED0487-9C1B-AAF3-FEE1-1B637C52FDB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470F020A-7FC6-4C25-EA1B-9A415C00AD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89E3F8F-06CA-9D9B-A8C3-3DDFD6650F2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id="{E0E67EEA-E11C-F1A3-4CC3-B196A2392A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712FD43-1D26-A774-8018-BA314B37FD9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id="{B8E610D5-5308-5563-F040-C4A5DA5CF2DF}"/>
              </a:ext>
            </a:extLst>
          </p:cNvPr>
          <p:cNvSpPr>
            <a:spLocks noGrp="1"/>
          </p:cNvSpPr>
          <p:nvPr>
            <p:ph type="dt" sz="half" idx="10"/>
          </p:nvPr>
        </p:nvSpPr>
        <p:spPr/>
        <p:txBody>
          <a:bodyPr/>
          <a:lstStyle/>
          <a:p>
            <a:fld id="{97A8DE06-B21D-43D0-B185-F26EF811F626}" type="datetimeFigureOut">
              <a:rPr lang="es-DO" smtClean="0"/>
              <a:t>28/7/2026</a:t>
            </a:fld>
            <a:endParaRPr lang="es-DO" dirty="0"/>
          </a:p>
        </p:txBody>
      </p:sp>
      <p:sp>
        <p:nvSpPr>
          <p:cNvPr id="8" name="Marcador de pie de página 7">
            <a:extLst>
              <a:ext uri="{FF2B5EF4-FFF2-40B4-BE49-F238E27FC236}">
                <a16:creationId xmlns:a16="http://schemas.microsoft.com/office/drawing/2014/main" id="{ABE5BE7C-B489-A217-674B-E1BBD4B6AD5C}"/>
              </a:ext>
            </a:extLst>
          </p:cNvPr>
          <p:cNvSpPr>
            <a:spLocks noGrp="1"/>
          </p:cNvSpPr>
          <p:nvPr>
            <p:ph type="ftr" sz="quarter" idx="11"/>
          </p:nvPr>
        </p:nvSpPr>
        <p:spPr/>
        <p:txBody>
          <a:bodyPr/>
          <a:lstStyle/>
          <a:p>
            <a:endParaRPr lang="es-DO" dirty="0"/>
          </a:p>
        </p:txBody>
      </p:sp>
      <p:sp>
        <p:nvSpPr>
          <p:cNvPr id="9" name="Marcador de número de diapositiva 8">
            <a:extLst>
              <a:ext uri="{FF2B5EF4-FFF2-40B4-BE49-F238E27FC236}">
                <a16:creationId xmlns:a16="http://schemas.microsoft.com/office/drawing/2014/main" id="{49FB9559-6E7C-DF3F-3B68-7D36FA651AE2}"/>
              </a:ext>
            </a:extLst>
          </p:cNvPr>
          <p:cNvSpPr>
            <a:spLocks noGrp="1"/>
          </p:cNvSpPr>
          <p:nvPr>
            <p:ph type="sldNum" sz="quarter" idx="12"/>
          </p:nvPr>
        </p:nvSpPr>
        <p:spPr/>
        <p:txBody>
          <a:bodyPr/>
          <a:lstStyle/>
          <a:p>
            <a:fld id="{8B4F1D75-2C71-457B-9E7C-402A46979534}" type="slidenum">
              <a:rPr lang="es-DO" smtClean="0"/>
              <a:t>‹Nº›</a:t>
            </a:fld>
            <a:endParaRPr lang="es-DO" dirty="0"/>
          </a:p>
        </p:txBody>
      </p:sp>
    </p:spTree>
    <p:extLst>
      <p:ext uri="{BB962C8B-B14F-4D97-AF65-F5344CB8AC3E}">
        <p14:creationId xmlns:p14="http://schemas.microsoft.com/office/powerpoint/2010/main" val="699893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D9019-FC80-A2FD-7921-A54D65C51FE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id="{9A628F85-E189-367E-8FCA-40D9A3DD3D24}"/>
              </a:ext>
            </a:extLst>
          </p:cNvPr>
          <p:cNvSpPr>
            <a:spLocks noGrp="1"/>
          </p:cNvSpPr>
          <p:nvPr>
            <p:ph type="dt" sz="half" idx="10"/>
          </p:nvPr>
        </p:nvSpPr>
        <p:spPr/>
        <p:txBody>
          <a:bodyPr/>
          <a:lstStyle/>
          <a:p>
            <a:fld id="{97A8DE06-B21D-43D0-B185-F26EF811F626}" type="datetimeFigureOut">
              <a:rPr lang="es-DO" smtClean="0"/>
              <a:t>28/7/2026</a:t>
            </a:fld>
            <a:endParaRPr lang="es-DO" dirty="0"/>
          </a:p>
        </p:txBody>
      </p:sp>
      <p:sp>
        <p:nvSpPr>
          <p:cNvPr id="4" name="Marcador de pie de página 3">
            <a:extLst>
              <a:ext uri="{FF2B5EF4-FFF2-40B4-BE49-F238E27FC236}">
                <a16:creationId xmlns:a16="http://schemas.microsoft.com/office/drawing/2014/main" id="{14E28EBB-E43F-5D5E-87B5-B4950279D07C}"/>
              </a:ext>
            </a:extLst>
          </p:cNvPr>
          <p:cNvSpPr>
            <a:spLocks noGrp="1"/>
          </p:cNvSpPr>
          <p:nvPr>
            <p:ph type="ftr" sz="quarter" idx="11"/>
          </p:nvPr>
        </p:nvSpPr>
        <p:spPr/>
        <p:txBody>
          <a:bodyPr/>
          <a:lstStyle/>
          <a:p>
            <a:endParaRPr lang="es-DO" dirty="0"/>
          </a:p>
        </p:txBody>
      </p:sp>
      <p:sp>
        <p:nvSpPr>
          <p:cNvPr id="5" name="Marcador de número de diapositiva 4">
            <a:extLst>
              <a:ext uri="{FF2B5EF4-FFF2-40B4-BE49-F238E27FC236}">
                <a16:creationId xmlns:a16="http://schemas.microsoft.com/office/drawing/2014/main" id="{23480EA2-714B-546F-E76C-37D658C21840}"/>
              </a:ext>
            </a:extLst>
          </p:cNvPr>
          <p:cNvSpPr>
            <a:spLocks noGrp="1"/>
          </p:cNvSpPr>
          <p:nvPr>
            <p:ph type="sldNum" sz="quarter" idx="12"/>
          </p:nvPr>
        </p:nvSpPr>
        <p:spPr/>
        <p:txBody>
          <a:bodyPr/>
          <a:lstStyle/>
          <a:p>
            <a:fld id="{8B4F1D75-2C71-457B-9E7C-402A46979534}" type="slidenum">
              <a:rPr lang="es-DO" smtClean="0"/>
              <a:t>‹Nº›</a:t>
            </a:fld>
            <a:endParaRPr lang="es-DO" dirty="0"/>
          </a:p>
        </p:txBody>
      </p:sp>
    </p:spTree>
    <p:extLst>
      <p:ext uri="{BB962C8B-B14F-4D97-AF65-F5344CB8AC3E}">
        <p14:creationId xmlns:p14="http://schemas.microsoft.com/office/powerpoint/2010/main" val="2758000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CC3D0E3-6F7A-8D66-8B91-D76D5F5A244B}"/>
              </a:ext>
            </a:extLst>
          </p:cNvPr>
          <p:cNvSpPr>
            <a:spLocks noGrp="1"/>
          </p:cNvSpPr>
          <p:nvPr>
            <p:ph type="dt" sz="half" idx="10"/>
          </p:nvPr>
        </p:nvSpPr>
        <p:spPr/>
        <p:txBody>
          <a:bodyPr/>
          <a:lstStyle/>
          <a:p>
            <a:fld id="{97A8DE06-B21D-43D0-B185-F26EF811F626}" type="datetimeFigureOut">
              <a:rPr lang="es-DO" smtClean="0"/>
              <a:t>28/7/2026</a:t>
            </a:fld>
            <a:endParaRPr lang="es-DO" dirty="0"/>
          </a:p>
        </p:txBody>
      </p:sp>
      <p:sp>
        <p:nvSpPr>
          <p:cNvPr id="3" name="Marcador de pie de página 2">
            <a:extLst>
              <a:ext uri="{FF2B5EF4-FFF2-40B4-BE49-F238E27FC236}">
                <a16:creationId xmlns:a16="http://schemas.microsoft.com/office/drawing/2014/main" id="{D599DC42-F48B-0A70-307D-54BEBBB15493}"/>
              </a:ext>
            </a:extLst>
          </p:cNvPr>
          <p:cNvSpPr>
            <a:spLocks noGrp="1"/>
          </p:cNvSpPr>
          <p:nvPr>
            <p:ph type="ftr" sz="quarter" idx="11"/>
          </p:nvPr>
        </p:nvSpPr>
        <p:spPr/>
        <p:txBody>
          <a:bodyPr/>
          <a:lstStyle/>
          <a:p>
            <a:endParaRPr lang="es-DO" dirty="0"/>
          </a:p>
        </p:txBody>
      </p:sp>
      <p:sp>
        <p:nvSpPr>
          <p:cNvPr id="4" name="Marcador de número de diapositiva 3">
            <a:extLst>
              <a:ext uri="{FF2B5EF4-FFF2-40B4-BE49-F238E27FC236}">
                <a16:creationId xmlns:a16="http://schemas.microsoft.com/office/drawing/2014/main" id="{8309536E-A7FC-56C7-FAB0-143DC25A9DBC}"/>
              </a:ext>
            </a:extLst>
          </p:cNvPr>
          <p:cNvSpPr>
            <a:spLocks noGrp="1"/>
          </p:cNvSpPr>
          <p:nvPr>
            <p:ph type="sldNum" sz="quarter" idx="12"/>
          </p:nvPr>
        </p:nvSpPr>
        <p:spPr/>
        <p:txBody>
          <a:bodyPr/>
          <a:lstStyle/>
          <a:p>
            <a:fld id="{8B4F1D75-2C71-457B-9E7C-402A46979534}" type="slidenum">
              <a:rPr lang="es-DO" smtClean="0"/>
              <a:t>‹Nº›</a:t>
            </a:fld>
            <a:endParaRPr lang="es-DO" dirty="0"/>
          </a:p>
        </p:txBody>
      </p:sp>
    </p:spTree>
    <p:extLst>
      <p:ext uri="{BB962C8B-B14F-4D97-AF65-F5344CB8AC3E}">
        <p14:creationId xmlns:p14="http://schemas.microsoft.com/office/powerpoint/2010/main" val="2485767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BF4542-8CD4-9A5D-F13C-C981D7AAB8A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6B9D0011-4F66-B049-A633-EB0113C7C3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id="{D591FD34-BCEC-898F-9DBC-55F1C0A7CE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9C636D5-F2CC-D0C8-4BF5-1D1A49A00446}"/>
              </a:ext>
            </a:extLst>
          </p:cNvPr>
          <p:cNvSpPr>
            <a:spLocks noGrp="1"/>
          </p:cNvSpPr>
          <p:nvPr>
            <p:ph type="dt" sz="half" idx="10"/>
          </p:nvPr>
        </p:nvSpPr>
        <p:spPr/>
        <p:txBody>
          <a:bodyPr/>
          <a:lstStyle/>
          <a:p>
            <a:fld id="{97A8DE06-B21D-43D0-B185-F26EF811F626}" type="datetimeFigureOut">
              <a:rPr lang="es-DO" smtClean="0"/>
              <a:t>28/7/2026</a:t>
            </a:fld>
            <a:endParaRPr lang="es-DO" dirty="0"/>
          </a:p>
        </p:txBody>
      </p:sp>
      <p:sp>
        <p:nvSpPr>
          <p:cNvPr id="6" name="Marcador de pie de página 5">
            <a:extLst>
              <a:ext uri="{FF2B5EF4-FFF2-40B4-BE49-F238E27FC236}">
                <a16:creationId xmlns:a16="http://schemas.microsoft.com/office/drawing/2014/main" id="{515DD4BF-8033-6B6B-1D78-7DF4BD794DF3}"/>
              </a:ext>
            </a:extLst>
          </p:cNvPr>
          <p:cNvSpPr>
            <a:spLocks noGrp="1"/>
          </p:cNvSpPr>
          <p:nvPr>
            <p:ph type="ftr" sz="quarter" idx="11"/>
          </p:nvPr>
        </p:nvSpPr>
        <p:spPr/>
        <p:txBody>
          <a:bodyPr/>
          <a:lstStyle/>
          <a:p>
            <a:endParaRPr lang="es-DO" dirty="0"/>
          </a:p>
        </p:txBody>
      </p:sp>
      <p:sp>
        <p:nvSpPr>
          <p:cNvPr id="7" name="Marcador de número de diapositiva 6">
            <a:extLst>
              <a:ext uri="{FF2B5EF4-FFF2-40B4-BE49-F238E27FC236}">
                <a16:creationId xmlns:a16="http://schemas.microsoft.com/office/drawing/2014/main" id="{7BDC39B6-3F19-3402-13A2-68171A645B24}"/>
              </a:ext>
            </a:extLst>
          </p:cNvPr>
          <p:cNvSpPr>
            <a:spLocks noGrp="1"/>
          </p:cNvSpPr>
          <p:nvPr>
            <p:ph type="sldNum" sz="quarter" idx="12"/>
          </p:nvPr>
        </p:nvSpPr>
        <p:spPr/>
        <p:txBody>
          <a:bodyPr/>
          <a:lstStyle/>
          <a:p>
            <a:fld id="{8B4F1D75-2C71-457B-9E7C-402A46979534}" type="slidenum">
              <a:rPr lang="es-DO" smtClean="0"/>
              <a:t>‹Nº›</a:t>
            </a:fld>
            <a:endParaRPr lang="es-DO" dirty="0"/>
          </a:p>
        </p:txBody>
      </p:sp>
    </p:spTree>
    <p:extLst>
      <p:ext uri="{BB962C8B-B14F-4D97-AF65-F5344CB8AC3E}">
        <p14:creationId xmlns:p14="http://schemas.microsoft.com/office/powerpoint/2010/main" val="543703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5882D-231B-90FE-5952-76BAADA4C26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id="{A09D3DF8-75AA-8394-E43B-694DD4960E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dirty="0"/>
          </a:p>
        </p:txBody>
      </p:sp>
      <p:sp>
        <p:nvSpPr>
          <p:cNvPr id="4" name="Marcador de texto 3">
            <a:extLst>
              <a:ext uri="{FF2B5EF4-FFF2-40B4-BE49-F238E27FC236}">
                <a16:creationId xmlns:a16="http://schemas.microsoft.com/office/drawing/2014/main" id="{D58A6318-8197-BFF3-6503-64CA6441C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86B5033-CF3C-1D6E-5DDB-B4EEB8A5A03A}"/>
              </a:ext>
            </a:extLst>
          </p:cNvPr>
          <p:cNvSpPr>
            <a:spLocks noGrp="1"/>
          </p:cNvSpPr>
          <p:nvPr>
            <p:ph type="dt" sz="half" idx="10"/>
          </p:nvPr>
        </p:nvSpPr>
        <p:spPr/>
        <p:txBody>
          <a:bodyPr/>
          <a:lstStyle/>
          <a:p>
            <a:fld id="{97A8DE06-B21D-43D0-B185-F26EF811F626}" type="datetimeFigureOut">
              <a:rPr lang="es-DO" smtClean="0"/>
              <a:t>28/7/2026</a:t>
            </a:fld>
            <a:endParaRPr lang="es-DO" dirty="0"/>
          </a:p>
        </p:txBody>
      </p:sp>
      <p:sp>
        <p:nvSpPr>
          <p:cNvPr id="6" name="Marcador de pie de página 5">
            <a:extLst>
              <a:ext uri="{FF2B5EF4-FFF2-40B4-BE49-F238E27FC236}">
                <a16:creationId xmlns:a16="http://schemas.microsoft.com/office/drawing/2014/main" id="{A7336878-B6AF-4399-50C5-6F10F8968224}"/>
              </a:ext>
            </a:extLst>
          </p:cNvPr>
          <p:cNvSpPr>
            <a:spLocks noGrp="1"/>
          </p:cNvSpPr>
          <p:nvPr>
            <p:ph type="ftr" sz="quarter" idx="11"/>
          </p:nvPr>
        </p:nvSpPr>
        <p:spPr/>
        <p:txBody>
          <a:bodyPr/>
          <a:lstStyle/>
          <a:p>
            <a:endParaRPr lang="es-DO" dirty="0"/>
          </a:p>
        </p:txBody>
      </p:sp>
      <p:sp>
        <p:nvSpPr>
          <p:cNvPr id="7" name="Marcador de número de diapositiva 6">
            <a:extLst>
              <a:ext uri="{FF2B5EF4-FFF2-40B4-BE49-F238E27FC236}">
                <a16:creationId xmlns:a16="http://schemas.microsoft.com/office/drawing/2014/main" id="{96DD465D-657C-BE67-E673-8F3EB5020F0C}"/>
              </a:ext>
            </a:extLst>
          </p:cNvPr>
          <p:cNvSpPr>
            <a:spLocks noGrp="1"/>
          </p:cNvSpPr>
          <p:nvPr>
            <p:ph type="sldNum" sz="quarter" idx="12"/>
          </p:nvPr>
        </p:nvSpPr>
        <p:spPr/>
        <p:txBody>
          <a:bodyPr/>
          <a:lstStyle/>
          <a:p>
            <a:fld id="{8B4F1D75-2C71-457B-9E7C-402A46979534}" type="slidenum">
              <a:rPr lang="es-DO" smtClean="0"/>
              <a:t>‹Nº›</a:t>
            </a:fld>
            <a:endParaRPr lang="es-DO" dirty="0"/>
          </a:p>
        </p:txBody>
      </p:sp>
    </p:spTree>
    <p:extLst>
      <p:ext uri="{BB962C8B-B14F-4D97-AF65-F5344CB8AC3E}">
        <p14:creationId xmlns:p14="http://schemas.microsoft.com/office/powerpoint/2010/main" val="331499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D7B19E-61F9-9BA3-8811-6BEE3E1389D4}"/>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id="{D463DAF0-03B3-7FEA-FF34-9ABCC3EBB2C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A382EA51-01BC-27DA-472A-7DAF41DC58A3}"/>
              </a:ext>
            </a:extLst>
          </p:cNvPr>
          <p:cNvSpPr>
            <a:spLocks noGrp="1"/>
          </p:cNvSpPr>
          <p:nvPr>
            <p:ph type="dt" sz="half" idx="10"/>
          </p:nvPr>
        </p:nvSpPr>
        <p:spPr/>
        <p:txBody>
          <a:bodyPr/>
          <a:lstStyle/>
          <a:p>
            <a:fld id="{97A8DE06-B21D-43D0-B185-F26EF811F626}" type="datetimeFigureOut">
              <a:rPr lang="es-DO" smtClean="0"/>
              <a:t>28/7/2026</a:t>
            </a:fld>
            <a:endParaRPr lang="es-DO" dirty="0"/>
          </a:p>
        </p:txBody>
      </p:sp>
      <p:sp>
        <p:nvSpPr>
          <p:cNvPr id="5" name="Marcador de pie de página 4">
            <a:extLst>
              <a:ext uri="{FF2B5EF4-FFF2-40B4-BE49-F238E27FC236}">
                <a16:creationId xmlns:a16="http://schemas.microsoft.com/office/drawing/2014/main" id="{25012753-A85D-F0B1-A6F7-1C743138A062}"/>
              </a:ext>
            </a:extLst>
          </p:cNvPr>
          <p:cNvSpPr>
            <a:spLocks noGrp="1"/>
          </p:cNvSpPr>
          <p:nvPr>
            <p:ph type="ftr" sz="quarter" idx="11"/>
          </p:nvPr>
        </p:nvSpPr>
        <p:spPr/>
        <p:txBody>
          <a:bodyPr/>
          <a:lstStyle/>
          <a:p>
            <a:endParaRPr lang="es-DO" dirty="0"/>
          </a:p>
        </p:txBody>
      </p:sp>
      <p:sp>
        <p:nvSpPr>
          <p:cNvPr id="6" name="Marcador de número de diapositiva 5">
            <a:extLst>
              <a:ext uri="{FF2B5EF4-FFF2-40B4-BE49-F238E27FC236}">
                <a16:creationId xmlns:a16="http://schemas.microsoft.com/office/drawing/2014/main" id="{A0A3988D-35F0-922E-E7AC-14E38CD4FFF0}"/>
              </a:ext>
            </a:extLst>
          </p:cNvPr>
          <p:cNvSpPr>
            <a:spLocks noGrp="1"/>
          </p:cNvSpPr>
          <p:nvPr>
            <p:ph type="sldNum" sz="quarter" idx="12"/>
          </p:nvPr>
        </p:nvSpPr>
        <p:spPr/>
        <p:txBody>
          <a:bodyPr/>
          <a:lstStyle/>
          <a:p>
            <a:fld id="{8B4F1D75-2C71-457B-9E7C-402A46979534}" type="slidenum">
              <a:rPr lang="es-DO" smtClean="0"/>
              <a:t>‹Nº›</a:t>
            </a:fld>
            <a:endParaRPr lang="es-DO" dirty="0"/>
          </a:p>
        </p:txBody>
      </p:sp>
    </p:spTree>
    <p:extLst>
      <p:ext uri="{BB962C8B-B14F-4D97-AF65-F5344CB8AC3E}">
        <p14:creationId xmlns:p14="http://schemas.microsoft.com/office/powerpoint/2010/main" val="416377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2EE23BD-1852-AB01-F8E0-2C7F2A3187E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id="{DA5CC82A-BC87-D4C7-E76B-BA4BE83ADE6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47051583-82EC-C8FB-6718-7419CF1E6364}"/>
              </a:ext>
            </a:extLst>
          </p:cNvPr>
          <p:cNvSpPr>
            <a:spLocks noGrp="1"/>
          </p:cNvSpPr>
          <p:nvPr>
            <p:ph type="dt" sz="half" idx="10"/>
          </p:nvPr>
        </p:nvSpPr>
        <p:spPr/>
        <p:txBody>
          <a:bodyPr/>
          <a:lstStyle/>
          <a:p>
            <a:fld id="{97A8DE06-B21D-43D0-B185-F26EF811F626}" type="datetimeFigureOut">
              <a:rPr lang="es-DO" smtClean="0"/>
              <a:t>28/7/2026</a:t>
            </a:fld>
            <a:endParaRPr lang="es-DO" dirty="0"/>
          </a:p>
        </p:txBody>
      </p:sp>
      <p:sp>
        <p:nvSpPr>
          <p:cNvPr id="5" name="Marcador de pie de página 4">
            <a:extLst>
              <a:ext uri="{FF2B5EF4-FFF2-40B4-BE49-F238E27FC236}">
                <a16:creationId xmlns:a16="http://schemas.microsoft.com/office/drawing/2014/main" id="{305C4A4E-16FA-754C-00FE-C4750ABB5649}"/>
              </a:ext>
            </a:extLst>
          </p:cNvPr>
          <p:cNvSpPr>
            <a:spLocks noGrp="1"/>
          </p:cNvSpPr>
          <p:nvPr>
            <p:ph type="ftr" sz="quarter" idx="11"/>
          </p:nvPr>
        </p:nvSpPr>
        <p:spPr/>
        <p:txBody>
          <a:bodyPr/>
          <a:lstStyle/>
          <a:p>
            <a:endParaRPr lang="es-DO" dirty="0"/>
          </a:p>
        </p:txBody>
      </p:sp>
      <p:sp>
        <p:nvSpPr>
          <p:cNvPr id="6" name="Marcador de número de diapositiva 5">
            <a:extLst>
              <a:ext uri="{FF2B5EF4-FFF2-40B4-BE49-F238E27FC236}">
                <a16:creationId xmlns:a16="http://schemas.microsoft.com/office/drawing/2014/main" id="{F31AA91C-BB72-1C18-BCD3-9AAB66E1D51C}"/>
              </a:ext>
            </a:extLst>
          </p:cNvPr>
          <p:cNvSpPr>
            <a:spLocks noGrp="1"/>
          </p:cNvSpPr>
          <p:nvPr>
            <p:ph type="sldNum" sz="quarter" idx="12"/>
          </p:nvPr>
        </p:nvSpPr>
        <p:spPr/>
        <p:txBody>
          <a:bodyPr/>
          <a:lstStyle/>
          <a:p>
            <a:fld id="{8B4F1D75-2C71-457B-9E7C-402A46979534}" type="slidenum">
              <a:rPr lang="es-DO" smtClean="0"/>
              <a:t>‹Nº›</a:t>
            </a:fld>
            <a:endParaRPr lang="es-DO" dirty="0"/>
          </a:p>
        </p:txBody>
      </p:sp>
    </p:spTree>
    <p:extLst>
      <p:ext uri="{BB962C8B-B14F-4D97-AF65-F5344CB8AC3E}">
        <p14:creationId xmlns:p14="http://schemas.microsoft.com/office/powerpoint/2010/main" val="3762496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15200" y="2042533"/>
            <a:ext cx="4468800" cy="21704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0" name="Google Shape;10;p2"/>
          <p:cNvSpPr txBox="1">
            <a:spLocks noGrp="1"/>
          </p:cNvSpPr>
          <p:nvPr>
            <p:ph type="subTitle" idx="1"/>
          </p:nvPr>
        </p:nvSpPr>
        <p:spPr>
          <a:xfrm>
            <a:off x="915200" y="4262267"/>
            <a:ext cx="4468800" cy="553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21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1376512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3" name="Google Shape;13;p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‹Nº›</a:t>
            </a:fld>
            <a:endParaRPr lang="es-DO" dirty="0"/>
          </a:p>
        </p:txBody>
      </p:sp>
    </p:spTree>
    <p:extLst>
      <p:ext uri="{BB962C8B-B14F-4D97-AF65-F5344CB8AC3E}">
        <p14:creationId xmlns:p14="http://schemas.microsoft.com/office/powerpoint/2010/main" val="38661339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 name="Google Shape;16;p4"/>
          <p:cNvSpPr txBox="1">
            <a:spLocks noGrp="1"/>
          </p:cNvSpPr>
          <p:nvPr>
            <p:ph type="body" idx="1"/>
          </p:nvPr>
        </p:nvSpPr>
        <p:spPr>
          <a:xfrm>
            <a:off x="947033" y="1536633"/>
            <a:ext cx="10298000" cy="46060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7" name="Google Shape;17;p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‹Nº›</a:t>
            </a:fld>
            <a:endParaRPr lang="es-DO" dirty="0"/>
          </a:p>
        </p:txBody>
      </p:sp>
    </p:spTree>
    <p:extLst>
      <p:ext uri="{BB962C8B-B14F-4D97-AF65-F5344CB8AC3E}">
        <p14:creationId xmlns:p14="http://schemas.microsoft.com/office/powerpoint/2010/main" val="587640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1" name="Google Shape;21;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2" name="Google Shape;22;p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‹Nº›</a:t>
            </a:fld>
            <a:endParaRPr lang="es-DO" dirty="0"/>
          </a:p>
        </p:txBody>
      </p:sp>
    </p:spTree>
    <p:extLst>
      <p:ext uri="{BB962C8B-B14F-4D97-AF65-F5344CB8AC3E}">
        <p14:creationId xmlns:p14="http://schemas.microsoft.com/office/powerpoint/2010/main" val="19969280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872771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27" name="Google Shape;27;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SzPts val="1200"/>
              <a:buChar char="●"/>
              <a:defRPr sz="1600"/>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8" name="Google Shape;28;p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‹Nº›</a:t>
            </a:fld>
            <a:endParaRPr lang="es-DO" dirty="0"/>
          </a:p>
        </p:txBody>
      </p:sp>
    </p:spTree>
    <p:extLst>
      <p:ext uri="{BB962C8B-B14F-4D97-AF65-F5344CB8AC3E}">
        <p14:creationId xmlns:p14="http://schemas.microsoft.com/office/powerpoint/2010/main" val="25167794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1" name="Google Shape;31;p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‹Nº›</a:t>
            </a:fld>
            <a:endParaRPr lang="es-DO" dirty="0"/>
          </a:p>
        </p:txBody>
      </p:sp>
    </p:spTree>
    <p:extLst>
      <p:ext uri="{BB962C8B-B14F-4D97-AF65-F5344CB8AC3E}">
        <p14:creationId xmlns:p14="http://schemas.microsoft.com/office/powerpoint/2010/main" val="10725741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2"/>
        <p:cNvGrpSpPr/>
        <p:nvPr/>
      </p:nvGrpSpPr>
      <p:grpSpPr>
        <a:xfrm>
          <a:off x="0" y="0"/>
          <a:ext cx="0" cy="0"/>
          <a:chOff x="0" y="0"/>
          <a:chExt cx="0" cy="0"/>
        </a:xfrm>
      </p:grpSpPr>
      <p:sp>
        <p:nvSpPr>
          <p:cNvPr id="33" name="Google Shape;33;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34" name="Google Shape;34;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5" name="Google Shape;35;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6" name="Google Shape;36;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37" name="Google Shape;37;p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‹Nº›</a:t>
            </a:fld>
            <a:endParaRPr lang="es-DO" dirty="0"/>
          </a:p>
        </p:txBody>
      </p:sp>
    </p:spTree>
    <p:extLst>
      <p:ext uri="{BB962C8B-B14F-4D97-AF65-F5344CB8AC3E}">
        <p14:creationId xmlns:p14="http://schemas.microsoft.com/office/powerpoint/2010/main" val="33286005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Autofit/>
          </a:bodyPr>
          <a:lstStyle>
            <a:lvl1pPr marL="609585" lvl="0" indent="-304792">
              <a:lnSpc>
                <a:spcPct val="100000"/>
              </a:lnSpc>
              <a:spcBef>
                <a:spcPts val="0"/>
              </a:spcBef>
              <a:spcAft>
                <a:spcPts val="0"/>
              </a:spcAft>
              <a:buSzPts val="1800"/>
              <a:buNone/>
              <a:defRPr/>
            </a:lvl1pPr>
          </a:lstStyle>
          <a:p>
            <a:endParaRPr/>
          </a:p>
        </p:txBody>
      </p:sp>
      <p:sp>
        <p:nvSpPr>
          <p:cNvPr id="40" name="Google Shape;40;p1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‹Nº›</a:t>
            </a:fld>
            <a:endParaRPr lang="es-DO" dirty="0"/>
          </a:p>
        </p:txBody>
      </p:sp>
    </p:spTree>
    <p:extLst>
      <p:ext uri="{BB962C8B-B14F-4D97-AF65-F5344CB8AC3E}">
        <p14:creationId xmlns:p14="http://schemas.microsoft.com/office/powerpoint/2010/main" val="6798142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3" name="Google Shape;43;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44" name="Google Shape;44;p1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‹Nº›</a:t>
            </a:fld>
            <a:endParaRPr lang="es-DO" dirty="0"/>
          </a:p>
        </p:txBody>
      </p:sp>
    </p:spTree>
    <p:extLst>
      <p:ext uri="{BB962C8B-B14F-4D97-AF65-F5344CB8AC3E}">
        <p14:creationId xmlns:p14="http://schemas.microsoft.com/office/powerpoint/2010/main" val="28833693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‹Nº›</a:t>
            </a:fld>
            <a:endParaRPr lang="es-DO" dirty="0"/>
          </a:p>
        </p:txBody>
      </p:sp>
    </p:spTree>
    <p:extLst>
      <p:ext uri="{BB962C8B-B14F-4D97-AF65-F5344CB8AC3E}">
        <p14:creationId xmlns:p14="http://schemas.microsoft.com/office/powerpoint/2010/main" val="1179262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72B58F8-29C8-9340-9E10-FEEF1756D6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2B099E98-17D4-7567-90D5-933E6455B8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4E05B304-9E94-25B2-5F81-AE2B49D417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A8DE06-B21D-43D0-B185-F26EF811F626}" type="datetimeFigureOut">
              <a:rPr lang="es-DO" smtClean="0"/>
              <a:t>28/7/2026</a:t>
            </a:fld>
            <a:endParaRPr lang="es-DO" dirty="0"/>
          </a:p>
        </p:txBody>
      </p:sp>
      <p:sp>
        <p:nvSpPr>
          <p:cNvPr id="5" name="Marcador de pie de página 4">
            <a:extLst>
              <a:ext uri="{FF2B5EF4-FFF2-40B4-BE49-F238E27FC236}">
                <a16:creationId xmlns:a16="http://schemas.microsoft.com/office/drawing/2014/main" id="{26D50932-7663-0F1F-7367-24D4049ADA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dirty="0"/>
          </a:p>
        </p:txBody>
      </p:sp>
      <p:sp>
        <p:nvSpPr>
          <p:cNvPr id="6" name="Marcador de número de diapositiva 5">
            <a:extLst>
              <a:ext uri="{FF2B5EF4-FFF2-40B4-BE49-F238E27FC236}">
                <a16:creationId xmlns:a16="http://schemas.microsoft.com/office/drawing/2014/main" id="{B201E9EE-C751-D61C-CCD3-62BC7406D0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4F1D75-2C71-457B-9E7C-402A46979534}" type="slidenum">
              <a:rPr lang="es-DO" smtClean="0"/>
              <a:t>‹Nº›</a:t>
            </a:fld>
            <a:endParaRPr lang="es-DO" dirty="0"/>
          </a:p>
        </p:txBody>
      </p:sp>
    </p:spTree>
    <p:extLst>
      <p:ext uri="{BB962C8B-B14F-4D97-AF65-F5344CB8AC3E}">
        <p14:creationId xmlns:p14="http://schemas.microsoft.com/office/powerpoint/2010/main" val="756855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47033" y="715533"/>
            <a:ext cx="10298000" cy="6416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2pPr>
            <a:lvl3pPr lvl="2">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3pPr>
            <a:lvl4pPr lvl="3">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4pPr>
            <a:lvl5pPr lvl="4">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5pPr>
            <a:lvl6pPr lvl="5">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6pPr>
            <a:lvl7pPr lvl="6">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7pPr>
            <a:lvl8pPr lvl="7">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8pPr>
            <a:lvl9pPr lvl="8">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9pPr>
          </a:lstStyle>
          <a:p>
            <a:endParaRPr/>
          </a:p>
        </p:txBody>
      </p:sp>
      <p:sp>
        <p:nvSpPr>
          <p:cNvPr id="7" name="Google Shape;7;p1"/>
          <p:cNvSpPr txBox="1">
            <a:spLocks noGrp="1"/>
          </p:cNvSpPr>
          <p:nvPr>
            <p:ph type="body" idx="1"/>
          </p:nvPr>
        </p:nvSpPr>
        <p:spPr>
          <a:xfrm>
            <a:off x="947033" y="1536633"/>
            <a:ext cx="10298000" cy="4606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extLst>
      <p:ext uri="{BB962C8B-B14F-4D97-AF65-F5344CB8AC3E}">
        <p14:creationId xmlns:p14="http://schemas.microsoft.com/office/powerpoint/2010/main" val="3515116858"/>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16.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zLogo.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zLogo.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zLogo.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zLogo.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7.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FE14E-ABC7-42C9-2284-0AF6DDE8B005}"/>
            </a:ext>
          </a:extLst>
        </p:cNvPr>
        <p:cNvGrpSpPr/>
        <p:nvPr/>
      </p:nvGrpSpPr>
      <p:grpSpPr>
        <a:xfrm>
          <a:off x="0" y="0"/>
          <a:ext cx="0" cy="0"/>
          <a:chOff x="0" y="0"/>
          <a:chExt cx="0" cy="0"/>
        </a:xfrm>
      </p:grpSpPr>
      <p:sp>
        <p:nvSpPr>
          <p:cNvPr id="8" name="TextBox 3">
            <a:extLst>
              <a:ext uri="{FF2B5EF4-FFF2-40B4-BE49-F238E27FC236}">
                <a16:creationId xmlns:a16="http://schemas.microsoft.com/office/drawing/2014/main" id="{CD86D109-8197-C368-A3DB-C82762E708C0}"/>
              </a:ext>
            </a:extLst>
          </p:cNvPr>
          <p:cNvSpPr txBox="1"/>
          <p:nvPr/>
        </p:nvSpPr>
        <p:spPr>
          <a:xfrm>
            <a:off x="346315" y="438291"/>
            <a:ext cx="838200" cy="7078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DO" sz="2000" b="0" i="0" u="none" strike="noStrike" kern="1200" cap="none" spc="0" normalizeH="0" baseline="0" noProof="0" dirty="0">
                <a:ln>
                  <a:noFill/>
                </a:ln>
                <a:solidFill>
                  <a:prstClr val="black"/>
                </a:solidFill>
                <a:effectLst/>
                <a:uLnTx/>
                <a:uFillTx/>
                <a:latin typeface="Agency FB" panose="020B0503020202020204" pitchFamily="34" charset="0"/>
                <a:ea typeface="+mn-ea"/>
                <a:cs typeface="+mn-cs"/>
              </a:rPr>
              <a:t>Estudio</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DO" sz="2000" b="0" i="0" u="none" strike="noStrike" kern="1200" cap="none" spc="0" normalizeH="0" baseline="0" noProof="0" dirty="0">
                <a:ln>
                  <a:noFill/>
                </a:ln>
                <a:solidFill>
                  <a:prstClr val="black"/>
                </a:solidFill>
                <a:effectLst/>
                <a:uLnTx/>
                <a:uFillTx/>
                <a:latin typeface="Agency FB" panose="020B0503020202020204" pitchFamily="34" charset="0"/>
                <a:ea typeface="+mn-ea"/>
                <a:cs typeface="+mn-cs"/>
              </a:rPr>
              <a:t>Bíblico</a:t>
            </a:r>
          </a:p>
        </p:txBody>
      </p:sp>
      <p:sp>
        <p:nvSpPr>
          <p:cNvPr id="9" name="TextBox 4">
            <a:extLst>
              <a:ext uri="{FF2B5EF4-FFF2-40B4-BE49-F238E27FC236}">
                <a16:creationId xmlns:a16="http://schemas.microsoft.com/office/drawing/2014/main" id="{31348547-24D5-BD9F-5079-60DB07265429}"/>
              </a:ext>
            </a:extLst>
          </p:cNvPr>
          <p:cNvSpPr txBox="1"/>
          <p:nvPr/>
        </p:nvSpPr>
        <p:spPr>
          <a:xfrm>
            <a:off x="1068780" y="366052"/>
            <a:ext cx="1028700"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DO" sz="5000" b="1" dirty="0">
                <a:ln w="19050">
                  <a:solidFill>
                    <a:srgbClr val="4F271C">
                      <a:tint val="1000"/>
                    </a:srgbClr>
                  </a:solidFill>
                  <a:prstDash val="solid"/>
                </a:ln>
                <a:solidFill>
                  <a:srgbClr val="C32D2E"/>
                </a:solidFill>
                <a:effectLst>
                  <a:outerShdw blurRad="50000" dist="50800" dir="7500000" algn="tl">
                    <a:srgbClr val="000000">
                      <a:shade val="5000"/>
                      <a:alpha val="35000"/>
                    </a:srgbClr>
                  </a:outerShdw>
                </a:effectLst>
                <a:latin typeface="Gill Sans MT"/>
              </a:rPr>
              <a:t>24</a:t>
            </a:r>
            <a:endParaRPr lang="es-DO"/>
          </a:p>
        </p:txBody>
      </p:sp>
      <p:sp>
        <p:nvSpPr>
          <p:cNvPr id="10" name="Rounded Rectangle 5">
            <a:extLst>
              <a:ext uri="{FF2B5EF4-FFF2-40B4-BE49-F238E27FC236}">
                <a16:creationId xmlns:a16="http://schemas.microsoft.com/office/drawing/2014/main" id="{EFC4EF45-921D-420F-CE05-5D75E433CA05}"/>
              </a:ext>
            </a:extLst>
          </p:cNvPr>
          <p:cNvSpPr/>
          <p:nvPr/>
        </p:nvSpPr>
        <p:spPr>
          <a:xfrm>
            <a:off x="416317" y="361347"/>
            <a:ext cx="1594460" cy="861774"/>
          </a:xfrm>
          <a:prstGeom prst="roundRect">
            <a:avLst/>
          </a:prstGeom>
          <a:solidFill>
            <a:srgbClr val="FFC000">
              <a:alpha val="20000"/>
            </a:srgbClr>
          </a:solidFill>
          <a:ln w="25400" cap="flat" cmpd="sng" algn="ctr">
            <a:solidFill>
              <a:srgbClr val="3891A7">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DO" sz="1800" b="0" i="0" u="none" strike="noStrike" kern="0" cap="none" spc="0" normalizeH="0" baseline="0" noProof="0" dirty="0">
              <a:ln>
                <a:noFill/>
              </a:ln>
              <a:solidFill>
                <a:prstClr val="white"/>
              </a:solidFill>
              <a:effectLst/>
              <a:uLnTx/>
              <a:uFillTx/>
              <a:latin typeface="Gill Sans MT"/>
              <a:ea typeface="+mn-ea"/>
              <a:cs typeface="+mn-cs"/>
            </a:endParaRPr>
          </a:p>
        </p:txBody>
      </p:sp>
      <p:sp>
        <p:nvSpPr>
          <p:cNvPr id="15" name="Shape 80">
            <a:extLst>
              <a:ext uri="{FF2B5EF4-FFF2-40B4-BE49-F238E27FC236}">
                <a16:creationId xmlns:a16="http://schemas.microsoft.com/office/drawing/2014/main" id="{263BBD27-5A6F-588A-8585-DC59D5B767EE}"/>
              </a:ext>
            </a:extLst>
          </p:cNvPr>
          <p:cNvSpPr txBox="1">
            <a:spLocks/>
          </p:cNvSpPr>
          <p:nvPr/>
        </p:nvSpPr>
        <p:spPr>
          <a:xfrm>
            <a:off x="2435119" y="579252"/>
            <a:ext cx="7094077" cy="665338"/>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Lst>
        </p:spPr>
        <p:style>
          <a:lnRef idx="0">
            <a:schemeClr val="accent1"/>
          </a:lnRef>
          <a:fillRef idx="3">
            <a:schemeClr val="accent1"/>
          </a:fillRef>
          <a:effectRef idx="3">
            <a:schemeClr val="accent1"/>
          </a:effectRef>
          <a:fontRef idx="minor">
            <a:schemeClr val="lt1"/>
          </a:fontRef>
        </p:style>
        <p:txBody>
          <a:bodyPr lIns="91425" tIns="45700" rIns="91425" bIns="45700" anchor="b"/>
          <a:lstStyle>
            <a:lvl1pPr algn="r" defTabSz="457200" rtl="0" eaLnBrk="1" latinLnBrk="0" hangingPunct="1">
              <a:spcBef>
                <a:spcPct val="0"/>
              </a:spcBef>
              <a:buNone/>
              <a:defRPr sz="4800" kern="1200" cap="all">
                <a:ln w="3175" cmpd="sng">
                  <a:noFill/>
                </a:ln>
                <a:solidFill>
                  <a:schemeClr val="lt1"/>
                </a:solidFill>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lvl="0" algn="ctr">
              <a:spcBef>
                <a:spcPts val="0"/>
              </a:spcBef>
              <a:buClr>
                <a:prstClr val="white"/>
              </a:buClr>
              <a:buSzPct val="25000"/>
              <a:defRPr/>
            </a:pPr>
            <a:r>
              <a:rPr lang="es-ES" sz="3600" dirty="0">
                <a:solidFill>
                  <a:srgbClr val="FDA110"/>
                </a:solidFill>
              </a:rPr>
              <a:t>ESCUELA BIBLICA</a:t>
            </a:r>
          </a:p>
        </p:txBody>
      </p:sp>
      <p:pic>
        <p:nvPicPr>
          <p:cNvPr id="3" name="Imagen 2">
            <a:extLst>
              <a:ext uri="{FF2B5EF4-FFF2-40B4-BE49-F238E27FC236}">
                <a16:creationId xmlns:a16="http://schemas.microsoft.com/office/drawing/2014/main" id="{2D83D3A7-D879-B032-5A59-2D6080C8E79B}"/>
              </a:ext>
            </a:extLst>
          </p:cNvPr>
          <p:cNvPicPr>
            <a:picLocks noChangeAspect="1"/>
          </p:cNvPicPr>
          <p:nvPr/>
        </p:nvPicPr>
        <p:blipFill>
          <a:blip r:embed="rId3"/>
          <a:stretch>
            <a:fillRect/>
          </a:stretch>
        </p:blipFill>
        <p:spPr>
          <a:xfrm>
            <a:off x="10180246" y="202271"/>
            <a:ext cx="1985157" cy="1417970"/>
          </a:xfrm>
          <a:prstGeom prst="rect">
            <a:avLst/>
          </a:prstGeom>
        </p:spPr>
      </p:pic>
      <p:sp>
        <p:nvSpPr>
          <p:cNvPr id="2" name="CuadroTexto 1">
            <a:extLst>
              <a:ext uri="{FF2B5EF4-FFF2-40B4-BE49-F238E27FC236}">
                <a16:creationId xmlns:a16="http://schemas.microsoft.com/office/drawing/2014/main" id="{8EF8DFDC-F158-AE39-A49E-30187AF2522C}"/>
              </a:ext>
            </a:extLst>
          </p:cNvPr>
          <p:cNvSpPr txBox="1"/>
          <p:nvPr/>
        </p:nvSpPr>
        <p:spPr>
          <a:xfrm>
            <a:off x="-168663" y="1502300"/>
            <a:ext cx="12529326" cy="3631763"/>
          </a:xfrm>
          <a:prstGeom prst="rect">
            <a:avLst/>
          </a:prstGeom>
          <a:noFill/>
        </p:spPr>
        <p:txBody>
          <a:bodyPr wrap="square">
            <a:spAutoFit/>
          </a:bodyPr>
          <a:lstStyle/>
          <a:p>
            <a:pPr algn="ctr">
              <a:defRPr/>
            </a:pPr>
            <a:r>
              <a:rPr lang="es-DO" sz="11500" dirty="0">
                <a:solidFill>
                  <a:prstClr val="black"/>
                </a:solidFill>
                <a:effectLst>
                  <a:outerShdw blurRad="38100" dist="38100" dir="2700000" algn="tl">
                    <a:srgbClr val="000000">
                      <a:alpha val="43137"/>
                    </a:srgbClr>
                  </a:outerShdw>
                </a:effectLst>
                <a:latin typeface="Verlag Black" pitchFamily="2" charset="0"/>
              </a:rPr>
              <a:t>EL VALOR DE LA MODESTIA</a:t>
            </a:r>
            <a:endParaRPr lang="es-DO"/>
          </a:p>
        </p:txBody>
      </p:sp>
      <p:sp>
        <p:nvSpPr>
          <p:cNvPr id="4" name="TextBox 7">
            <a:extLst>
              <a:ext uri="{FF2B5EF4-FFF2-40B4-BE49-F238E27FC236}">
                <a16:creationId xmlns:a16="http://schemas.microsoft.com/office/drawing/2014/main" id="{DD6B1BBF-36B9-95D0-CDA3-62CE9E850725}"/>
              </a:ext>
            </a:extLst>
          </p:cNvPr>
          <p:cNvSpPr txBox="1"/>
          <p:nvPr/>
        </p:nvSpPr>
        <p:spPr>
          <a:xfrm>
            <a:off x="2435119" y="5755697"/>
            <a:ext cx="7472284" cy="830997"/>
          </a:xfrm>
          <a:prstGeom prst="rect">
            <a:avLst/>
          </a:prstGeom>
          <a:noFill/>
        </p:spPr>
        <p:txBody>
          <a:bodyPr wrap="square" rtlCol="0">
            <a:spAutoFit/>
          </a:bodyPr>
          <a:lstStyle/>
          <a:p>
            <a:pPr algn="ctr"/>
            <a:r>
              <a:rPr kumimoji="0" lang="es-DO" sz="2400" b="1" i="0" u="none" strike="noStrike" kern="1200" cap="none" spc="0" normalizeH="0" baseline="0" noProof="0" dirty="0">
                <a:ln>
                  <a:noFill/>
                </a:ln>
                <a:solidFill>
                  <a:prstClr val="black"/>
                </a:solidFill>
                <a:effectLst/>
                <a:uLnTx/>
                <a:uFillTx/>
                <a:latin typeface="Gill Sans MT"/>
                <a:ea typeface="+mn-ea"/>
                <a:cs typeface="+mn-cs"/>
              </a:rPr>
              <a:t xml:space="preserve">Base Bíblica: </a:t>
            </a:r>
          </a:p>
          <a:p>
            <a:pPr algn="ctr"/>
            <a:r>
              <a:rPr kumimoji="0" lang="es-DO" sz="2400" i="0" u="none" strike="noStrike" kern="1200" cap="none" spc="0" normalizeH="0" baseline="0" noProof="0" dirty="0">
                <a:ln>
                  <a:noFill/>
                </a:ln>
                <a:solidFill>
                  <a:prstClr val="black"/>
                </a:solidFill>
                <a:effectLst/>
                <a:uLnTx/>
                <a:uFillTx/>
                <a:latin typeface="Gill Sans MT"/>
                <a:ea typeface="+mn-ea"/>
                <a:cs typeface="+mn-cs"/>
              </a:rPr>
              <a:t>Mateo 6:1-4; 1 Corintios 10:31-33; 1 Pedro 5:2-7</a:t>
            </a:r>
          </a:p>
        </p:txBody>
      </p:sp>
    </p:spTree>
    <p:extLst>
      <p:ext uri="{BB962C8B-B14F-4D97-AF65-F5344CB8AC3E}">
        <p14:creationId xmlns:p14="http://schemas.microsoft.com/office/powerpoint/2010/main" val="2242280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B9023A-0696-7280-617E-8F94EF59F4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4688F57-6886-24C0-131C-47773AB89B90}"/>
              </a:ext>
            </a:extLst>
          </p:cNvPr>
          <p:cNvSpPr>
            <a:spLocks noGrp="1"/>
          </p:cNvSpPr>
          <p:nvPr>
            <p:ph type="title"/>
          </p:nvPr>
        </p:nvSpPr>
        <p:spPr>
          <a:xfrm>
            <a:off x="0" y="-35535"/>
            <a:ext cx="12192000" cy="428625"/>
          </a:xfrm>
          <a:solidFill>
            <a:srgbClr val="9E5B4B"/>
          </a:solidFill>
          <a:ln>
            <a:noFill/>
          </a:ln>
        </p:spPr>
        <p:txBody>
          <a:bodyPr/>
          <a:lstStyle/>
          <a:p>
            <a:pPr algn="ctr"/>
            <a:r>
              <a:rPr lang="es-DO" b="1" dirty="0">
                <a:solidFill>
                  <a:schemeClr val="bg1"/>
                </a:solidFill>
                <a:latin typeface="Verlag Black" pitchFamily="2" charset="0"/>
              </a:rPr>
              <a:t>LECTURA ANTIFONAL</a:t>
            </a:r>
          </a:p>
        </p:txBody>
      </p:sp>
      <p:sp>
        <p:nvSpPr>
          <p:cNvPr id="6" name="CuadroTexto 5">
            <a:extLst>
              <a:ext uri="{FF2B5EF4-FFF2-40B4-BE49-F238E27FC236}">
                <a16:creationId xmlns:a16="http://schemas.microsoft.com/office/drawing/2014/main" id="{79F806B8-AB6A-3DDA-CDC2-05212FDBE2DD}"/>
              </a:ext>
            </a:extLst>
          </p:cNvPr>
          <p:cNvSpPr txBox="1"/>
          <p:nvPr/>
        </p:nvSpPr>
        <p:spPr>
          <a:xfrm>
            <a:off x="120581" y="393090"/>
            <a:ext cx="11857054" cy="6247864"/>
          </a:xfrm>
          <a:prstGeom prst="rect">
            <a:avLst/>
          </a:prstGeom>
          <a:noFill/>
        </p:spPr>
        <p:txBody>
          <a:bodyPr wrap="square">
            <a:noAutofit/>
          </a:bodyPr>
          <a:lstStyle/>
          <a:p>
            <a:pPr algn="just"/>
            <a:r>
              <a:rPr lang="es-DO" sz="4400" dirty="0" b="1">
                <a:solidFill>
                  <a:srgbClr val="FF0000"/>
                </a:solidFill>
              </a:rPr>
              <a:t>Mateo 6:1-4</a:t>
            </a:r>
          </a:p>
          <a:p>
            <a:pPr algn="just"/>
            <a:r>
              <a:rPr lang="es-DO" sz="4400" dirty="0" b="1">
                <a:solidFill>
                  <a:srgbClr val="FF0000"/>
                </a:solidFill>
              </a:rPr>
              <a:t>1</a:t>
            </a:r>
            <a:r>
              <a:rPr lang="es-DO" sz="4400" dirty="0"/>
              <a:t xml:space="preserve"> Guardaos de hacer vuestra justicia delante de los hombres, para ser vistos de ellos; de otra manera no tendréis recompensa de vuestro Padre que está en los cielos.</a:t>
            </a:r>
          </a:p>
        </p:txBody>
      </p:sp>
    </p:spTree>
    <p:extLst>
      <p:ext uri="{BB962C8B-B14F-4D97-AF65-F5344CB8AC3E}">
        <p14:creationId xmlns:p14="http://schemas.microsoft.com/office/powerpoint/2010/main" val="368711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84B0D2-B134-2209-1EEA-52B8012566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782B88A-088B-679F-5120-FC88783AB37E}"/>
              </a:ext>
            </a:extLst>
          </p:cNvPr>
          <p:cNvSpPr>
            <a:spLocks noGrp="1"/>
          </p:cNvSpPr>
          <p:nvPr>
            <p:ph type="title"/>
          </p:nvPr>
        </p:nvSpPr>
        <p:spPr>
          <a:xfrm>
            <a:off x="0" y="-35535"/>
            <a:ext cx="12192000" cy="428625"/>
          </a:xfrm>
          <a:solidFill>
            <a:srgbClr val="9E5B4B"/>
          </a:solidFill>
          <a:ln>
            <a:noFill/>
          </a:ln>
        </p:spPr>
        <p:txBody>
          <a:bodyPr/>
          <a:lstStyle/>
          <a:p>
            <a:pPr algn="ctr"/>
            <a:r>
              <a:rPr lang="es-DO" b="1" dirty="0">
                <a:solidFill>
                  <a:schemeClr val="bg1"/>
                </a:solidFill>
                <a:latin typeface="Verlag Black" pitchFamily="2" charset="0"/>
              </a:rPr>
              <a:t>LECTURA ANTIFONAL</a:t>
            </a:r>
          </a:p>
        </p:txBody>
      </p:sp>
      <p:sp>
        <p:nvSpPr>
          <p:cNvPr id="6" name="CuadroTexto 5">
            <a:extLst>
              <a:ext uri="{FF2B5EF4-FFF2-40B4-BE49-F238E27FC236}">
                <a16:creationId xmlns:a16="http://schemas.microsoft.com/office/drawing/2014/main" id="{2B5F9459-1364-F12E-AE41-FA48F37FF956}"/>
              </a:ext>
            </a:extLst>
          </p:cNvPr>
          <p:cNvSpPr txBox="1"/>
          <p:nvPr/>
        </p:nvSpPr>
        <p:spPr>
          <a:xfrm>
            <a:off x="80388" y="393090"/>
            <a:ext cx="11736474" cy="6617196"/>
          </a:xfrm>
          <a:prstGeom prst="rect">
            <a:avLst/>
          </a:prstGeom>
          <a:noFill/>
        </p:spPr>
        <p:txBody>
          <a:bodyPr wrap="square">
            <a:noAutofit/>
          </a:bodyPr>
          <a:lstStyle/>
          <a:p>
            <a:pPr algn="just"/>
            <a:r>
              <a:rPr lang="es-DO" sz="4400" dirty="0" b="1">
                <a:solidFill>
                  <a:srgbClr val="FF0000"/>
                </a:solidFill>
              </a:rPr>
              <a:t>2</a:t>
            </a:r>
            <a:r>
              <a:rPr lang="es-DO" sz="4400" dirty="0"/>
              <a:t xml:space="preserve"> Cuando, pues, des limosna, no hagas tocar trompeta delante de ti, como hacen los hipócritas en las sinagogas y en las calles, para ser alabados por los hombres; de cierto os digo que ya tienen su recompensa.</a:t>
            </a:r>
          </a:p>
        </p:txBody>
      </p:sp>
    </p:spTree>
    <p:extLst>
      <p:ext uri="{BB962C8B-B14F-4D97-AF65-F5344CB8AC3E}">
        <p14:creationId xmlns:p14="http://schemas.microsoft.com/office/powerpoint/2010/main" val="920136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B83026-9FB5-29E8-AF40-84952FC88B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FEFCEAA-CA33-B6E4-FED7-584F1F446A6B}"/>
              </a:ext>
            </a:extLst>
          </p:cNvPr>
          <p:cNvSpPr>
            <a:spLocks noGrp="1"/>
          </p:cNvSpPr>
          <p:nvPr>
            <p:ph type="title"/>
          </p:nvPr>
        </p:nvSpPr>
        <p:spPr>
          <a:xfrm>
            <a:off x="0" y="-35535"/>
            <a:ext cx="12192000" cy="428625"/>
          </a:xfrm>
          <a:solidFill>
            <a:srgbClr val="9E5B4B"/>
          </a:solidFill>
          <a:ln>
            <a:noFill/>
          </a:ln>
        </p:spPr>
        <p:txBody>
          <a:bodyPr/>
          <a:lstStyle/>
          <a:p>
            <a:pPr algn="ctr"/>
            <a:r>
              <a:rPr lang="es-DO" b="1" dirty="0">
                <a:solidFill>
                  <a:schemeClr val="bg1"/>
                </a:solidFill>
                <a:latin typeface="Verlag Black" pitchFamily="2" charset="0"/>
              </a:rPr>
              <a:t>LECTURA ANTIFONAL</a:t>
            </a:r>
          </a:p>
        </p:txBody>
      </p:sp>
      <p:sp>
        <p:nvSpPr>
          <p:cNvPr id="6" name="CuadroTexto 5">
            <a:extLst>
              <a:ext uri="{FF2B5EF4-FFF2-40B4-BE49-F238E27FC236}">
                <a16:creationId xmlns:a16="http://schemas.microsoft.com/office/drawing/2014/main" id="{489D2E4D-67FB-6F3D-4BF0-4CA9105DC408}"/>
              </a:ext>
            </a:extLst>
          </p:cNvPr>
          <p:cNvSpPr txBox="1"/>
          <p:nvPr/>
        </p:nvSpPr>
        <p:spPr>
          <a:xfrm>
            <a:off x="80388" y="393090"/>
            <a:ext cx="11836957" cy="6247864"/>
          </a:xfrm>
          <a:prstGeom prst="rect">
            <a:avLst/>
          </a:prstGeom>
          <a:noFill/>
        </p:spPr>
        <p:txBody>
          <a:bodyPr wrap="square">
            <a:noAutofit/>
          </a:bodyPr>
          <a:lstStyle/>
          <a:p>
            <a:pPr algn="just"/>
            <a:r>
              <a:rPr lang="es-DO" sz="4400" dirty="0" b="1">
                <a:solidFill>
                  <a:srgbClr val="FF0000"/>
                </a:solidFill>
              </a:rPr>
              <a:t>3</a:t>
            </a:r>
            <a:r>
              <a:rPr lang="es-DO" sz="4400" dirty="0"/>
              <a:t xml:space="preserve"> Mas cuando tú des limosna, no sepa tu izquierda lo que hace tu derecha</a:t>
            </a:r>
          </a:p>
          <a:p>
            <a:pPr algn="just"/>
            <a:r>
              <a:rPr lang="es-DO" sz="4400" dirty="0" b="1">
                <a:solidFill>
                  <a:srgbClr val="FF0000"/>
                </a:solidFill>
              </a:rPr>
              <a:t>4</a:t>
            </a:r>
            <a:r>
              <a:rPr lang="es-DO" sz="4400" dirty="0"/>
              <a:t xml:space="preserve"> para que sea tu limosna en secreto; y tu Padre que ve en lo secreto te recompensará en público.</a:t>
            </a:r>
          </a:p>
        </p:txBody>
      </p:sp>
    </p:spTree>
    <p:extLst>
      <p:ext uri="{BB962C8B-B14F-4D97-AF65-F5344CB8AC3E}">
        <p14:creationId xmlns:p14="http://schemas.microsoft.com/office/powerpoint/2010/main" val="134247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850472-A0D8-009E-DFE4-D531C4CF30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60EA8F2-F957-8597-65DB-99DCCD5F1A9C}"/>
              </a:ext>
            </a:extLst>
          </p:cNvPr>
          <p:cNvSpPr>
            <a:spLocks noGrp="1"/>
          </p:cNvSpPr>
          <p:nvPr>
            <p:ph type="title"/>
          </p:nvPr>
        </p:nvSpPr>
        <p:spPr>
          <a:xfrm>
            <a:off x="0" y="-35535"/>
            <a:ext cx="12192000" cy="428625"/>
          </a:xfrm>
          <a:solidFill>
            <a:srgbClr val="9E5B4B"/>
          </a:solidFill>
          <a:ln>
            <a:noFill/>
          </a:ln>
        </p:spPr>
        <p:txBody>
          <a:bodyPr/>
          <a:lstStyle/>
          <a:p>
            <a:pPr algn="ctr"/>
            <a:r>
              <a:rPr lang="es-DO" b="1" dirty="0">
                <a:solidFill>
                  <a:schemeClr val="bg1"/>
                </a:solidFill>
                <a:latin typeface="Verlag Black" pitchFamily="2" charset="0"/>
              </a:rPr>
              <a:t>LECTURA ANTIFONAL</a:t>
            </a:r>
          </a:p>
        </p:txBody>
      </p:sp>
      <p:sp>
        <p:nvSpPr>
          <p:cNvPr id="6" name="CuadroTexto 5">
            <a:extLst>
              <a:ext uri="{FF2B5EF4-FFF2-40B4-BE49-F238E27FC236}">
                <a16:creationId xmlns:a16="http://schemas.microsoft.com/office/drawing/2014/main" id="{37C057D1-584D-5F47-5233-E155ADFDFC62}"/>
              </a:ext>
            </a:extLst>
          </p:cNvPr>
          <p:cNvSpPr txBox="1"/>
          <p:nvPr/>
        </p:nvSpPr>
        <p:spPr>
          <a:xfrm>
            <a:off x="80388" y="393090"/>
            <a:ext cx="12111612" cy="6309420"/>
          </a:xfrm>
          <a:prstGeom prst="rect">
            <a:avLst/>
          </a:prstGeom>
          <a:noFill/>
        </p:spPr>
        <p:txBody>
          <a:bodyPr wrap="square">
            <a:noAutofit/>
          </a:bodyPr>
          <a:lstStyle/>
          <a:p>
            <a:pPr algn="just"/>
            <a:r>
              <a:rPr lang="es-DO" sz="4400" dirty="0" b="1">
                <a:solidFill>
                  <a:srgbClr val="FF0000"/>
                </a:solidFill>
              </a:rPr>
              <a:t>1 Corintios 10:31-33</a:t>
            </a:r>
          </a:p>
          <a:p>
            <a:pPr algn="just"/>
            <a:r>
              <a:rPr lang="es-DO" sz="4400" dirty="0" b="1">
                <a:solidFill>
                  <a:srgbClr val="FF0000"/>
                </a:solidFill>
              </a:rPr>
              <a:t>31</a:t>
            </a:r>
            <a:r>
              <a:rPr lang="es-DO" sz="4400" dirty="0"/>
              <a:t xml:space="preserve"> Si, pues, coméis o bebéis, o hacéis otra cosa, hacedlo todo para la gloria de Dios.</a:t>
            </a:r>
          </a:p>
          <a:p>
            <a:pPr algn="just"/>
            <a:r>
              <a:rPr lang="es-DO" sz="4400" dirty="0" b="1">
                <a:solidFill>
                  <a:srgbClr val="FF0000"/>
                </a:solidFill>
              </a:rPr>
              <a:t>32</a:t>
            </a:r>
            <a:r>
              <a:rPr lang="es-DO" sz="4400" dirty="0"/>
              <a:t xml:space="preserve"> No seáis tropiezo ni a judíos, ni a gentiles, ni a la iglesia de Dios</a:t>
            </a:r>
          </a:p>
        </p:txBody>
      </p:sp>
    </p:spTree>
    <p:extLst>
      <p:ext uri="{BB962C8B-B14F-4D97-AF65-F5344CB8AC3E}">
        <p14:creationId xmlns:p14="http://schemas.microsoft.com/office/powerpoint/2010/main" val="3044750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4838CF-3841-3655-90DA-6A4E200611EF}"/>
            </a:ext>
          </a:extLst>
        </p:cNvPr>
        <p:cNvGrpSpPr/>
        <p:nvPr/>
      </p:nvGrpSpPr>
      <p:grpSpPr>
        <a:xfrm>
          <a:off x="0" y="0"/>
          <a:ext cx="0" cy="0"/>
          <a:chOff x="0" y="0"/>
          <a:chExt cx="0" cy="0"/>
        </a:xfrm>
      </p:grpSpPr>
      <p:sp>
        <p:nvSpPr>
          <p:cNvPr id="3103" name="Rectangle 3102">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93" name="Picture 3092" descr="Dibujo de la tierra desde el espacio&#10;&#10;Descripción generada automáticamente con confianza baja">
            <a:extLst>
              <a:ext uri="{FF2B5EF4-FFF2-40B4-BE49-F238E27FC236}">
                <a16:creationId xmlns:a16="http://schemas.microsoft.com/office/drawing/2014/main" id="{2FA3FDBC-139E-80EF-6CBB-A7E0E55735EC}"/>
              </a:ext>
            </a:extLst>
          </p:cNvPr>
          <p:cNvPicPr>
            <a:picLocks noChangeAspect="1"/>
          </p:cNvPicPr>
          <p:nvPr/>
        </p:nvPicPr>
        <p:blipFill>
          <a:blip r:embed="rId3">
            <a:alphaModFix amt="35000"/>
          </a:blip>
          <a:srcRect b="15730"/>
          <a:stretch/>
        </p:blipFill>
        <p:spPr>
          <a:xfrm>
            <a:off x="20" y="10"/>
            <a:ext cx="12191980" cy="6857990"/>
          </a:xfrm>
          <a:prstGeom prst="rect">
            <a:avLst/>
          </a:prstGeom>
        </p:spPr>
      </p:pic>
      <p:sp>
        <p:nvSpPr>
          <p:cNvPr id="5" name="Título 1">
            <a:extLst>
              <a:ext uri="{FF2B5EF4-FFF2-40B4-BE49-F238E27FC236}">
                <a16:creationId xmlns:a16="http://schemas.microsoft.com/office/drawing/2014/main" id="{A351FE20-49C7-479C-2E9F-4C1DAFB9345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fontAlgn="auto">
              <a:spcAft>
                <a:spcPts val="600"/>
              </a:spcAft>
              <a:buClrTx/>
              <a:buSzTx/>
              <a:tabLst/>
              <a:defRPr/>
            </a:pPr>
            <a:r>
              <a:rPr kumimoji="0" lang="en-US" i="0" u="none" strike="noStrike" cap="none" spc="0" normalizeH="0" baseline="0" noProof="0" dirty="0">
                <a:ln>
                  <a:noFill/>
                </a:ln>
                <a:solidFill>
                  <a:srgbClr val="FFFFFF"/>
                </a:solidFill>
                <a:effectLst/>
                <a:uLnTx/>
                <a:uFillTx/>
                <a:latin typeface="Verlag Black" pitchFamily="2" charset="0"/>
                <a:cs typeface="Times New Roman" panose="02020603050405020304" pitchFamily="18" charset="0"/>
              </a:rPr>
              <a:t>Objetivos:</a:t>
            </a:r>
          </a:p>
        </p:txBody>
      </p:sp>
      <p:graphicFrame>
        <p:nvGraphicFramePr>
          <p:cNvPr id="3092" name="CuadroTexto 2">
            <a:extLst>
              <a:ext uri="{FF2B5EF4-FFF2-40B4-BE49-F238E27FC236}">
                <a16:creationId xmlns:a16="http://schemas.microsoft.com/office/drawing/2014/main" id="{A5DB8D33-CAB4-A22A-C819-B986906284B9}"/>
              </a:ext>
            </a:extLst>
          </p:cNvPr>
          <p:cNvGraphicFramePr/>
          <p:nvPr>
            <p:extLst>
              <p:ext uri="{D42A27DB-BD31-4B8C-83A1-F6EECF244321}">
                <p14:modId xmlns:p14="http://schemas.microsoft.com/office/powerpoint/2010/main" val="262145582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00539630"/>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D62DFC-DABE-20BD-3DDE-2FE197366DBE}"/>
            </a:ext>
          </a:extLst>
        </p:cNvPr>
        <p:cNvGrpSpPr/>
        <p:nvPr/>
      </p:nvGrpSpPr>
      <p:grpSpPr>
        <a:xfrm>
          <a:off x="0" y="0"/>
          <a:ext cx="0" cy="0"/>
          <a:chOff x="0" y="0"/>
          <a:chExt cx="0" cy="0"/>
        </a:xfrm>
      </p:grpSpPr>
      <p:pic>
        <p:nvPicPr>
          <p:cNvPr id="3093" name="Picture 3092" descr="Dibujo de la tierra desde el espacio&#10;&#10;Descripción generada automáticamente con confianza baja">
            <a:extLst>
              <a:ext uri="{FF2B5EF4-FFF2-40B4-BE49-F238E27FC236}">
                <a16:creationId xmlns:a16="http://schemas.microsoft.com/office/drawing/2014/main" id="{36475300-A979-AA26-9645-6483FFAD2CD7}"/>
              </a:ext>
            </a:extLst>
          </p:cNvPr>
          <p:cNvPicPr>
            <a:picLocks noChangeAspect="1"/>
          </p:cNvPicPr>
          <p:nvPr/>
        </p:nvPicPr>
        <p:blipFill>
          <a:blip r:embed="rId3"/>
          <a:srcRect b="15730"/>
          <a:stretch/>
        </p:blipFill>
        <p:spPr>
          <a:xfrm>
            <a:off x="20" y="10"/>
            <a:ext cx="12191980" cy="6857990"/>
          </a:xfrm>
          <a:prstGeom prst="rect">
            <a:avLst/>
          </a:prstGeom>
        </p:spPr>
      </p:pic>
      <p:sp>
        <p:nvSpPr>
          <p:cNvPr id="3097" name="Rectangle 3096">
            <a:extLst>
              <a:ext uri="{FF2B5EF4-FFF2-40B4-BE49-F238E27FC236}">
                <a16:creationId xmlns:a16="http://schemas.microsoft.com/office/drawing/2014/main" id="{B548182C-299D-6F4E-CE62-DAAC057FE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F4E456AA-5F43-53BF-7468-F6970AA3C13E}"/>
              </a:ext>
            </a:extLst>
          </p:cNvPr>
          <p:cNvSpPr txBox="1">
            <a:spLocks/>
          </p:cNvSpPr>
          <p:nvPr/>
        </p:nvSpPr>
        <p:spPr>
          <a:xfrm>
            <a:off x="171272" y="-11123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4400" b="1" i="0" u="none" strike="noStrike" kern="1200" cap="none" spc="0" normalizeH="0" baseline="0" noProof="0" dirty="0">
                <a:ln>
                  <a:noFill/>
                </a:ln>
                <a:solidFill>
                  <a:srgbClr val="2650A3"/>
                </a:solidFill>
                <a:effectLst/>
                <a:uLnTx/>
                <a:uFillTx/>
                <a:latin typeface="Times New Roman" panose="02020603050405020304" pitchFamily="18" charset="0"/>
                <a:cs typeface="Times New Roman" panose="02020603050405020304" pitchFamily="18" charset="0"/>
              </a:rPr>
              <a:t>Pensamiento Central:</a:t>
            </a:r>
          </a:p>
        </p:txBody>
      </p:sp>
      <p:graphicFrame>
        <p:nvGraphicFramePr>
          <p:cNvPr id="3092" name="CuadroTexto 2">
            <a:extLst>
              <a:ext uri="{FF2B5EF4-FFF2-40B4-BE49-F238E27FC236}">
                <a16:creationId xmlns:a16="http://schemas.microsoft.com/office/drawing/2014/main" id="{CCE999CC-64B1-92DC-14C9-F006D5C741B0}"/>
              </a:ext>
            </a:extLst>
          </p:cNvPr>
          <p:cNvGraphicFramePr/>
          <p:nvPr>
            <p:extLst>
              <p:ext uri="{D42A27DB-BD31-4B8C-83A1-F6EECF244321}">
                <p14:modId xmlns:p14="http://schemas.microsoft.com/office/powerpoint/2010/main" val="2820153092"/>
              </p:ext>
            </p:extLst>
          </p:nvPr>
        </p:nvGraphicFramePr>
        <p:xfrm>
          <a:off x="176074" y="1103088"/>
          <a:ext cx="118110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ítulo 1">
            <a:extLst>
              <a:ext uri="{FF2B5EF4-FFF2-40B4-BE49-F238E27FC236}">
                <a16:creationId xmlns:a16="http://schemas.microsoft.com/office/drawing/2014/main" id="{FAD1DFD4-FCB9-EEFC-6EA2-498E453465E9}"/>
              </a:ext>
            </a:extLst>
          </p:cNvPr>
          <p:cNvSpPr txBox="1">
            <a:spLocks/>
          </p:cNvSpPr>
          <p:nvPr/>
        </p:nvSpPr>
        <p:spPr>
          <a:xfrm>
            <a:off x="180876" y="2866255"/>
            <a:ext cx="10515600" cy="1325563"/>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endParaRPr kumimoji="0" lang="en-US" sz="4400" b="1" i="0" u="none" strike="noStrike" kern="1200" cap="none" spc="0" normalizeH="0" baseline="0" noProof="0" dirty="0">
              <a:ln>
                <a:noFill/>
              </a:ln>
              <a:solidFill>
                <a:srgbClr val="2650A3"/>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4400" b="1" i="0" u="none" strike="noStrike" kern="1200" cap="none" spc="0" normalizeH="0" baseline="0" noProof="0" dirty="0" err="1">
                <a:ln>
                  <a:noFill/>
                </a:ln>
                <a:solidFill>
                  <a:srgbClr val="2650A3"/>
                </a:solidFill>
                <a:effectLst/>
                <a:uLnTx/>
                <a:uFillTx/>
                <a:latin typeface="Times New Roman" panose="02020603050405020304" pitchFamily="18" charset="0"/>
                <a:cs typeface="Times New Roman" panose="02020603050405020304" pitchFamily="18" charset="0"/>
              </a:rPr>
              <a:t>Texto</a:t>
            </a:r>
            <a:r>
              <a:rPr kumimoji="0" lang="en-US" sz="4400" b="1" i="0" u="none" strike="noStrike" kern="1200" cap="none" spc="0" normalizeH="0" baseline="0" noProof="0" dirty="0">
                <a:ln>
                  <a:noFill/>
                </a:ln>
                <a:solidFill>
                  <a:srgbClr val="2650A3"/>
                </a:solidFill>
                <a:effectLst/>
                <a:uLnTx/>
                <a:uFillTx/>
                <a:latin typeface="Times New Roman" panose="02020603050405020304" pitchFamily="18" charset="0"/>
                <a:cs typeface="Times New Roman" panose="02020603050405020304" pitchFamily="18" charset="0"/>
              </a:rPr>
              <a:t> Áureo:</a:t>
            </a:r>
          </a:p>
        </p:txBody>
      </p:sp>
    </p:spTree>
    <p:extLst>
      <p:ext uri="{BB962C8B-B14F-4D97-AF65-F5344CB8AC3E}">
        <p14:creationId xmlns:p14="http://schemas.microsoft.com/office/powerpoint/2010/main" val="3893826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624">
          <a:extLst>
            <a:ext uri="{FF2B5EF4-FFF2-40B4-BE49-F238E27FC236}">
              <a16:creationId xmlns:a16="http://schemas.microsoft.com/office/drawing/2014/main" id="{F6AD3E5F-588C-4FF6-9FDC-63526E099ABC}"/>
            </a:ext>
          </a:extLst>
        </p:cNvPr>
        <p:cNvGrpSpPr/>
        <p:nvPr/>
      </p:nvGrpSpPr>
      <p:grpSpPr>
        <a:xfrm>
          <a:off x="0" y="0"/>
          <a:ext cx="0" cy="0"/>
          <a:chOff x="0" y="0"/>
          <a:chExt cx="0" cy="0"/>
        </a:xfrm>
      </p:grpSpPr>
      <p:grpSp>
        <p:nvGrpSpPr>
          <p:cNvPr id="659" name="Google Shape;659;p28">
            <a:extLst>
              <a:ext uri="{FF2B5EF4-FFF2-40B4-BE49-F238E27FC236}">
                <a16:creationId xmlns:a16="http://schemas.microsoft.com/office/drawing/2014/main" id="{C28945FB-49BD-C151-8E72-82C5E5BA0DC1}"/>
              </a:ext>
            </a:extLst>
          </p:cNvPr>
          <p:cNvGrpSpPr/>
          <p:nvPr/>
        </p:nvGrpSpPr>
        <p:grpSpPr>
          <a:xfrm>
            <a:off x="69217" y="509676"/>
            <a:ext cx="3724866" cy="1080200"/>
            <a:chOff x="1278288" y="800475"/>
            <a:chExt cx="3126959" cy="810150"/>
          </a:xfrm>
        </p:grpSpPr>
        <p:sp>
          <p:nvSpPr>
            <p:cNvPr id="660" name="Google Shape;660;p28">
              <a:extLst>
                <a:ext uri="{FF2B5EF4-FFF2-40B4-BE49-F238E27FC236}">
                  <a16:creationId xmlns:a16="http://schemas.microsoft.com/office/drawing/2014/main" id="{DA9C6EB5-3B11-599D-424D-E225A8D08EE1}"/>
                </a:ext>
              </a:extLst>
            </p:cNvPr>
            <p:cNvSpPr/>
            <p:nvPr/>
          </p:nvSpPr>
          <p:spPr>
            <a:xfrm>
              <a:off x="1278288" y="800475"/>
              <a:ext cx="839100" cy="698525"/>
            </a:xfrm>
            <a:custGeom>
              <a:avLst/>
              <a:gdLst/>
              <a:ahLst/>
              <a:cxnLst/>
              <a:rect l="l" t="t" r="r" b="b"/>
              <a:pathLst>
                <a:path w="33564" h="27941" extrusionOk="0">
                  <a:moveTo>
                    <a:pt x="6111" y="1"/>
                  </a:moveTo>
                  <a:cubicBezTo>
                    <a:pt x="3455" y="1"/>
                    <a:pt x="0" y="300"/>
                    <a:pt x="0" y="4593"/>
                  </a:cubicBezTo>
                  <a:lnTo>
                    <a:pt x="0" y="6200"/>
                  </a:lnTo>
                  <a:lnTo>
                    <a:pt x="0" y="27941"/>
                  </a:lnTo>
                  <a:cubicBezTo>
                    <a:pt x="0" y="23649"/>
                    <a:pt x="3455" y="23349"/>
                    <a:pt x="6111" y="23349"/>
                  </a:cubicBezTo>
                  <a:cubicBezTo>
                    <a:pt x="6542" y="23349"/>
                    <a:pt x="6952" y="23357"/>
                    <a:pt x="7323" y="23357"/>
                  </a:cubicBezTo>
                  <a:lnTo>
                    <a:pt x="7323" y="23345"/>
                  </a:lnTo>
                  <a:lnTo>
                    <a:pt x="21896" y="23345"/>
                  </a:lnTo>
                  <a:cubicBezTo>
                    <a:pt x="28337" y="23345"/>
                    <a:pt x="33564" y="18130"/>
                    <a:pt x="33564" y="11677"/>
                  </a:cubicBezTo>
                  <a:cubicBezTo>
                    <a:pt x="33564" y="5235"/>
                    <a:pt x="28337" y="9"/>
                    <a:pt x="21896" y="9"/>
                  </a:cubicBezTo>
                  <a:lnTo>
                    <a:pt x="7323" y="9"/>
                  </a:lnTo>
                  <a:cubicBezTo>
                    <a:pt x="6952" y="9"/>
                    <a:pt x="6542" y="1"/>
                    <a:pt x="6111"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661" name="Google Shape;661;p28">
              <a:extLst>
                <a:ext uri="{FF2B5EF4-FFF2-40B4-BE49-F238E27FC236}">
                  <a16:creationId xmlns:a16="http://schemas.microsoft.com/office/drawing/2014/main" id="{67783DB1-8117-DF2B-3D13-E0B6F8FE28C0}"/>
                </a:ext>
              </a:extLst>
            </p:cNvPr>
            <p:cNvSpPr/>
            <p:nvPr/>
          </p:nvSpPr>
          <p:spPr>
            <a:xfrm>
              <a:off x="1278300" y="911700"/>
              <a:ext cx="3126947" cy="698925"/>
            </a:xfrm>
            <a:custGeom>
              <a:avLst/>
              <a:gdLst/>
              <a:ahLst/>
              <a:cxnLst/>
              <a:rect l="l" t="t" r="r" b="b"/>
              <a:pathLst>
                <a:path w="116265" h="27957" extrusionOk="0">
                  <a:moveTo>
                    <a:pt x="0" y="1"/>
                  </a:moveTo>
                  <a:lnTo>
                    <a:pt x="0" y="21741"/>
                  </a:lnTo>
                  <a:lnTo>
                    <a:pt x="0" y="23361"/>
                  </a:lnTo>
                  <a:cubicBezTo>
                    <a:pt x="0" y="27653"/>
                    <a:pt x="3455" y="27952"/>
                    <a:pt x="6111" y="27952"/>
                  </a:cubicBezTo>
                  <a:cubicBezTo>
                    <a:pt x="6542" y="27952"/>
                    <a:pt x="6952" y="27945"/>
                    <a:pt x="7323" y="27945"/>
                  </a:cubicBezTo>
                  <a:lnTo>
                    <a:pt x="7323" y="27956"/>
                  </a:lnTo>
                  <a:lnTo>
                    <a:pt x="104597" y="27956"/>
                  </a:lnTo>
                  <a:cubicBezTo>
                    <a:pt x="111038" y="27956"/>
                    <a:pt x="116265" y="22730"/>
                    <a:pt x="116265" y="16276"/>
                  </a:cubicBezTo>
                  <a:cubicBezTo>
                    <a:pt x="116265" y="9835"/>
                    <a:pt x="111038" y="4608"/>
                    <a:pt x="104597" y="4608"/>
                  </a:cubicBezTo>
                  <a:lnTo>
                    <a:pt x="7323" y="4608"/>
                  </a:lnTo>
                  <a:lnTo>
                    <a:pt x="7323" y="4596"/>
                  </a:lnTo>
                  <a:cubicBezTo>
                    <a:pt x="6961" y="4596"/>
                    <a:pt x="6563" y="4604"/>
                    <a:pt x="6144" y="4604"/>
                  </a:cubicBezTo>
                  <a:cubicBezTo>
                    <a:pt x="3484" y="4604"/>
                    <a:pt x="0" y="4310"/>
                    <a:pt x="0" y="1"/>
                  </a:cubicBezTo>
                  <a:close/>
                </a:path>
              </a:pathLst>
            </a:custGeom>
            <a:solidFill>
              <a:srgbClr val="5EB2FC"/>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662" name="Google Shape;662;p28">
              <a:extLst>
                <a:ext uri="{FF2B5EF4-FFF2-40B4-BE49-F238E27FC236}">
                  <a16:creationId xmlns:a16="http://schemas.microsoft.com/office/drawing/2014/main" id="{3834F92A-9291-C1F9-5C7D-ED295076726F}"/>
                </a:ext>
              </a:extLst>
            </p:cNvPr>
            <p:cNvSpPr/>
            <p:nvPr/>
          </p:nvSpPr>
          <p:spPr>
            <a:xfrm>
              <a:off x="1278288" y="950100"/>
              <a:ext cx="863225" cy="583725"/>
            </a:xfrm>
            <a:custGeom>
              <a:avLst/>
              <a:gdLst/>
              <a:ahLst/>
              <a:cxnLst/>
              <a:rect l="l" t="t" r="r" b="b"/>
              <a:pathLst>
                <a:path w="34529" h="23349" extrusionOk="0">
                  <a:moveTo>
                    <a:pt x="179" y="1"/>
                  </a:moveTo>
                  <a:cubicBezTo>
                    <a:pt x="60" y="441"/>
                    <a:pt x="0" y="929"/>
                    <a:pt x="0" y="1513"/>
                  </a:cubicBezTo>
                  <a:lnTo>
                    <a:pt x="0" y="3120"/>
                  </a:lnTo>
                  <a:lnTo>
                    <a:pt x="0" y="20205"/>
                  </a:lnTo>
                  <a:lnTo>
                    <a:pt x="0" y="21825"/>
                  </a:lnTo>
                  <a:cubicBezTo>
                    <a:pt x="0" y="22396"/>
                    <a:pt x="60" y="22908"/>
                    <a:pt x="179" y="23349"/>
                  </a:cubicBezTo>
                  <a:cubicBezTo>
                    <a:pt x="934" y="20479"/>
                    <a:pt x="3946" y="20258"/>
                    <a:pt x="6319" y="20258"/>
                  </a:cubicBezTo>
                  <a:cubicBezTo>
                    <a:pt x="6752" y="20258"/>
                    <a:pt x="7164" y="20265"/>
                    <a:pt x="7537" y="20265"/>
                  </a:cubicBezTo>
                  <a:lnTo>
                    <a:pt x="22527" y="20265"/>
                  </a:lnTo>
                  <a:cubicBezTo>
                    <a:pt x="29159" y="20265"/>
                    <a:pt x="34528" y="15038"/>
                    <a:pt x="34528" y="8597"/>
                  </a:cubicBezTo>
                  <a:cubicBezTo>
                    <a:pt x="34528" y="6597"/>
                    <a:pt x="34016" y="4715"/>
                    <a:pt x="33112" y="3072"/>
                  </a:cubicBezTo>
                  <a:lnTo>
                    <a:pt x="7323" y="3072"/>
                  </a:lnTo>
                  <a:lnTo>
                    <a:pt x="7323" y="3060"/>
                  </a:lnTo>
                  <a:cubicBezTo>
                    <a:pt x="6959" y="3060"/>
                    <a:pt x="6557" y="3068"/>
                    <a:pt x="6134" y="3068"/>
                  </a:cubicBezTo>
                  <a:cubicBezTo>
                    <a:pt x="3834" y="3068"/>
                    <a:pt x="923" y="2847"/>
                    <a:pt x="179" y="1"/>
                  </a:cubicBezTo>
                  <a:close/>
                </a:path>
              </a:pathLst>
            </a:custGeom>
            <a:solidFill>
              <a:srgbClr val="0C8AE8"/>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663" name="Google Shape;663;p28">
              <a:extLst>
                <a:ext uri="{FF2B5EF4-FFF2-40B4-BE49-F238E27FC236}">
                  <a16:creationId xmlns:a16="http://schemas.microsoft.com/office/drawing/2014/main" id="{108EDB91-5077-4C98-66A2-4022575F5CDC}"/>
                </a:ext>
              </a:extLst>
            </p:cNvPr>
            <p:cNvSpPr/>
            <p:nvPr/>
          </p:nvSpPr>
          <p:spPr>
            <a:xfrm>
              <a:off x="1278288" y="812400"/>
              <a:ext cx="839100" cy="698800"/>
            </a:xfrm>
            <a:custGeom>
              <a:avLst/>
              <a:gdLst/>
              <a:ahLst/>
              <a:cxnLst/>
              <a:rect l="l" t="t" r="r" b="b"/>
              <a:pathLst>
                <a:path w="33564" h="27952" extrusionOk="0">
                  <a:moveTo>
                    <a:pt x="6144" y="1"/>
                  </a:moveTo>
                  <a:cubicBezTo>
                    <a:pt x="3484" y="1"/>
                    <a:pt x="0" y="294"/>
                    <a:pt x="0" y="4604"/>
                  </a:cubicBezTo>
                  <a:lnTo>
                    <a:pt x="0" y="6211"/>
                  </a:lnTo>
                  <a:lnTo>
                    <a:pt x="0" y="27952"/>
                  </a:lnTo>
                  <a:cubicBezTo>
                    <a:pt x="0" y="23660"/>
                    <a:pt x="3455" y="23360"/>
                    <a:pt x="6111" y="23360"/>
                  </a:cubicBezTo>
                  <a:cubicBezTo>
                    <a:pt x="6542" y="23360"/>
                    <a:pt x="6952" y="23368"/>
                    <a:pt x="7323" y="23368"/>
                  </a:cubicBezTo>
                  <a:lnTo>
                    <a:pt x="7323" y="23356"/>
                  </a:lnTo>
                  <a:lnTo>
                    <a:pt x="21896" y="23356"/>
                  </a:lnTo>
                  <a:cubicBezTo>
                    <a:pt x="28337" y="23356"/>
                    <a:pt x="33564" y="18129"/>
                    <a:pt x="33564" y="11688"/>
                  </a:cubicBezTo>
                  <a:cubicBezTo>
                    <a:pt x="33564" y="5235"/>
                    <a:pt x="28337" y="8"/>
                    <a:pt x="21896" y="8"/>
                  </a:cubicBezTo>
                  <a:lnTo>
                    <a:pt x="7323" y="8"/>
                  </a:lnTo>
                  <a:cubicBezTo>
                    <a:pt x="6961" y="8"/>
                    <a:pt x="6563" y="1"/>
                    <a:pt x="6144" y="1"/>
                  </a:cubicBezTo>
                  <a:close/>
                </a:path>
              </a:pathLst>
            </a:custGeom>
            <a:solidFill>
              <a:srgbClr val="869FB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664" name="Google Shape;664;p28">
              <a:extLst>
                <a:ext uri="{FF2B5EF4-FFF2-40B4-BE49-F238E27FC236}">
                  <a16:creationId xmlns:a16="http://schemas.microsoft.com/office/drawing/2014/main" id="{4D0A26E1-F234-83DE-FE70-88D195F4822A}"/>
                </a:ext>
              </a:extLst>
            </p:cNvPr>
            <p:cNvSpPr/>
            <p:nvPr/>
          </p:nvSpPr>
          <p:spPr>
            <a:xfrm>
              <a:off x="3872250" y="1102000"/>
              <a:ext cx="434700" cy="434700"/>
            </a:xfrm>
            <a:prstGeom prst="ellipse">
              <a:avLst/>
            </a:pr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2933" b="0" i="0" u="none" strike="noStrike" kern="1200" cap="none" spc="0" normalizeH="0" baseline="0" noProof="0">
                  <a:ln>
                    <a:noFill/>
                  </a:ln>
                  <a:solidFill>
                    <a:srgbClr val="5EB2FC"/>
                  </a:solidFill>
                  <a:effectLst/>
                  <a:uLnTx/>
                  <a:uFillTx/>
                  <a:latin typeface="Fira Sans Extra Condensed Medium"/>
                  <a:ea typeface="Fira Sans Extra Condensed Medium"/>
                  <a:cs typeface="Fira Sans Extra Condensed Medium"/>
                  <a:sym typeface="Fira Sans Extra Condensed Medium"/>
                </a:rPr>
                <a:t>1</a:t>
              </a:r>
              <a:endParaRPr kumimoji="0" sz="2933" b="0" i="0" u="none" strike="noStrike" kern="1200" cap="none" spc="0" normalizeH="0" baseline="0" noProof="0" dirty="0">
                <a:ln>
                  <a:noFill/>
                </a:ln>
                <a:solidFill>
                  <a:srgbClr val="5EB2FC"/>
                </a:solidFill>
                <a:effectLst/>
                <a:uLnTx/>
                <a:uFillTx/>
                <a:latin typeface="Fira Sans Extra Condensed Medium"/>
                <a:ea typeface="Fira Sans Extra Condensed Medium"/>
                <a:cs typeface="Fira Sans Extra Condensed Medium"/>
                <a:sym typeface="Fira Sans Extra Condensed Medium"/>
              </a:endParaRPr>
            </a:p>
          </p:txBody>
        </p:sp>
        <p:sp>
          <p:nvSpPr>
            <p:cNvPr id="665" name="Google Shape;665;p28">
              <a:extLst>
                <a:ext uri="{FF2B5EF4-FFF2-40B4-BE49-F238E27FC236}">
                  <a16:creationId xmlns:a16="http://schemas.microsoft.com/office/drawing/2014/main" id="{2D66E1FE-228A-13B2-D16D-4F9DE00EBD74}"/>
                </a:ext>
              </a:extLst>
            </p:cNvPr>
            <p:cNvSpPr/>
            <p:nvPr/>
          </p:nvSpPr>
          <p:spPr>
            <a:xfrm>
              <a:off x="2258837" y="1183750"/>
              <a:ext cx="1515115" cy="2712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tabLst/>
                <a:defRPr/>
              </a:pPr>
              <a:r>
                <a:rPr kumimoji="0" lang="es-DO" sz="2267" b="0" i="0" u="none" strike="noStrike" kern="120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ENSEÑANZA</a:t>
              </a:r>
              <a:endParaRPr kumimoji="0" sz="2400" b="0" i="0" u="none" strike="noStrike" kern="1200" cap="none" spc="0" normalizeH="0" baseline="0" noProof="0" dirty="0">
                <a:ln>
                  <a:noFill/>
                </a:ln>
                <a:solidFill>
                  <a:srgbClr val="FFFFFF"/>
                </a:solidFill>
                <a:effectLst/>
                <a:uLnTx/>
                <a:uFillTx/>
                <a:latin typeface="Arial"/>
                <a:ea typeface="+mn-ea"/>
                <a:cs typeface="+mn-cs"/>
              </a:endParaRPr>
            </a:p>
          </p:txBody>
        </p:sp>
      </p:grpSp>
      <p:sp>
        <p:nvSpPr>
          <p:cNvPr id="14" name="CuadroTexto 13">
            <a:extLst>
              <a:ext uri="{FF2B5EF4-FFF2-40B4-BE49-F238E27FC236}">
                <a16:creationId xmlns:a16="http://schemas.microsoft.com/office/drawing/2014/main" id="{E41E5DFE-8820-271D-8471-D1C9383EAFE4}"/>
              </a:ext>
            </a:extLst>
          </p:cNvPr>
          <p:cNvSpPr txBox="1"/>
          <p:nvPr/>
        </p:nvSpPr>
        <p:spPr>
          <a:xfrm>
            <a:off x="3894761" y="590189"/>
            <a:ext cx="7471099" cy="1200329"/>
          </a:xfrm>
          <a:prstGeom prst="rect">
            <a:avLst/>
          </a:prstGeom>
          <a:noFill/>
        </p:spPr>
        <p:txBody>
          <a:bodyPr wrap="square">
            <a:spAutoFit/>
          </a:bodyPr>
          <a:lstStyle/>
          <a:p>
            <a:pPr lvl="0" algn="just">
              <a:defRPr/>
            </a:pPr>
            <a:r>
              <a:rPr lang="es-DO" sz="2400" dirty="0">
                <a:solidFill>
                  <a:schemeClr val="bg1"/>
                </a:solidFill>
                <a:latin typeface="Verlag Black" pitchFamily="2" charset="0"/>
              </a:rPr>
              <a:t>Dios se encarga de recompensar al que hace lo bueno en anonimato, pues Él ha dado promesas fieles para el que procede con modestia.</a:t>
            </a:r>
          </a:p>
        </p:txBody>
      </p:sp>
      <p:sp>
        <p:nvSpPr>
          <p:cNvPr id="23" name="CuadroTexto 22">
            <a:extLst>
              <a:ext uri="{FF2B5EF4-FFF2-40B4-BE49-F238E27FC236}">
                <a16:creationId xmlns:a16="http://schemas.microsoft.com/office/drawing/2014/main" id="{6AEBE4A3-DC35-6A0F-17C8-90D058EA4F28}"/>
              </a:ext>
            </a:extLst>
          </p:cNvPr>
          <p:cNvSpPr txBox="1"/>
          <p:nvPr/>
        </p:nvSpPr>
        <p:spPr>
          <a:xfrm>
            <a:off x="0" y="-3876"/>
            <a:ext cx="12192000" cy="461665"/>
          </a:xfrm>
          <a:prstGeom prst="rect">
            <a:avLst/>
          </a:prstGeom>
          <a:solidFill>
            <a:srgbClr val="92D050"/>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2400" b="1" i="0" u="none" strike="noStrike" kern="1200" cap="none" spc="0" normalizeH="0" baseline="0" noProof="0" dirty="0">
                <a:ln>
                  <a:noFill/>
                </a:ln>
                <a:solidFill>
                  <a:srgbClr val="000000"/>
                </a:solidFill>
                <a:uLnTx/>
                <a:uFillTx/>
                <a:latin typeface="Verlag Light" pitchFamily="2" charset="0"/>
                <a:ea typeface="+mn-ea"/>
                <a:cs typeface="+mn-cs"/>
              </a:rPr>
              <a:t>DATOS GENERALES ACERCA DEL TEMA</a:t>
            </a:r>
          </a:p>
        </p:txBody>
      </p:sp>
      <p:pic>
        <p:nvPicPr>
          <p:cNvPr id="15" name="Gráfico 14" descr="Libro abierto contorno">
            <a:extLst>
              <a:ext uri="{FF2B5EF4-FFF2-40B4-BE49-F238E27FC236}">
                <a16:creationId xmlns:a16="http://schemas.microsoft.com/office/drawing/2014/main" id="{ED8163CA-6A83-3002-7CCD-18281C94E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925" y="488125"/>
            <a:ext cx="914400" cy="914400"/>
          </a:xfrm>
          <a:prstGeom prst="rect">
            <a:avLst/>
          </a:prstGeom>
        </p:spPr>
      </p:pic>
      <p:grpSp>
        <p:nvGrpSpPr>
          <p:cNvPr id="2" name="Google Shape;638;p28">
            <a:extLst>
              <a:ext uri="{FF2B5EF4-FFF2-40B4-BE49-F238E27FC236}">
                <a16:creationId xmlns:a16="http://schemas.microsoft.com/office/drawing/2014/main" id="{E773434D-B196-90C3-A9DF-6C42538516F6}"/>
              </a:ext>
            </a:extLst>
          </p:cNvPr>
          <p:cNvGrpSpPr/>
          <p:nvPr/>
        </p:nvGrpSpPr>
        <p:grpSpPr>
          <a:xfrm>
            <a:off x="156201" y="3017233"/>
            <a:ext cx="3726000" cy="1080067"/>
            <a:chOff x="1278288" y="2622125"/>
            <a:chExt cx="3126959" cy="810050"/>
          </a:xfrm>
        </p:grpSpPr>
        <p:sp>
          <p:nvSpPr>
            <p:cNvPr id="3" name="Google Shape;639;p28">
              <a:extLst>
                <a:ext uri="{FF2B5EF4-FFF2-40B4-BE49-F238E27FC236}">
                  <a16:creationId xmlns:a16="http://schemas.microsoft.com/office/drawing/2014/main" id="{E633C216-EFF9-6DE6-B8D7-4DC29C73C89C}"/>
                </a:ext>
              </a:extLst>
            </p:cNvPr>
            <p:cNvSpPr/>
            <p:nvPr/>
          </p:nvSpPr>
          <p:spPr>
            <a:xfrm>
              <a:off x="1278288" y="2622125"/>
              <a:ext cx="839100" cy="698525"/>
            </a:xfrm>
            <a:custGeom>
              <a:avLst/>
              <a:gdLst/>
              <a:ahLst/>
              <a:cxnLst/>
              <a:rect l="l" t="t" r="r" b="b"/>
              <a:pathLst>
                <a:path w="33564" h="27941" extrusionOk="0">
                  <a:moveTo>
                    <a:pt x="6111" y="1"/>
                  </a:moveTo>
                  <a:cubicBezTo>
                    <a:pt x="3455" y="1"/>
                    <a:pt x="0" y="300"/>
                    <a:pt x="0" y="4593"/>
                  </a:cubicBezTo>
                  <a:lnTo>
                    <a:pt x="0" y="6200"/>
                  </a:lnTo>
                  <a:lnTo>
                    <a:pt x="0" y="27941"/>
                  </a:lnTo>
                  <a:cubicBezTo>
                    <a:pt x="0" y="23649"/>
                    <a:pt x="3455" y="23349"/>
                    <a:pt x="6111" y="23349"/>
                  </a:cubicBezTo>
                  <a:cubicBezTo>
                    <a:pt x="6542" y="23349"/>
                    <a:pt x="6952" y="23357"/>
                    <a:pt x="7323" y="23357"/>
                  </a:cubicBezTo>
                  <a:lnTo>
                    <a:pt x="7323" y="23345"/>
                  </a:lnTo>
                  <a:lnTo>
                    <a:pt x="21896" y="23345"/>
                  </a:lnTo>
                  <a:cubicBezTo>
                    <a:pt x="28337" y="23345"/>
                    <a:pt x="33564" y="18118"/>
                    <a:pt x="33564" y="11677"/>
                  </a:cubicBezTo>
                  <a:cubicBezTo>
                    <a:pt x="33564" y="5236"/>
                    <a:pt x="28337" y="9"/>
                    <a:pt x="21896" y="9"/>
                  </a:cubicBezTo>
                  <a:lnTo>
                    <a:pt x="7323" y="9"/>
                  </a:lnTo>
                  <a:cubicBezTo>
                    <a:pt x="6952" y="9"/>
                    <a:pt x="6542" y="1"/>
                    <a:pt x="6111"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4" name="Google Shape;640;p28">
              <a:extLst>
                <a:ext uri="{FF2B5EF4-FFF2-40B4-BE49-F238E27FC236}">
                  <a16:creationId xmlns:a16="http://schemas.microsoft.com/office/drawing/2014/main" id="{0F22DEC2-F88F-E664-9A68-828DC51A909A}"/>
                </a:ext>
              </a:extLst>
            </p:cNvPr>
            <p:cNvSpPr/>
            <p:nvPr/>
          </p:nvSpPr>
          <p:spPr>
            <a:xfrm>
              <a:off x="1278300" y="2733350"/>
              <a:ext cx="3126947" cy="698825"/>
            </a:xfrm>
            <a:custGeom>
              <a:avLst/>
              <a:gdLst/>
              <a:ahLst/>
              <a:cxnLst/>
              <a:rect l="l" t="t" r="r" b="b"/>
              <a:pathLst>
                <a:path w="116265" h="27953" extrusionOk="0">
                  <a:moveTo>
                    <a:pt x="0" y="1"/>
                  </a:moveTo>
                  <a:lnTo>
                    <a:pt x="0" y="21742"/>
                  </a:lnTo>
                  <a:lnTo>
                    <a:pt x="0" y="23349"/>
                  </a:lnTo>
                  <a:cubicBezTo>
                    <a:pt x="0" y="27653"/>
                    <a:pt x="3457" y="27953"/>
                    <a:pt x="6114" y="27953"/>
                  </a:cubicBezTo>
                  <a:cubicBezTo>
                    <a:pt x="6544" y="27953"/>
                    <a:pt x="6953" y="27945"/>
                    <a:pt x="7323" y="27945"/>
                  </a:cubicBezTo>
                  <a:lnTo>
                    <a:pt x="104597" y="27945"/>
                  </a:lnTo>
                  <a:cubicBezTo>
                    <a:pt x="111038" y="27945"/>
                    <a:pt x="116265" y="22730"/>
                    <a:pt x="116265" y="16277"/>
                  </a:cubicBezTo>
                  <a:cubicBezTo>
                    <a:pt x="116265" y="9835"/>
                    <a:pt x="111038" y="4608"/>
                    <a:pt x="104597" y="4608"/>
                  </a:cubicBezTo>
                  <a:lnTo>
                    <a:pt x="7323" y="4608"/>
                  </a:lnTo>
                  <a:lnTo>
                    <a:pt x="7323" y="4597"/>
                  </a:lnTo>
                  <a:cubicBezTo>
                    <a:pt x="6961" y="4597"/>
                    <a:pt x="6563" y="4604"/>
                    <a:pt x="6144" y="4604"/>
                  </a:cubicBezTo>
                  <a:cubicBezTo>
                    <a:pt x="3484" y="4604"/>
                    <a:pt x="0" y="4311"/>
                    <a:pt x="0" y="1"/>
                  </a:cubicBezTo>
                  <a:close/>
                </a:path>
              </a:pathLst>
            </a:custGeom>
            <a:solidFill>
              <a:srgbClr val="EC3A3B"/>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5" name="Google Shape;641;p28">
              <a:extLst>
                <a:ext uri="{FF2B5EF4-FFF2-40B4-BE49-F238E27FC236}">
                  <a16:creationId xmlns:a16="http://schemas.microsoft.com/office/drawing/2014/main" id="{58CC4AD4-C3EC-5FD7-6872-4FD571ED64DA}"/>
                </a:ext>
              </a:extLst>
            </p:cNvPr>
            <p:cNvSpPr/>
            <p:nvPr/>
          </p:nvSpPr>
          <p:spPr>
            <a:xfrm>
              <a:off x="1278288" y="2771750"/>
              <a:ext cx="863225" cy="583725"/>
            </a:xfrm>
            <a:custGeom>
              <a:avLst/>
              <a:gdLst/>
              <a:ahLst/>
              <a:cxnLst/>
              <a:rect l="l" t="t" r="r" b="b"/>
              <a:pathLst>
                <a:path w="34529" h="23349" extrusionOk="0">
                  <a:moveTo>
                    <a:pt x="179" y="1"/>
                  </a:moveTo>
                  <a:cubicBezTo>
                    <a:pt x="60" y="441"/>
                    <a:pt x="0" y="929"/>
                    <a:pt x="0" y="1501"/>
                  </a:cubicBezTo>
                  <a:lnTo>
                    <a:pt x="0" y="3120"/>
                  </a:lnTo>
                  <a:lnTo>
                    <a:pt x="0" y="20206"/>
                  </a:lnTo>
                  <a:lnTo>
                    <a:pt x="0" y="21813"/>
                  </a:lnTo>
                  <a:cubicBezTo>
                    <a:pt x="0" y="22396"/>
                    <a:pt x="60" y="22908"/>
                    <a:pt x="179" y="23349"/>
                  </a:cubicBezTo>
                  <a:cubicBezTo>
                    <a:pt x="934" y="20479"/>
                    <a:pt x="3946" y="20258"/>
                    <a:pt x="6319" y="20258"/>
                  </a:cubicBezTo>
                  <a:cubicBezTo>
                    <a:pt x="6752" y="20258"/>
                    <a:pt x="7164" y="20265"/>
                    <a:pt x="7537" y="20265"/>
                  </a:cubicBezTo>
                  <a:lnTo>
                    <a:pt x="22527" y="20265"/>
                  </a:lnTo>
                  <a:cubicBezTo>
                    <a:pt x="29159" y="20265"/>
                    <a:pt x="34528" y="15038"/>
                    <a:pt x="34528" y="8585"/>
                  </a:cubicBezTo>
                  <a:cubicBezTo>
                    <a:pt x="34528" y="6597"/>
                    <a:pt x="34016" y="4716"/>
                    <a:pt x="33112" y="3072"/>
                  </a:cubicBezTo>
                  <a:lnTo>
                    <a:pt x="7323" y="3072"/>
                  </a:lnTo>
                  <a:lnTo>
                    <a:pt x="7323" y="3061"/>
                  </a:lnTo>
                  <a:cubicBezTo>
                    <a:pt x="6959" y="3061"/>
                    <a:pt x="6557" y="3068"/>
                    <a:pt x="6134" y="3068"/>
                  </a:cubicBezTo>
                  <a:cubicBezTo>
                    <a:pt x="3834" y="3068"/>
                    <a:pt x="923" y="2847"/>
                    <a:pt x="179" y="1"/>
                  </a:cubicBezTo>
                  <a:close/>
                </a:path>
              </a:pathLst>
            </a:custGeom>
            <a:solidFill>
              <a:srgbClr val="C11019"/>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6" name="Google Shape;642;p28">
              <a:extLst>
                <a:ext uri="{FF2B5EF4-FFF2-40B4-BE49-F238E27FC236}">
                  <a16:creationId xmlns:a16="http://schemas.microsoft.com/office/drawing/2014/main" id="{46DA858E-0801-3DAE-8A43-5C439A1E7C67}"/>
                </a:ext>
              </a:extLst>
            </p:cNvPr>
            <p:cNvSpPr/>
            <p:nvPr/>
          </p:nvSpPr>
          <p:spPr>
            <a:xfrm>
              <a:off x="1278288" y="2634050"/>
              <a:ext cx="839100" cy="698800"/>
            </a:xfrm>
            <a:custGeom>
              <a:avLst/>
              <a:gdLst/>
              <a:ahLst/>
              <a:cxnLst/>
              <a:rect l="l" t="t" r="r" b="b"/>
              <a:pathLst>
                <a:path w="33564" h="27952" extrusionOk="0">
                  <a:moveTo>
                    <a:pt x="6114" y="0"/>
                  </a:moveTo>
                  <a:cubicBezTo>
                    <a:pt x="3457" y="0"/>
                    <a:pt x="0" y="300"/>
                    <a:pt x="0" y="4604"/>
                  </a:cubicBezTo>
                  <a:lnTo>
                    <a:pt x="0" y="6211"/>
                  </a:lnTo>
                  <a:lnTo>
                    <a:pt x="0" y="27952"/>
                  </a:lnTo>
                  <a:cubicBezTo>
                    <a:pt x="0" y="23660"/>
                    <a:pt x="3455" y="23360"/>
                    <a:pt x="6111" y="23360"/>
                  </a:cubicBezTo>
                  <a:cubicBezTo>
                    <a:pt x="6542" y="23360"/>
                    <a:pt x="6952" y="23368"/>
                    <a:pt x="7323" y="23368"/>
                  </a:cubicBezTo>
                  <a:lnTo>
                    <a:pt x="7323" y="23356"/>
                  </a:lnTo>
                  <a:lnTo>
                    <a:pt x="21896" y="23356"/>
                  </a:lnTo>
                  <a:cubicBezTo>
                    <a:pt x="28337" y="23356"/>
                    <a:pt x="33564" y="18129"/>
                    <a:pt x="33564" y="11688"/>
                  </a:cubicBezTo>
                  <a:cubicBezTo>
                    <a:pt x="33564" y="5235"/>
                    <a:pt x="28337" y="8"/>
                    <a:pt x="21896" y="8"/>
                  </a:cubicBezTo>
                  <a:lnTo>
                    <a:pt x="7323" y="8"/>
                  </a:lnTo>
                  <a:cubicBezTo>
                    <a:pt x="6953" y="8"/>
                    <a:pt x="6544" y="0"/>
                    <a:pt x="6114" y="0"/>
                  </a:cubicBezTo>
                  <a:close/>
                </a:path>
              </a:pathLst>
            </a:custGeom>
            <a:solidFill>
              <a:srgbClr val="869FB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7" name="Google Shape;643;p28">
              <a:extLst>
                <a:ext uri="{FF2B5EF4-FFF2-40B4-BE49-F238E27FC236}">
                  <a16:creationId xmlns:a16="http://schemas.microsoft.com/office/drawing/2014/main" id="{04089A99-6CAA-2220-29FA-530CFF551245}"/>
                </a:ext>
              </a:extLst>
            </p:cNvPr>
            <p:cNvSpPr/>
            <p:nvPr/>
          </p:nvSpPr>
          <p:spPr>
            <a:xfrm>
              <a:off x="3872250" y="2923650"/>
              <a:ext cx="434700" cy="434700"/>
            </a:xfrm>
            <a:prstGeom prst="ellipse">
              <a:avLst/>
            </a:pr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2933" b="0" i="0" u="none" strike="noStrike" kern="1200" cap="none" spc="0" normalizeH="0" baseline="0" noProof="0">
                  <a:ln>
                    <a:noFill/>
                  </a:ln>
                  <a:solidFill>
                    <a:srgbClr val="EC3A3B"/>
                  </a:solidFill>
                  <a:effectLst/>
                  <a:uLnTx/>
                  <a:uFillTx/>
                  <a:latin typeface="Fira Sans Extra Condensed Medium"/>
                  <a:ea typeface="Fira Sans Extra Condensed Medium"/>
                  <a:cs typeface="Fira Sans Extra Condensed Medium"/>
                  <a:sym typeface="Fira Sans Extra Condensed Medium"/>
                </a:rPr>
                <a:t>3</a:t>
              </a:r>
              <a:endParaRPr kumimoji="0" sz="2933" b="0" i="0" u="none" strike="noStrike" kern="1200" cap="none" spc="0" normalizeH="0" baseline="0" noProof="0" dirty="0">
                <a:ln>
                  <a:noFill/>
                </a:ln>
                <a:solidFill>
                  <a:srgbClr val="EC3A3B"/>
                </a:solidFill>
                <a:effectLst/>
                <a:uLnTx/>
                <a:uFillTx/>
                <a:latin typeface="Fira Sans Extra Condensed Medium"/>
                <a:ea typeface="Fira Sans Extra Condensed Medium"/>
                <a:cs typeface="Fira Sans Extra Condensed Medium"/>
                <a:sym typeface="Fira Sans Extra Condensed Medium"/>
              </a:endParaRPr>
            </a:p>
          </p:txBody>
        </p:sp>
        <p:sp>
          <p:nvSpPr>
            <p:cNvPr id="8" name="Google Shape;644;p28">
              <a:extLst>
                <a:ext uri="{FF2B5EF4-FFF2-40B4-BE49-F238E27FC236}">
                  <a16:creationId xmlns:a16="http://schemas.microsoft.com/office/drawing/2014/main" id="{C9052BFD-70DC-3621-63A1-E85C2582168C}"/>
                </a:ext>
              </a:extLst>
            </p:cNvPr>
            <p:cNvSpPr/>
            <p:nvPr/>
          </p:nvSpPr>
          <p:spPr>
            <a:xfrm>
              <a:off x="2101370" y="3005400"/>
              <a:ext cx="1777381" cy="2712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tabLst/>
                <a:defRPr/>
              </a:pPr>
              <a:r>
                <a:rPr kumimoji="0" lang="es-DO" sz="2267" b="0" i="0" u="none" strike="noStrike" kern="120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PERSONAJES</a:t>
              </a:r>
              <a:endParaRPr kumimoji="0" sz="2400" b="0" i="0" u="none" strike="noStrike" kern="1200" cap="none" spc="0" normalizeH="0" baseline="0" noProof="0" dirty="0">
                <a:ln>
                  <a:noFill/>
                </a:ln>
                <a:solidFill>
                  <a:srgbClr val="FFFFFF"/>
                </a:solidFill>
                <a:effectLst/>
                <a:uLnTx/>
                <a:uFillTx/>
                <a:latin typeface="Arial"/>
                <a:ea typeface="+mn-ea"/>
                <a:cs typeface="+mn-cs"/>
              </a:endParaRPr>
            </a:p>
          </p:txBody>
        </p:sp>
      </p:grpSp>
      <p:pic>
        <p:nvPicPr>
          <p:cNvPr id="9" name="Gráfico 8" descr="Grupo de hombres contorno">
            <a:extLst>
              <a:ext uri="{FF2B5EF4-FFF2-40B4-BE49-F238E27FC236}">
                <a16:creationId xmlns:a16="http://schemas.microsoft.com/office/drawing/2014/main" id="{DCC4846E-3AB7-6821-0D09-68D9EFDEE3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387" y="3070963"/>
            <a:ext cx="736083" cy="736083"/>
          </a:xfrm>
          <a:prstGeom prst="rect">
            <a:avLst/>
          </a:prstGeom>
        </p:spPr>
      </p:pic>
      <p:sp>
        <p:nvSpPr>
          <p:cNvPr id="10" name="CuadroTexto 9">
            <a:extLst>
              <a:ext uri="{FF2B5EF4-FFF2-40B4-BE49-F238E27FC236}">
                <a16:creationId xmlns:a16="http://schemas.microsoft.com/office/drawing/2014/main" id="{03E18C94-4733-36CA-A68D-9B41CEB0F183}"/>
              </a:ext>
            </a:extLst>
          </p:cNvPr>
          <p:cNvSpPr txBox="1"/>
          <p:nvPr/>
        </p:nvSpPr>
        <p:spPr>
          <a:xfrm>
            <a:off x="3894761" y="3394002"/>
            <a:ext cx="7888599" cy="461665"/>
          </a:xfrm>
          <a:prstGeom prst="rect">
            <a:avLst/>
          </a:prstGeom>
          <a:noFill/>
        </p:spPr>
        <p:txBody>
          <a:bodyPr wrap="square">
            <a:spAutoFit/>
          </a:bodyPr>
          <a:lstStyle/>
          <a:p>
            <a:pPr lvl="0" algn="just">
              <a:defRPr/>
            </a:pPr>
            <a:r>
              <a:rPr lang="es-DO" sz="2400" dirty="0">
                <a:solidFill>
                  <a:schemeClr val="bg1"/>
                </a:solidFill>
                <a:latin typeface="Verlag Black" pitchFamily="2" charset="0"/>
              </a:rPr>
              <a:t>Dios, Jesús, los discípulos, Pablo, Pedro, los ministros.</a:t>
            </a:r>
          </a:p>
        </p:txBody>
      </p:sp>
      <p:grpSp>
        <p:nvGrpSpPr>
          <p:cNvPr id="11" name="Google Shape;627;p28">
            <a:extLst>
              <a:ext uri="{FF2B5EF4-FFF2-40B4-BE49-F238E27FC236}">
                <a16:creationId xmlns:a16="http://schemas.microsoft.com/office/drawing/2014/main" id="{815E2BA3-5B70-9806-AE63-E37AFB2FBCAC}"/>
              </a:ext>
            </a:extLst>
          </p:cNvPr>
          <p:cNvGrpSpPr/>
          <p:nvPr/>
        </p:nvGrpSpPr>
        <p:grpSpPr>
          <a:xfrm>
            <a:off x="198905" y="4207034"/>
            <a:ext cx="3726000" cy="1080067"/>
            <a:chOff x="1278288" y="3532950"/>
            <a:chExt cx="3126959" cy="810050"/>
          </a:xfrm>
          <a:solidFill>
            <a:srgbClr val="00A2E3"/>
          </a:solidFill>
        </p:grpSpPr>
        <p:sp>
          <p:nvSpPr>
            <p:cNvPr id="12" name="Google Shape;628;p28">
              <a:extLst>
                <a:ext uri="{FF2B5EF4-FFF2-40B4-BE49-F238E27FC236}">
                  <a16:creationId xmlns:a16="http://schemas.microsoft.com/office/drawing/2014/main" id="{0A4A9A06-A8A2-F973-B9D2-3619050EDC83}"/>
                </a:ext>
              </a:extLst>
            </p:cNvPr>
            <p:cNvSpPr/>
            <p:nvPr/>
          </p:nvSpPr>
          <p:spPr>
            <a:xfrm>
              <a:off x="1278288" y="3532950"/>
              <a:ext cx="839100" cy="698525"/>
            </a:xfrm>
            <a:custGeom>
              <a:avLst/>
              <a:gdLst/>
              <a:ahLst/>
              <a:cxnLst/>
              <a:rect l="l" t="t" r="r" b="b"/>
              <a:pathLst>
                <a:path w="33564" h="27941" extrusionOk="0">
                  <a:moveTo>
                    <a:pt x="6111" y="1"/>
                  </a:moveTo>
                  <a:cubicBezTo>
                    <a:pt x="3455" y="1"/>
                    <a:pt x="0" y="301"/>
                    <a:pt x="0" y="4593"/>
                  </a:cubicBezTo>
                  <a:lnTo>
                    <a:pt x="0" y="6200"/>
                  </a:lnTo>
                  <a:lnTo>
                    <a:pt x="0" y="27941"/>
                  </a:lnTo>
                  <a:cubicBezTo>
                    <a:pt x="0" y="23649"/>
                    <a:pt x="3455" y="23349"/>
                    <a:pt x="6111" y="23349"/>
                  </a:cubicBezTo>
                  <a:cubicBezTo>
                    <a:pt x="6542" y="23349"/>
                    <a:pt x="6952" y="23357"/>
                    <a:pt x="7323" y="23357"/>
                  </a:cubicBezTo>
                  <a:lnTo>
                    <a:pt x="7323" y="23345"/>
                  </a:lnTo>
                  <a:lnTo>
                    <a:pt x="21896" y="23345"/>
                  </a:lnTo>
                  <a:cubicBezTo>
                    <a:pt x="28337" y="23345"/>
                    <a:pt x="33564" y="18118"/>
                    <a:pt x="33564" y="11677"/>
                  </a:cubicBezTo>
                  <a:cubicBezTo>
                    <a:pt x="33564" y="5236"/>
                    <a:pt x="28337" y="9"/>
                    <a:pt x="21896" y="9"/>
                  </a:cubicBezTo>
                  <a:lnTo>
                    <a:pt x="7323" y="9"/>
                  </a:lnTo>
                  <a:cubicBezTo>
                    <a:pt x="6952" y="9"/>
                    <a:pt x="6542" y="1"/>
                    <a:pt x="6111" y="1"/>
                  </a:cubicBezTo>
                  <a:close/>
                </a:path>
              </a:pathLst>
            </a:custGeom>
            <a:grp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13" name="Google Shape;629;p28">
              <a:extLst>
                <a:ext uri="{FF2B5EF4-FFF2-40B4-BE49-F238E27FC236}">
                  <a16:creationId xmlns:a16="http://schemas.microsoft.com/office/drawing/2014/main" id="{FD978B51-9727-2722-6CB5-E85BB1DDA0EE}"/>
                </a:ext>
              </a:extLst>
            </p:cNvPr>
            <p:cNvSpPr/>
            <p:nvPr/>
          </p:nvSpPr>
          <p:spPr>
            <a:xfrm>
              <a:off x="1278300" y="3644175"/>
              <a:ext cx="3126947" cy="698825"/>
            </a:xfrm>
            <a:custGeom>
              <a:avLst/>
              <a:gdLst/>
              <a:ahLst/>
              <a:cxnLst/>
              <a:rect l="l" t="t" r="r" b="b"/>
              <a:pathLst>
                <a:path w="116265" h="27953" extrusionOk="0">
                  <a:moveTo>
                    <a:pt x="0" y="1"/>
                  </a:moveTo>
                  <a:lnTo>
                    <a:pt x="0" y="21742"/>
                  </a:lnTo>
                  <a:lnTo>
                    <a:pt x="0" y="23349"/>
                  </a:lnTo>
                  <a:cubicBezTo>
                    <a:pt x="0" y="27653"/>
                    <a:pt x="3457" y="27953"/>
                    <a:pt x="6114" y="27953"/>
                  </a:cubicBezTo>
                  <a:cubicBezTo>
                    <a:pt x="6544" y="27953"/>
                    <a:pt x="6953" y="27945"/>
                    <a:pt x="7323" y="27945"/>
                  </a:cubicBezTo>
                  <a:lnTo>
                    <a:pt x="104597" y="27945"/>
                  </a:lnTo>
                  <a:cubicBezTo>
                    <a:pt x="111038" y="27945"/>
                    <a:pt x="116265" y="22730"/>
                    <a:pt x="116265" y="16277"/>
                  </a:cubicBezTo>
                  <a:cubicBezTo>
                    <a:pt x="116265" y="9835"/>
                    <a:pt x="111038" y="4609"/>
                    <a:pt x="104597" y="4609"/>
                  </a:cubicBezTo>
                  <a:lnTo>
                    <a:pt x="7323" y="4609"/>
                  </a:lnTo>
                  <a:lnTo>
                    <a:pt x="7323" y="4585"/>
                  </a:lnTo>
                  <a:cubicBezTo>
                    <a:pt x="6952" y="4585"/>
                    <a:pt x="6542" y="4593"/>
                    <a:pt x="6111" y="4593"/>
                  </a:cubicBezTo>
                  <a:cubicBezTo>
                    <a:pt x="3455" y="4593"/>
                    <a:pt x="0" y="4293"/>
                    <a:pt x="0" y="1"/>
                  </a:cubicBezTo>
                  <a:close/>
                </a:path>
              </a:pathLst>
            </a:custGeom>
            <a:grp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16" name="Google Shape;630;p28">
              <a:extLst>
                <a:ext uri="{FF2B5EF4-FFF2-40B4-BE49-F238E27FC236}">
                  <a16:creationId xmlns:a16="http://schemas.microsoft.com/office/drawing/2014/main" id="{4FA518F7-1FDE-8C32-DA09-196C4F64BA3B}"/>
                </a:ext>
              </a:extLst>
            </p:cNvPr>
            <p:cNvSpPr/>
            <p:nvPr/>
          </p:nvSpPr>
          <p:spPr>
            <a:xfrm>
              <a:off x="1278288" y="3682575"/>
              <a:ext cx="863225" cy="583725"/>
            </a:xfrm>
            <a:custGeom>
              <a:avLst/>
              <a:gdLst/>
              <a:ahLst/>
              <a:cxnLst/>
              <a:rect l="l" t="t" r="r" b="b"/>
              <a:pathLst>
                <a:path w="34529" h="23349" extrusionOk="0">
                  <a:moveTo>
                    <a:pt x="179" y="1"/>
                  </a:moveTo>
                  <a:cubicBezTo>
                    <a:pt x="60" y="441"/>
                    <a:pt x="0" y="929"/>
                    <a:pt x="0" y="1501"/>
                  </a:cubicBezTo>
                  <a:lnTo>
                    <a:pt x="0" y="3120"/>
                  </a:lnTo>
                  <a:lnTo>
                    <a:pt x="0" y="20206"/>
                  </a:lnTo>
                  <a:lnTo>
                    <a:pt x="0" y="21813"/>
                  </a:lnTo>
                  <a:cubicBezTo>
                    <a:pt x="0" y="22396"/>
                    <a:pt x="60" y="22908"/>
                    <a:pt x="179" y="23349"/>
                  </a:cubicBezTo>
                  <a:cubicBezTo>
                    <a:pt x="934" y="20479"/>
                    <a:pt x="3946" y="20258"/>
                    <a:pt x="6319" y="20258"/>
                  </a:cubicBezTo>
                  <a:cubicBezTo>
                    <a:pt x="6752" y="20258"/>
                    <a:pt x="7164" y="20265"/>
                    <a:pt x="7537" y="20265"/>
                  </a:cubicBezTo>
                  <a:lnTo>
                    <a:pt x="22527" y="20265"/>
                  </a:lnTo>
                  <a:cubicBezTo>
                    <a:pt x="29159" y="20265"/>
                    <a:pt x="34528" y="15038"/>
                    <a:pt x="34528" y="8585"/>
                  </a:cubicBezTo>
                  <a:cubicBezTo>
                    <a:pt x="34528" y="6597"/>
                    <a:pt x="34016" y="4716"/>
                    <a:pt x="33112" y="3073"/>
                  </a:cubicBezTo>
                  <a:lnTo>
                    <a:pt x="7323" y="3073"/>
                  </a:lnTo>
                  <a:lnTo>
                    <a:pt x="7323" y="3049"/>
                  </a:lnTo>
                  <a:cubicBezTo>
                    <a:pt x="6947" y="3049"/>
                    <a:pt x="6531" y="3057"/>
                    <a:pt x="6093" y="3057"/>
                  </a:cubicBezTo>
                  <a:cubicBezTo>
                    <a:pt x="3800" y="3057"/>
                    <a:pt x="919" y="2830"/>
                    <a:pt x="179" y="1"/>
                  </a:cubicBezTo>
                  <a:close/>
                </a:path>
              </a:pathLst>
            </a:custGeom>
            <a:solidFill>
              <a:schemeClr val="accent1">
                <a:lumMod val="50000"/>
                <a:alpha val="57000"/>
              </a:schemeClr>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17" name="Google Shape;631;p28">
              <a:extLst>
                <a:ext uri="{FF2B5EF4-FFF2-40B4-BE49-F238E27FC236}">
                  <a16:creationId xmlns:a16="http://schemas.microsoft.com/office/drawing/2014/main" id="{8ECEF90F-698A-85B5-AB74-7EC62D840425}"/>
                </a:ext>
              </a:extLst>
            </p:cNvPr>
            <p:cNvSpPr/>
            <p:nvPr/>
          </p:nvSpPr>
          <p:spPr>
            <a:xfrm>
              <a:off x="1278288" y="3544875"/>
              <a:ext cx="839100" cy="698800"/>
            </a:xfrm>
            <a:custGeom>
              <a:avLst/>
              <a:gdLst/>
              <a:ahLst/>
              <a:cxnLst/>
              <a:rect l="l" t="t" r="r" b="b"/>
              <a:pathLst>
                <a:path w="33564" h="27952" extrusionOk="0">
                  <a:moveTo>
                    <a:pt x="6114" y="0"/>
                  </a:moveTo>
                  <a:cubicBezTo>
                    <a:pt x="3457" y="0"/>
                    <a:pt x="0" y="300"/>
                    <a:pt x="0" y="4604"/>
                  </a:cubicBezTo>
                  <a:lnTo>
                    <a:pt x="0" y="6211"/>
                  </a:lnTo>
                  <a:lnTo>
                    <a:pt x="0" y="27952"/>
                  </a:lnTo>
                  <a:cubicBezTo>
                    <a:pt x="0" y="23660"/>
                    <a:pt x="3455" y="23360"/>
                    <a:pt x="6111" y="23360"/>
                  </a:cubicBezTo>
                  <a:cubicBezTo>
                    <a:pt x="6542" y="23360"/>
                    <a:pt x="6952" y="23368"/>
                    <a:pt x="7323" y="23368"/>
                  </a:cubicBezTo>
                  <a:lnTo>
                    <a:pt x="7323" y="23356"/>
                  </a:lnTo>
                  <a:lnTo>
                    <a:pt x="21896" y="23356"/>
                  </a:lnTo>
                  <a:cubicBezTo>
                    <a:pt x="28337" y="23356"/>
                    <a:pt x="33564" y="18129"/>
                    <a:pt x="33564" y="11688"/>
                  </a:cubicBezTo>
                  <a:cubicBezTo>
                    <a:pt x="33564" y="5235"/>
                    <a:pt x="28337" y="8"/>
                    <a:pt x="21896" y="8"/>
                  </a:cubicBezTo>
                  <a:lnTo>
                    <a:pt x="7323" y="8"/>
                  </a:lnTo>
                  <a:cubicBezTo>
                    <a:pt x="6953" y="8"/>
                    <a:pt x="6544" y="0"/>
                    <a:pt x="6114" y="0"/>
                  </a:cubicBezTo>
                  <a:close/>
                </a:path>
              </a:pathLst>
            </a:custGeom>
            <a:solidFill>
              <a:srgbClr val="869FB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19" name="Google Shape;632;p28">
              <a:extLst>
                <a:ext uri="{FF2B5EF4-FFF2-40B4-BE49-F238E27FC236}">
                  <a16:creationId xmlns:a16="http://schemas.microsoft.com/office/drawing/2014/main" id="{C77423C5-3E55-838D-BA36-0875A7303327}"/>
                </a:ext>
              </a:extLst>
            </p:cNvPr>
            <p:cNvSpPr/>
            <p:nvPr/>
          </p:nvSpPr>
          <p:spPr>
            <a:xfrm>
              <a:off x="3872250" y="3834450"/>
              <a:ext cx="434700" cy="434700"/>
            </a:xfrm>
            <a:prstGeom prst="ellipse">
              <a:avLst/>
            </a:prstGeom>
            <a:solidFill>
              <a:schemeClr val="bg1"/>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2933" b="0" i="0" u="none" strike="noStrike" kern="1200" cap="none" spc="0" normalizeH="0" baseline="0" noProof="0" dirty="0">
                  <a:ln>
                    <a:noFill/>
                  </a:ln>
                  <a:solidFill>
                    <a:srgbClr val="00A2E3"/>
                  </a:solidFill>
                  <a:effectLst/>
                  <a:uLnTx/>
                  <a:uFillTx/>
                  <a:latin typeface="Fira Sans Extra Condensed Medium"/>
                  <a:ea typeface="Fira Sans Extra Condensed Medium"/>
                  <a:cs typeface="Fira Sans Extra Condensed Medium"/>
                  <a:sym typeface="Fira Sans Extra Condensed Medium"/>
                </a:rPr>
                <a:t>4</a:t>
              </a:r>
              <a:endParaRPr kumimoji="0" sz="2933" b="0" i="0" u="none" strike="noStrike" kern="1200" cap="none" spc="0" normalizeH="0" baseline="0" noProof="0" dirty="0">
                <a:ln>
                  <a:noFill/>
                </a:ln>
                <a:solidFill>
                  <a:srgbClr val="00A2E3"/>
                </a:solidFill>
                <a:effectLst/>
                <a:uLnTx/>
                <a:uFillTx/>
                <a:latin typeface="Fira Sans Extra Condensed Medium"/>
                <a:ea typeface="Fira Sans Extra Condensed Medium"/>
                <a:cs typeface="Fira Sans Extra Condensed Medium"/>
                <a:sym typeface="Fira Sans Extra Condensed Medium"/>
              </a:endParaRPr>
            </a:p>
          </p:txBody>
        </p:sp>
        <p:sp>
          <p:nvSpPr>
            <p:cNvPr id="20" name="Google Shape;633;p28">
              <a:extLst>
                <a:ext uri="{FF2B5EF4-FFF2-40B4-BE49-F238E27FC236}">
                  <a16:creationId xmlns:a16="http://schemas.microsoft.com/office/drawing/2014/main" id="{72290C12-C49E-3B61-07BB-D001FF9EE4F6}"/>
                </a:ext>
              </a:extLst>
            </p:cNvPr>
            <p:cNvSpPr/>
            <p:nvPr/>
          </p:nvSpPr>
          <p:spPr>
            <a:xfrm>
              <a:off x="2258838" y="3916200"/>
              <a:ext cx="1236000" cy="271200"/>
            </a:xfrm>
            <a:prstGeom prst="rect">
              <a:avLst/>
            </a:prstGeom>
            <a:grp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tabLst/>
                <a:defRPr/>
              </a:pPr>
              <a:r>
                <a:rPr kumimoji="0" lang="es-DO" sz="2267" b="0" i="0" u="none" strike="noStrike" kern="120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FECHA</a:t>
              </a:r>
              <a:endParaRPr kumimoji="0" sz="2400" b="0" i="0" u="none" strike="noStrike" kern="1200" cap="none" spc="0" normalizeH="0" baseline="0" noProof="0" dirty="0">
                <a:ln>
                  <a:noFill/>
                </a:ln>
                <a:solidFill>
                  <a:srgbClr val="FFFFFF"/>
                </a:solidFill>
                <a:effectLst/>
                <a:uLnTx/>
                <a:uFillTx/>
                <a:latin typeface="Arial"/>
                <a:ea typeface="+mn-ea"/>
                <a:cs typeface="+mn-cs"/>
              </a:endParaRPr>
            </a:p>
          </p:txBody>
        </p:sp>
      </p:grpSp>
      <p:pic>
        <p:nvPicPr>
          <p:cNvPr id="21" name="Gráfico 20" descr="Calendario contorno">
            <a:extLst>
              <a:ext uri="{FF2B5EF4-FFF2-40B4-BE49-F238E27FC236}">
                <a16:creationId xmlns:a16="http://schemas.microsoft.com/office/drawing/2014/main" id="{156466E3-6C48-5963-7F46-55369FEDBF7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0158" y="4071243"/>
            <a:ext cx="914400" cy="914400"/>
          </a:xfrm>
          <a:prstGeom prst="rect">
            <a:avLst/>
          </a:prstGeom>
        </p:spPr>
      </p:pic>
      <p:sp>
        <p:nvSpPr>
          <p:cNvPr id="22" name="CuadroTexto 21">
            <a:extLst>
              <a:ext uri="{FF2B5EF4-FFF2-40B4-BE49-F238E27FC236}">
                <a16:creationId xmlns:a16="http://schemas.microsoft.com/office/drawing/2014/main" id="{D3AA5A42-DE3B-9CCA-1DE2-3706D5002D44}"/>
              </a:ext>
            </a:extLst>
          </p:cNvPr>
          <p:cNvSpPr txBox="1"/>
          <p:nvPr/>
        </p:nvSpPr>
        <p:spPr>
          <a:xfrm>
            <a:off x="3924905" y="3995033"/>
            <a:ext cx="8230029" cy="1384995"/>
          </a:xfrm>
          <a:prstGeom prst="rect">
            <a:avLst/>
          </a:prstGeom>
          <a:noFill/>
        </p:spPr>
        <p:txBody>
          <a:bodyPr wrap="square">
            <a:spAutoFit/>
          </a:bodyPr>
          <a:lstStyle/>
          <a:p>
            <a:pPr lvl="0">
              <a:defRPr/>
            </a:pPr>
            <a:r>
              <a:rPr lang="es-DO" sz="2800" dirty="0">
                <a:solidFill>
                  <a:schemeClr val="bg1"/>
                </a:solidFill>
                <a:latin typeface="Verlag Black" pitchFamily="2" charset="0"/>
              </a:rPr>
              <a:t>Mateo fue escrito entre los años 50 y 60 d.C. 1 Corintios, alrededor del 56 d.C. 1 Pedro fue escrito entre el 62 y el 63 d.C.</a:t>
            </a:r>
          </a:p>
        </p:txBody>
      </p:sp>
      <p:grpSp>
        <p:nvGrpSpPr>
          <p:cNvPr id="25" name="Google Shape;627;p28">
            <a:extLst>
              <a:ext uri="{FF2B5EF4-FFF2-40B4-BE49-F238E27FC236}">
                <a16:creationId xmlns:a16="http://schemas.microsoft.com/office/drawing/2014/main" id="{A9F8BA8C-FFB0-07E9-4FA9-C4B5A63AFC34}"/>
              </a:ext>
            </a:extLst>
          </p:cNvPr>
          <p:cNvGrpSpPr/>
          <p:nvPr/>
        </p:nvGrpSpPr>
        <p:grpSpPr>
          <a:xfrm>
            <a:off x="166380" y="5443272"/>
            <a:ext cx="3728381" cy="1080067"/>
            <a:chOff x="1276290" y="3532950"/>
            <a:chExt cx="3128957" cy="810050"/>
          </a:xfrm>
        </p:grpSpPr>
        <p:sp>
          <p:nvSpPr>
            <p:cNvPr id="26" name="Google Shape;628;p28">
              <a:extLst>
                <a:ext uri="{FF2B5EF4-FFF2-40B4-BE49-F238E27FC236}">
                  <a16:creationId xmlns:a16="http://schemas.microsoft.com/office/drawing/2014/main" id="{DB4B1F59-6796-BEED-D4A0-4DB3CC0BA16A}"/>
                </a:ext>
              </a:extLst>
            </p:cNvPr>
            <p:cNvSpPr/>
            <p:nvPr/>
          </p:nvSpPr>
          <p:spPr>
            <a:xfrm>
              <a:off x="1278288" y="3532950"/>
              <a:ext cx="839100" cy="698525"/>
            </a:xfrm>
            <a:custGeom>
              <a:avLst/>
              <a:gdLst/>
              <a:ahLst/>
              <a:cxnLst/>
              <a:rect l="l" t="t" r="r" b="b"/>
              <a:pathLst>
                <a:path w="33564" h="27941" extrusionOk="0">
                  <a:moveTo>
                    <a:pt x="6111" y="1"/>
                  </a:moveTo>
                  <a:cubicBezTo>
                    <a:pt x="3455" y="1"/>
                    <a:pt x="0" y="301"/>
                    <a:pt x="0" y="4593"/>
                  </a:cubicBezTo>
                  <a:lnTo>
                    <a:pt x="0" y="6200"/>
                  </a:lnTo>
                  <a:lnTo>
                    <a:pt x="0" y="27941"/>
                  </a:lnTo>
                  <a:cubicBezTo>
                    <a:pt x="0" y="23649"/>
                    <a:pt x="3455" y="23349"/>
                    <a:pt x="6111" y="23349"/>
                  </a:cubicBezTo>
                  <a:cubicBezTo>
                    <a:pt x="6542" y="23349"/>
                    <a:pt x="6952" y="23357"/>
                    <a:pt x="7323" y="23357"/>
                  </a:cubicBezTo>
                  <a:lnTo>
                    <a:pt x="7323" y="23345"/>
                  </a:lnTo>
                  <a:lnTo>
                    <a:pt x="21896" y="23345"/>
                  </a:lnTo>
                  <a:cubicBezTo>
                    <a:pt x="28337" y="23345"/>
                    <a:pt x="33564" y="18118"/>
                    <a:pt x="33564" y="11677"/>
                  </a:cubicBezTo>
                  <a:cubicBezTo>
                    <a:pt x="33564" y="5236"/>
                    <a:pt x="28337" y="9"/>
                    <a:pt x="21896" y="9"/>
                  </a:cubicBezTo>
                  <a:lnTo>
                    <a:pt x="7323" y="9"/>
                  </a:lnTo>
                  <a:cubicBezTo>
                    <a:pt x="6952" y="9"/>
                    <a:pt x="6542" y="1"/>
                    <a:pt x="6111"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27" name="Google Shape;629;p28">
              <a:extLst>
                <a:ext uri="{FF2B5EF4-FFF2-40B4-BE49-F238E27FC236}">
                  <a16:creationId xmlns:a16="http://schemas.microsoft.com/office/drawing/2014/main" id="{4427BB0A-E02F-284E-F740-850FDFAA62F0}"/>
                </a:ext>
              </a:extLst>
            </p:cNvPr>
            <p:cNvSpPr/>
            <p:nvPr/>
          </p:nvSpPr>
          <p:spPr>
            <a:xfrm>
              <a:off x="1278300" y="3644175"/>
              <a:ext cx="3126947" cy="698825"/>
            </a:xfrm>
            <a:custGeom>
              <a:avLst/>
              <a:gdLst/>
              <a:ahLst/>
              <a:cxnLst/>
              <a:rect l="l" t="t" r="r" b="b"/>
              <a:pathLst>
                <a:path w="116265" h="27953" extrusionOk="0">
                  <a:moveTo>
                    <a:pt x="0" y="1"/>
                  </a:moveTo>
                  <a:lnTo>
                    <a:pt x="0" y="21742"/>
                  </a:lnTo>
                  <a:lnTo>
                    <a:pt x="0" y="23349"/>
                  </a:lnTo>
                  <a:cubicBezTo>
                    <a:pt x="0" y="27653"/>
                    <a:pt x="3457" y="27953"/>
                    <a:pt x="6114" y="27953"/>
                  </a:cubicBezTo>
                  <a:cubicBezTo>
                    <a:pt x="6544" y="27953"/>
                    <a:pt x="6953" y="27945"/>
                    <a:pt x="7323" y="27945"/>
                  </a:cubicBezTo>
                  <a:lnTo>
                    <a:pt x="104597" y="27945"/>
                  </a:lnTo>
                  <a:cubicBezTo>
                    <a:pt x="111038" y="27945"/>
                    <a:pt x="116265" y="22730"/>
                    <a:pt x="116265" y="16277"/>
                  </a:cubicBezTo>
                  <a:cubicBezTo>
                    <a:pt x="116265" y="9835"/>
                    <a:pt x="111038" y="4609"/>
                    <a:pt x="104597" y="4609"/>
                  </a:cubicBezTo>
                  <a:lnTo>
                    <a:pt x="7323" y="4609"/>
                  </a:lnTo>
                  <a:lnTo>
                    <a:pt x="7323" y="4585"/>
                  </a:lnTo>
                  <a:cubicBezTo>
                    <a:pt x="6952" y="4585"/>
                    <a:pt x="6542" y="4593"/>
                    <a:pt x="6111" y="4593"/>
                  </a:cubicBezTo>
                  <a:cubicBezTo>
                    <a:pt x="3455" y="4593"/>
                    <a:pt x="0" y="4293"/>
                    <a:pt x="0" y="1"/>
                  </a:cubicBezTo>
                  <a:close/>
                </a:path>
              </a:pathLst>
            </a:custGeom>
            <a:solidFill>
              <a:schemeClr val="accent4">
                <a:lumMod val="75000"/>
              </a:schemeClr>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28" name="Google Shape;630;p28">
              <a:extLst>
                <a:ext uri="{FF2B5EF4-FFF2-40B4-BE49-F238E27FC236}">
                  <a16:creationId xmlns:a16="http://schemas.microsoft.com/office/drawing/2014/main" id="{FFF62EC2-45BB-4D9B-926A-CF2BF5ACAD96}"/>
                </a:ext>
              </a:extLst>
            </p:cNvPr>
            <p:cNvSpPr/>
            <p:nvPr/>
          </p:nvSpPr>
          <p:spPr>
            <a:xfrm>
              <a:off x="1278288" y="3682575"/>
              <a:ext cx="863225" cy="583725"/>
            </a:xfrm>
            <a:custGeom>
              <a:avLst/>
              <a:gdLst/>
              <a:ahLst/>
              <a:cxnLst/>
              <a:rect l="l" t="t" r="r" b="b"/>
              <a:pathLst>
                <a:path w="34529" h="23349" extrusionOk="0">
                  <a:moveTo>
                    <a:pt x="179" y="1"/>
                  </a:moveTo>
                  <a:cubicBezTo>
                    <a:pt x="60" y="441"/>
                    <a:pt x="0" y="929"/>
                    <a:pt x="0" y="1501"/>
                  </a:cubicBezTo>
                  <a:lnTo>
                    <a:pt x="0" y="3120"/>
                  </a:lnTo>
                  <a:lnTo>
                    <a:pt x="0" y="20206"/>
                  </a:lnTo>
                  <a:lnTo>
                    <a:pt x="0" y="21813"/>
                  </a:lnTo>
                  <a:cubicBezTo>
                    <a:pt x="0" y="22396"/>
                    <a:pt x="60" y="22908"/>
                    <a:pt x="179" y="23349"/>
                  </a:cubicBezTo>
                  <a:cubicBezTo>
                    <a:pt x="934" y="20479"/>
                    <a:pt x="3946" y="20258"/>
                    <a:pt x="6319" y="20258"/>
                  </a:cubicBezTo>
                  <a:cubicBezTo>
                    <a:pt x="6752" y="20258"/>
                    <a:pt x="7164" y="20265"/>
                    <a:pt x="7537" y="20265"/>
                  </a:cubicBezTo>
                  <a:lnTo>
                    <a:pt x="22527" y="20265"/>
                  </a:lnTo>
                  <a:cubicBezTo>
                    <a:pt x="29159" y="20265"/>
                    <a:pt x="34528" y="15038"/>
                    <a:pt x="34528" y="8585"/>
                  </a:cubicBezTo>
                  <a:cubicBezTo>
                    <a:pt x="34528" y="6597"/>
                    <a:pt x="34016" y="4716"/>
                    <a:pt x="33112" y="3073"/>
                  </a:cubicBezTo>
                  <a:lnTo>
                    <a:pt x="7323" y="3073"/>
                  </a:lnTo>
                  <a:lnTo>
                    <a:pt x="7323" y="3049"/>
                  </a:lnTo>
                  <a:cubicBezTo>
                    <a:pt x="6947" y="3049"/>
                    <a:pt x="6531" y="3057"/>
                    <a:pt x="6093" y="3057"/>
                  </a:cubicBezTo>
                  <a:cubicBezTo>
                    <a:pt x="3800" y="3057"/>
                    <a:pt x="919" y="2830"/>
                    <a:pt x="179" y="1"/>
                  </a:cubicBezTo>
                  <a:close/>
                </a:path>
              </a:pathLst>
            </a:custGeom>
            <a:solidFill>
              <a:schemeClr val="accent4">
                <a:lumMod val="50000"/>
              </a:schemeClr>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29" name="Google Shape;631;p28">
              <a:extLst>
                <a:ext uri="{FF2B5EF4-FFF2-40B4-BE49-F238E27FC236}">
                  <a16:creationId xmlns:a16="http://schemas.microsoft.com/office/drawing/2014/main" id="{165FF4BF-8E0F-0EAF-4C4C-8F2BBA9897D6}"/>
                </a:ext>
              </a:extLst>
            </p:cNvPr>
            <p:cNvSpPr/>
            <p:nvPr/>
          </p:nvSpPr>
          <p:spPr>
            <a:xfrm>
              <a:off x="1276290" y="3544875"/>
              <a:ext cx="839100" cy="698800"/>
            </a:xfrm>
            <a:custGeom>
              <a:avLst/>
              <a:gdLst/>
              <a:ahLst/>
              <a:cxnLst/>
              <a:rect l="l" t="t" r="r" b="b"/>
              <a:pathLst>
                <a:path w="33564" h="27952" extrusionOk="0">
                  <a:moveTo>
                    <a:pt x="6114" y="0"/>
                  </a:moveTo>
                  <a:cubicBezTo>
                    <a:pt x="3457" y="0"/>
                    <a:pt x="0" y="300"/>
                    <a:pt x="0" y="4604"/>
                  </a:cubicBezTo>
                  <a:lnTo>
                    <a:pt x="0" y="6211"/>
                  </a:lnTo>
                  <a:lnTo>
                    <a:pt x="0" y="27952"/>
                  </a:lnTo>
                  <a:cubicBezTo>
                    <a:pt x="0" y="23660"/>
                    <a:pt x="3455" y="23360"/>
                    <a:pt x="6111" y="23360"/>
                  </a:cubicBezTo>
                  <a:cubicBezTo>
                    <a:pt x="6542" y="23360"/>
                    <a:pt x="6952" y="23368"/>
                    <a:pt x="7323" y="23368"/>
                  </a:cubicBezTo>
                  <a:lnTo>
                    <a:pt x="7323" y="23356"/>
                  </a:lnTo>
                  <a:lnTo>
                    <a:pt x="21896" y="23356"/>
                  </a:lnTo>
                  <a:cubicBezTo>
                    <a:pt x="28337" y="23356"/>
                    <a:pt x="33564" y="18129"/>
                    <a:pt x="33564" y="11688"/>
                  </a:cubicBezTo>
                  <a:cubicBezTo>
                    <a:pt x="33564" y="5235"/>
                    <a:pt x="28337" y="8"/>
                    <a:pt x="21896" y="8"/>
                  </a:cubicBezTo>
                  <a:lnTo>
                    <a:pt x="7323" y="8"/>
                  </a:lnTo>
                  <a:cubicBezTo>
                    <a:pt x="6953" y="8"/>
                    <a:pt x="6544" y="0"/>
                    <a:pt x="6114" y="0"/>
                  </a:cubicBezTo>
                  <a:close/>
                </a:path>
              </a:pathLst>
            </a:custGeom>
            <a:solidFill>
              <a:srgbClr val="869FB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30" name="Google Shape;632;p28">
              <a:extLst>
                <a:ext uri="{FF2B5EF4-FFF2-40B4-BE49-F238E27FC236}">
                  <a16:creationId xmlns:a16="http://schemas.microsoft.com/office/drawing/2014/main" id="{3C310B80-29CB-788D-A3BE-54810FD85297}"/>
                </a:ext>
              </a:extLst>
            </p:cNvPr>
            <p:cNvSpPr/>
            <p:nvPr/>
          </p:nvSpPr>
          <p:spPr>
            <a:xfrm>
              <a:off x="3872250" y="3834450"/>
              <a:ext cx="434700" cy="434700"/>
            </a:xfrm>
            <a:prstGeom prst="ellipse">
              <a:avLst/>
            </a:pr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2933" b="0" i="0" u="none" strike="noStrike" kern="1200" cap="none" spc="0" normalizeH="0" baseline="0" noProof="0" dirty="0">
                  <a:ln>
                    <a:noFill/>
                  </a:ln>
                  <a:solidFill>
                    <a:srgbClr val="1B1BC9"/>
                  </a:solidFill>
                  <a:effectLst/>
                  <a:uLnTx/>
                  <a:uFillTx/>
                  <a:latin typeface="Fira Sans Extra Condensed Medium"/>
                  <a:ea typeface="Fira Sans Extra Condensed Medium"/>
                  <a:cs typeface="Fira Sans Extra Condensed Medium"/>
                  <a:sym typeface="Fira Sans Extra Condensed Medium"/>
                </a:rPr>
                <a:t>5</a:t>
              </a:r>
              <a:endParaRPr kumimoji="0" sz="2933" b="0" i="0" u="none" strike="noStrike" kern="1200" cap="none" spc="0" normalizeH="0" baseline="0" noProof="0" dirty="0">
                <a:ln>
                  <a:noFill/>
                </a:ln>
                <a:solidFill>
                  <a:srgbClr val="1B1BC9"/>
                </a:solidFill>
                <a:effectLst/>
                <a:uLnTx/>
                <a:uFillTx/>
                <a:latin typeface="Fira Sans Extra Condensed Medium"/>
                <a:ea typeface="Fira Sans Extra Condensed Medium"/>
                <a:cs typeface="Fira Sans Extra Condensed Medium"/>
                <a:sym typeface="Fira Sans Extra Condensed Medium"/>
              </a:endParaRPr>
            </a:p>
          </p:txBody>
        </p:sp>
        <p:sp>
          <p:nvSpPr>
            <p:cNvPr id="31" name="Google Shape;633;p28">
              <a:extLst>
                <a:ext uri="{FF2B5EF4-FFF2-40B4-BE49-F238E27FC236}">
                  <a16:creationId xmlns:a16="http://schemas.microsoft.com/office/drawing/2014/main" id="{F5D2BC14-8190-0BD1-7CE1-B7B5594A4727}"/>
                </a:ext>
              </a:extLst>
            </p:cNvPr>
            <p:cNvSpPr/>
            <p:nvPr/>
          </p:nvSpPr>
          <p:spPr>
            <a:xfrm>
              <a:off x="2258838" y="3916200"/>
              <a:ext cx="1236000" cy="2712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tabLst/>
                <a:defRPr/>
              </a:pPr>
              <a:r>
                <a:rPr kumimoji="0" lang="es-ES" altLang="es-DO" sz="2267" b="0" i="0" u="none" strike="noStrike" kern="1200" cap="none" spc="0" normalizeH="0" baseline="0" noProof="0" dirty="0">
                  <a:ln>
                    <a:noFill/>
                  </a:ln>
                  <a:solidFill>
                    <a:srgbClr val="FFFFFF"/>
                  </a:solidFill>
                  <a:effectLst/>
                  <a:uLnTx/>
                  <a:uFillTx/>
                  <a:latin typeface="Fira Sans Extra Condensed Medium"/>
                  <a:ea typeface="+mn-ea"/>
                  <a:cs typeface="+mn-cs"/>
                  <a:sym typeface="Questrial" charset="0"/>
                </a:rPr>
                <a:t>LUGAR</a:t>
              </a:r>
              <a:endParaRPr kumimoji="0" lang="es-DO" sz="2267" b="0" i="0" u="none" strike="noStrike" kern="1200" cap="none" spc="0" normalizeH="0" baseline="0" noProof="0" dirty="0">
                <a:ln>
                  <a:noFill/>
                </a:ln>
                <a:solidFill>
                  <a:srgbClr val="FFFFFF"/>
                </a:solidFill>
                <a:effectLst/>
                <a:uLnTx/>
                <a:uFillTx/>
                <a:latin typeface="Fira Sans Extra Condensed Medium"/>
                <a:ea typeface="+mn-ea"/>
                <a:cs typeface="+mn-cs"/>
              </a:endParaRPr>
            </a:p>
          </p:txBody>
        </p:sp>
      </p:grpSp>
      <p:pic>
        <p:nvPicPr>
          <p:cNvPr id="32" name="Gráfico 31" descr="Marcador contorno">
            <a:extLst>
              <a:ext uri="{FF2B5EF4-FFF2-40B4-BE49-F238E27FC236}">
                <a16:creationId xmlns:a16="http://schemas.microsoft.com/office/drawing/2014/main" id="{F523F989-E2E7-ADDA-0D19-E538A940EAE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8782" y="5398763"/>
            <a:ext cx="914400" cy="914400"/>
          </a:xfrm>
          <a:prstGeom prst="rect">
            <a:avLst/>
          </a:prstGeom>
        </p:spPr>
      </p:pic>
      <p:sp>
        <p:nvSpPr>
          <p:cNvPr id="33" name="CuadroTexto 32">
            <a:extLst>
              <a:ext uri="{FF2B5EF4-FFF2-40B4-BE49-F238E27FC236}">
                <a16:creationId xmlns:a16="http://schemas.microsoft.com/office/drawing/2014/main" id="{8EDCD981-41A8-3552-EBA3-229DB4FC2934}"/>
              </a:ext>
            </a:extLst>
          </p:cNvPr>
          <p:cNvSpPr txBox="1"/>
          <p:nvPr/>
        </p:nvSpPr>
        <p:spPr>
          <a:xfrm>
            <a:off x="3924905" y="5364957"/>
            <a:ext cx="8230029" cy="1384995"/>
          </a:xfrm>
          <a:prstGeom prst="rect">
            <a:avLst/>
          </a:prstGeom>
          <a:noFill/>
        </p:spPr>
        <p:txBody>
          <a:bodyPr wrap="square">
            <a:spAutoFit/>
          </a:bodyPr>
          <a:lstStyle/>
          <a:p>
            <a:pPr lvl="0" algn="just">
              <a:defRPr/>
            </a:pPr>
            <a:r>
              <a:rPr lang="es-DO" sz="2800" dirty="0">
                <a:solidFill>
                  <a:schemeClr val="bg1"/>
                </a:solidFill>
                <a:latin typeface="Verlag Black" pitchFamily="2" charset="0"/>
              </a:rPr>
              <a:t>Mateo fue escrito, probablemente en Palestina. 1 Corintios, desde la ciudad de Éfeso, y 1 Pedro, probablemente desde Roma.</a:t>
            </a:r>
          </a:p>
        </p:txBody>
      </p:sp>
      <p:grpSp>
        <p:nvGrpSpPr>
          <p:cNvPr id="18" name="Google Shape;659;p28">
            <a:extLst>
              <a:ext uri="{FF2B5EF4-FFF2-40B4-BE49-F238E27FC236}">
                <a16:creationId xmlns:a16="http://schemas.microsoft.com/office/drawing/2014/main" id="{6983F4E3-6AD4-0251-921A-BAE00687CC19}"/>
              </a:ext>
            </a:extLst>
          </p:cNvPr>
          <p:cNvGrpSpPr/>
          <p:nvPr/>
        </p:nvGrpSpPr>
        <p:grpSpPr>
          <a:xfrm>
            <a:off x="156201" y="1786065"/>
            <a:ext cx="3724866" cy="1080200"/>
            <a:chOff x="1278288" y="800475"/>
            <a:chExt cx="3126959" cy="810150"/>
          </a:xfrm>
        </p:grpSpPr>
        <p:sp>
          <p:nvSpPr>
            <p:cNvPr id="24" name="Google Shape;660;p28">
              <a:extLst>
                <a:ext uri="{FF2B5EF4-FFF2-40B4-BE49-F238E27FC236}">
                  <a16:creationId xmlns:a16="http://schemas.microsoft.com/office/drawing/2014/main" id="{CF0F87C1-44FB-0941-79DF-642692EE4B5D}"/>
                </a:ext>
              </a:extLst>
            </p:cNvPr>
            <p:cNvSpPr/>
            <p:nvPr/>
          </p:nvSpPr>
          <p:spPr>
            <a:xfrm>
              <a:off x="1278288" y="800475"/>
              <a:ext cx="839100" cy="698525"/>
            </a:xfrm>
            <a:custGeom>
              <a:avLst/>
              <a:gdLst/>
              <a:ahLst/>
              <a:cxnLst/>
              <a:rect l="l" t="t" r="r" b="b"/>
              <a:pathLst>
                <a:path w="33564" h="27941" extrusionOk="0">
                  <a:moveTo>
                    <a:pt x="6111" y="1"/>
                  </a:moveTo>
                  <a:cubicBezTo>
                    <a:pt x="3455" y="1"/>
                    <a:pt x="0" y="300"/>
                    <a:pt x="0" y="4593"/>
                  </a:cubicBezTo>
                  <a:lnTo>
                    <a:pt x="0" y="6200"/>
                  </a:lnTo>
                  <a:lnTo>
                    <a:pt x="0" y="27941"/>
                  </a:lnTo>
                  <a:cubicBezTo>
                    <a:pt x="0" y="23649"/>
                    <a:pt x="3455" y="23349"/>
                    <a:pt x="6111" y="23349"/>
                  </a:cubicBezTo>
                  <a:cubicBezTo>
                    <a:pt x="6542" y="23349"/>
                    <a:pt x="6952" y="23357"/>
                    <a:pt x="7323" y="23357"/>
                  </a:cubicBezTo>
                  <a:lnTo>
                    <a:pt x="7323" y="23345"/>
                  </a:lnTo>
                  <a:lnTo>
                    <a:pt x="21896" y="23345"/>
                  </a:lnTo>
                  <a:cubicBezTo>
                    <a:pt x="28337" y="23345"/>
                    <a:pt x="33564" y="18130"/>
                    <a:pt x="33564" y="11677"/>
                  </a:cubicBezTo>
                  <a:cubicBezTo>
                    <a:pt x="33564" y="5235"/>
                    <a:pt x="28337" y="9"/>
                    <a:pt x="21896" y="9"/>
                  </a:cubicBezTo>
                  <a:lnTo>
                    <a:pt x="7323" y="9"/>
                  </a:lnTo>
                  <a:cubicBezTo>
                    <a:pt x="6952" y="9"/>
                    <a:pt x="6542" y="1"/>
                    <a:pt x="6111"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34" name="Google Shape;661;p28">
              <a:extLst>
                <a:ext uri="{FF2B5EF4-FFF2-40B4-BE49-F238E27FC236}">
                  <a16:creationId xmlns:a16="http://schemas.microsoft.com/office/drawing/2014/main" id="{FB039AA2-F8FB-5581-966B-F8CD840DC9DC}"/>
                </a:ext>
              </a:extLst>
            </p:cNvPr>
            <p:cNvSpPr/>
            <p:nvPr/>
          </p:nvSpPr>
          <p:spPr>
            <a:xfrm>
              <a:off x="1278300" y="911700"/>
              <a:ext cx="3126947" cy="698925"/>
            </a:xfrm>
            <a:custGeom>
              <a:avLst/>
              <a:gdLst/>
              <a:ahLst/>
              <a:cxnLst/>
              <a:rect l="l" t="t" r="r" b="b"/>
              <a:pathLst>
                <a:path w="116265" h="27957" extrusionOk="0">
                  <a:moveTo>
                    <a:pt x="0" y="1"/>
                  </a:moveTo>
                  <a:lnTo>
                    <a:pt x="0" y="21741"/>
                  </a:lnTo>
                  <a:lnTo>
                    <a:pt x="0" y="23361"/>
                  </a:lnTo>
                  <a:cubicBezTo>
                    <a:pt x="0" y="27653"/>
                    <a:pt x="3455" y="27952"/>
                    <a:pt x="6111" y="27952"/>
                  </a:cubicBezTo>
                  <a:cubicBezTo>
                    <a:pt x="6542" y="27952"/>
                    <a:pt x="6952" y="27945"/>
                    <a:pt x="7323" y="27945"/>
                  </a:cubicBezTo>
                  <a:lnTo>
                    <a:pt x="7323" y="27956"/>
                  </a:lnTo>
                  <a:lnTo>
                    <a:pt x="104597" y="27956"/>
                  </a:lnTo>
                  <a:cubicBezTo>
                    <a:pt x="111038" y="27956"/>
                    <a:pt x="116265" y="22730"/>
                    <a:pt x="116265" y="16276"/>
                  </a:cubicBezTo>
                  <a:cubicBezTo>
                    <a:pt x="116265" y="9835"/>
                    <a:pt x="111038" y="4608"/>
                    <a:pt x="104597" y="4608"/>
                  </a:cubicBezTo>
                  <a:lnTo>
                    <a:pt x="7323" y="4608"/>
                  </a:lnTo>
                  <a:lnTo>
                    <a:pt x="7323" y="4596"/>
                  </a:lnTo>
                  <a:cubicBezTo>
                    <a:pt x="6961" y="4596"/>
                    <a:pt x="6563" y="4604"/>
                    <a:pt x="6144" y="4604"/>
                  </a:cubicBezTo>
                  <a:cubicBezTo>
                    <a:pt x="3484" y="4604"/>
                    <a:pt x="0" y="4310"/>
                    <a:pt x="0" y="1"/>
                  </a:cubicBezTo>
                  <a:close/>
                </a:path>
              </a:pathLst>
            </a:custGeom>
            <a:solidFill>
              <a:srgbClr val="5EB2FC"/>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35" name="Google Shape;662;p28">
              <a:extLst>
                <a:ext uri="{FF2B5EF4-FFF2-40B4-BE49-F238E27FC236}">
                  <a16:creationId xmlns:a16="http://schemas.microsoft.com/office/drawing/2014/main" id="{EA20A1E0-289B-DE7F-5469-2498639571B9}"/>
                </a:ext>
              </a:extLst>
            </p:cNvPr>
            <p:cNvSpPr/>
            <p:nvPr/>
          </p:nvSpPr>
          <p:spPr>
            <a:xfrm>
              <a:off x="1278288" y="950100"/>
              <a:ext cx="863225" cy="583725"/>
            </a:xfrm>
            <a:custGeom>
              <a:avLst/>
              <a:gdLst/>
              <a:ahLst/>
              <a:cxnLst/>
              <a:rect l="l" t="t" r="r" b="b"/>
              <a:pathLst>
                <a:path w="34529" h="23349" extrusionOk="0">
                  <a:moveTo>
                    <a:pt x="179" y="1"/>
                  </a:moveTo>
                  <a:cubicBezTo>
                    <a:pt x="60" y="441"/>
                    <a:pt x="0" y="929"/>
                    <a:pt x="0" y="1513"/>
                  </a:cubicBezTo>
                  <a:lnTo>
                    <a:pt x="0" y="3120"/>
                  </a:lnTo>
                  <a:lnTo>
                    <a:pt x="0" y="20205"/>
                  </a:lnTo>
                  <a:lnTo>
                    <a:pt x="0" y="21825"/>
                  </a:lnTo>
                  <a:cubicBezTo>
                    <a:pt x="0" y="22396"/>
                    <a:pt x="60" y="22908"/>
                    <a:pt x="179" y="23349"/>
                  </a:cubicBezTo>
                  <a:cubicBezTo>
                    <a:pt x="934" y="20479"/>
                    <a:pt x="3946" y="20258"/>
                    <a:pt x="6319" y="20258"/>
                  </a:cubicBezTo>
                  <a:cubicBezTo>
                    <a:pt x="6752" y="20258"/>
                    <a:pt x="7164" y="20265"/>
                    <a:pt x="7537" y="20265"/>
                  </a:cubicBezTo>
                  <a:lnTo>
                    <a:pt x="22527" y="20265"/>
                  </a:lnTo>
                  <a:cubicBezTo>
                    <a:pt x="29159" y="20265"/>
                    <a:pt x="34528" y="15038"/>
                    <a:pt x="34528" y="8597"/>
                  </a:cubicBezTo>
                  <a:cubicBezTo>
                    <a:pt x="34528" y="6597"/>
                    <a:pt x="34016" y="4715"/>
                    <a:pt x="33112" y="3072"/>
                  </a:cubicBezTo>
                  <a:lnTo>
                    <a:pt x="7323" y="3072"/>
                  </a:lnTo>
                  <a:lnTo>
                    <a:pt x="7323" y="3060"/>
                  </a:lnTo>
                  <a:cubicBezTo>
                    <a:pt x="6959" y="3060"/>
                    <a:pt x="6557" y="3068"/>
                    <a:pt x="6134" y="3068"/>
                  </a:cubicBezTo>
                  <a:cubicBezTo>
                    <a:pt x="3834" y="3068"/>
                    <a:pt x="923" y="2847"/>
                    <a:pt x="179" y="1"/>
                  </a:cubicBezTo>
                  <a:close/>
                </a:path>
              </a:pathLst>
            </a:custGeom>
            <a:solidFill>
              <a:srgbClr val="0C8AE8"/>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36" name="Google Shape;663;p28">
              <a:extLst>
                <a:ext uri="{FF2B5EF4-FFF2-40B4-BE49-F238E27FC236}">
                  <a16:creationId xmlns:a16="http://schemas.microsoft.com/office/drawing/2014/main" id="{91987EF3-D39A-69E1-83C6-F72816965303}"/>
                </a:ext>
              </a:extLst>
            </p:cNvPr>
            <p:cNvSpPr/>
            <p:nvPr/>
          </p:nvSpPr>
          <p:spPr>
            <a:xfrm>
              <a:off x="1278288" y="812400"/>
              <a:ext cx="839100" cy="698800"/>
            </a:xfrm>
            <a:custGeom>
              <a:avLst/>
              <a:gdLst/>
              <a:ahLst/>
              <a:cxnLst/>
              <a:rect l="l" t="t" r="r" b="b"/>
              <a:pathLst>
                <a:path w="33564" h="27952" extrusionOk="0">
                  <a:moveTo>
                    <a:pt x="6144" y="1"/>
                  </a:moveTo>
                  <a:cubicBezTo>
                    <a:pt x="3484" y="1"/>
                    <a:pt x="0" y="294"/>
                    <a:pt x="0" y="4604"/>
                  </a:cubicBezTo>
                  <a:lnTo>
                    <a:pt x="0" y="6211"/>
                  </a:lnTo>
                  <a:lnTo>
                    <a:pt x="0" y="27952"/>
                  </a:lnTo>
                  <a:cubicBezTo>
                    <a:pt x="0" y="23660"/>
                    <a:pt x="3455" y="23360"/>
                    <a:pt x="6111" y="23360"/>
                  </a:cubicBezTo>
                  <a:cubicBezTo>
                    <a:pt x="6542" y="23360"/>
                    <a:pt x="6952" y="23368"/>
                    <a:pt x="7323" y="23368"/>
                  </a:cubicBezTo>
                  <a:lnTo>
                    <a:pt x="7323" y="23356"/>
                  </a:lnTo>
                  <a:lnTo>
                    <a:pt x="21896" y="23356"/>
                  </a:lnTo>
                  <a:cubicBezTo>
                    <a:pt x="28337" y="23356"/>
                    <a:pt x="33564" y="18129"/>
                    <a:pt x="33564" y="11688"/>
                  </a:cubicBezTo>
                  <a:cubicBezTo>
                    <a:pt x="33564" y="5235"/>
                    <a:pt x="28337" y="8"/>
                    <a:pt x="21896" y="8"/>
                  </a:cubicBezTo>
                  <a:lnTo>
                    <a:pt x="7323" y="8"/>
                  </a:lnTo>
                  <a:cubicBezTo>
                    <a:pt x="6961" y="8"/>
                    <a:pt x="6563" y="1"/>
                    <a:pt x="6144" y="1"/>
                  </a:cubicBezTo>
                  <a:close/>
                </a:path>
              </a:pathLst>
            </a:custGeom>
            <a:solidFill>
              <a:srgbClr val="869FB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37" name="Google Shape;664;p28">
              <a:extLst>
                <a:ext uri="{FF2B5EF4-FFF2-40B4-BE49-F238E27FC236}">
                  <a16:creationId xmlns:a16="http://schemas.microsoft.com/office/drawing/2014/main" id="{D5FA2C3A-CFAE-2920-14C4-79361348A456}"/>
                </a:ext>
              </a:extLst>
            </p:cNvPr>
            <p:cNvSpPr/>
            <p:nvPr/>
          </p:nvSpPr>
          <p:spPr>
            <a:xfrm>
              <a:off x="3872250" y="1102000"/>
              <a:ext cx="434700" cy="434700"/>
            </a:xfrm>
            <a:prstGeom prst="ellipse">
              <a:avLst/>
            </a:pr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2933" b="0" i="0" u="none" strike="noStrike" kern="1200" cap="none" spc="0" normalizeH="0" baseline="0" noProof="0">
                  <a:ln>
                    <a:noFill/>
                  </a:ln>
                  <a:solidFill>
                    <a:srgbClr val="5EB2FC"/>
                  </a:solidFill>
                  <a:effectLst/>
                  <a:uLnTx/>
                  <a:uFillTx/>
                  <a:latin typeface="Fira Sans Extra Condensed Medium"/>
                  <a:ea typeface="Fira Sans Extra Condensed Medium"/>
                  <a:cs typeface="Fira Sans Extra Condensed Medium"/>
                  <a:sym typeface="Fira Sans Extra Condensed Medium"/>
                </a:rPr>
                <a:t>1</a:t>
              </a:r>
              <a:endParaRPr kumimoji="0" sz="2933" b="0" i="0" u="none" strike="noStrike" kern="1200" cap="none" spc="0" normalizeH="0" baseline="0" noProof="0" dirty="0">
                <a:ln>
                  <a:noFill/>
                </a:ln>
                <a:solidFill>
                  <a:srgbClr val="5EB2FC"/>
                </a:solidFill>
                <a:effectLst/>
                <a:uLnTx/>
                <a:uFillTx/>
                <a:latin typeface="Fira Sans Extra Condensed Medium"/>
                <a:ea typeface="Fira Sans Extra Condensed Medium"/>
                <a:cs typeface="Fira Sans Extra Condensed Medium"/>
                <a:sym typeface="Fira Sans Extra Condensed Medium"/>
              </a:endParaRPr>
            </a:p>
          </p:txBody>
        </p:sp>
        <p:sp>
          <p:nvSpPr>
            <p:cNvPr id="38" name="Google Shape;665;p28">
              <a:extLst>
                <a:ext uri="{FF2B5EF4-FFF2-40B4-BE49-F238E27FC236}">
                  <a16:creationId xmlns:a16="http://schemas.microsoft.com/office/drawing/2014/main" id="{22454B87-F3DC-0680-C3AA-572BC7E26B6F}"/>
                </a:ext>
              </a:extLst>
            </p:cNvPr>
            <p:cNvSpPr/>
            <p:nvPr/>
          </p:nvSpPr>
          <p:spPr>
            <a:xfrm>
              <a:off x="2258837" y="1183750"/>
              <a:ext cx="1515115" cy="2712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tabLst/>
                <a:defRPr/>
              </a:pPr>
              <a:r>
                <a:rPr kumimoji="0" lang="es-DO" sz="2267" b="0" i="0" u="none" strike="noStrike" kern="120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AUTOR</a:t>
              </a:r>
              <a:endParaRPr kumimoji="0" sz="2400" b="0" i="0" u="none" strike="noStrike" kern="1200" cap="none" spc="0" normalizeH="0" baseline="0" noProof="0" dirty="0">
                <a:ln>
                  <a:noFill/>
                </a:ln>
                <a:solidFill>
                  <a:srgbClr val="FFFFFF"/>
                </a:solidFill>
                <a:effectLst/>
                <a:uLnTx/>
                <a:uFillTx/>
                <a:latin typeface="Arial"/>
                <a:ea typeface="+mn-ea"/>
                <a:cs typeface="+mn-cs"/>
              </a:endParaRPr>
            </a:p>
          </p:txBody>
        </p:sp>
      </p:grpSp>
      <p:sp>
        <p:nvSpPr>
          <p:cNvPr id="39" name="CuadroTexto 38">
            <a:extLst>
              <a:ext uri="{FF2B5EF4-FFF2-40B4-BE49-F238E27FC236}">
                <a16:creationId xmlns:a16="http://schemas.microsoft.com/office/drawing/2014/main" id="{3A89C4BF-E5B8-B014-D4E3-A2901458B067}"/>
              </a:ext>
            </a:extLst>
          </p:cNvPr>
          <p:cNvSpPr txBox="1"/>
          <p:nvPr/>
        </p:nvSpPr>
        <p:spPr>
          <a:xfrm>
            <a:off x="3881050" y="1826870"/>
            <a:ext cx="7471099" cy="1384995"/>
          </a:xfrm>
          <a:prstGeom prst="rect">
            <a:avLst/>
          </a:prstGeom>
          <a:noFill/>
        </p:spPr>
        <p:txBody>
          <a:bodyPr wrap="square">
            <a:spAutoFit/>
          </a:bodyPr>
          <a:lstStyle/>
          <a:p>
            <a:pPr lvl="0" algn="just">
              <a:defRPr/>
            </a:pPr>
            <a:r>
              <a:rPr lang="es-DO" sz="2800" dirty="0">
                <a:solidFill>
                  <a:schemeClr val="bg1"/>
                </a:solidFill>
                <a:latin typeface="Verlag Black" pitchFamily="2" charset="0"/>
              </a:rPr>
              <a:t>Mateo fue escrito por autor del mismo nombre; 1 Corintios por el apóstol Pablo, y 1 Pedro, por escritor del mismo nombre.</a:t>
            </a:r>
          </a:p>
        </p:txBody>
      </p:sp>
      <p:pic>
        <p:nvPicPr>
          <p:cNvPr id="40" name="Gráfico 39" descr="Libro abierto contorno">
            <a:extLst>
              <a:ext uri="{FF2B5EF4-FFF2-40B4-BE49-F238E27FC236}">
                <a16:creationId xmlns:a16="http://schemas.microsoft.com/office/drawing/2014/main" id="{CE35C823-5FE3-1F22-6340-FF70E08427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9909" y="1764514"/>
            <a:ext cx="914400" cy="914400"/>
          </a:xfrm>
          <a:prstGeom prst="rect">
            <a:avLst/>
          </a:prstGeom>
        </p:spPr>
      </p:pic>
    </p:spTree>
    <p:extLst>
      <p:ext uri="{BB962C8B-B14F-4D97-AF65-F5344CB8AC3E}">
        <p14:creationId xmlns:p14="http://schemas.microsoft.com/office/powerpoint/2010/main" val="3003508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Imagen 2" descr="Sol brillando entre los árboles&#10;&#10;Descripción generada automáticamente">
            <a:extLst>
              <a:ext uri="{FF2B5EF4-FFF2-40B4-BE49-F238E27FC236}">
                <a16:creationId xmlns:a16="http://schemas.microsoft.com/office/drawing/2014/main" id="{E71DD834-97D6-C27F-DB06-0440D29064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113" name="Rectangle 3112">
            <a:extLst>
              <a:ext uri="{FF2B5EF4-FFF2-40B4-BE49-F238E27FC236}">
                <a16:creationId xmlns:a16="http://schemas.microsoft.com/office/drawing/2014/main" id="{B4916930-E76E-4100-9DCF-4981566A3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7375" y="1885950"/>
            <a:ext cx="8505825"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ítulo 1">
            <a:extLst>
              <a:ext uri="{FF2B5EF4-FFF2-40B4-BE49-F238E27FC236}">
                <a16:creationId xmlns:a16="http://schemas.microsoft.com/office/drawing/2014/main" id="{CBB6E1CE-53CA-5B48-A981-3C6AA3E4C3CB}"/>
              </a:ext>
            </a:extLst>
          </p:cNvPr>
          <p:cNvSpPr txBox="1">
            <a:spLocks/>
          </p:cNvSpPr>
          <p:nvPr/>
        </p:nvSpPr>
        <p:spPr>
          <a:xfrm>
            <a:off x="2276475" y="2247900"/>
            <a:ext cx="7581900" cy="2514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8000" b="1" dirty="0">
                <a:solidFill>
                  <a:schemeClr val="tx1">
                    <a:lumMod val="75000"/>
                    <a:lumOff val="25000"/>
                  </a:schemeClr>
                </a:solidFill>
              </a:rPr>
              <a:t>INTRODUCCIÓN</a:t>
            </a:r>
          </a:p>
        </p:txBody>
      </p:sp>
    </p:spTree>
    <p:extLst>
      <p:ext uri="{BB962C8B-B14F-4D97-AF65-F5344CB8AC3E}">
        <p14:creationId xmlns:p14="http://schemas.microsoft.com/office/powerpoint/2010/main" val="3952323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C76AD0-A9AD-9472-6DAB-84EAB44C67F0}"/>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D0235A-82C6-E132-E6F8-950CD6131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3CB2D914-19F1-0BE1-B079-BF0FDF300B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11B5BB6B-20CC-54D1-2704-D63B6AE26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6899F7DD-8945-5588-F2E0-E2758AD34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AD593DF-17BD-FF87-081F-6D228A396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0C9D3E0-8828-8DDC-A298-31DDF178A294}"/>
              </a:ext>
            </a:extLst>
          </p:cNvPr>
          <p:cNvSpPr>
            <a:spLocks noGrp="1"/>
          </p:cNvSpPr>
          <p:nvPr>
            <p:ph type="title"/>
          </p:nvPr>
        </p:nvSpPr>
        <p:spPr>
          <a:xfrm>
            <a:off x="459346" y="248115"/>
            <a:ext cx="10945254" cy="1033669"/>
          </a:xfrm>
        </p:spPr>
        <p:txBody>
          <a:bodyPr>
            <a:normAutofit/>
          </a:bodyPr>
          <a:lstStyle/>
          <a:p>
            <a:r>
              <a:rPr lang="es-DO" sz="4000" dirty="0">
                <a:solidFill>
                  <a:srgbClr val="FFFFFF"/>
                </a:solidFill>
              </a:rPr>
              <a:t>Introducción </a:t>
            </a:r>
          </a:p>
        </p:txBody>
      </p:sp>
      <p:sp>
        <p:nvSpPr>
          <p:cNvPr id="3" name="Marcador de contenido 2">
            <a:extLst>
              <a:ext uri="{FF2B5EF4-FFF2-40B4-BE49-F238E27FC236}">
                <a16:creationId xmlns:a16="http://schemas.microsoft.com/office/drawing/2014/main" id="{6358F904-25E9-711F-79B8-C872930AA95B}"/>
              </a:ext>
            </a:extLst>
          </p:cNvPr>
          <p:cNvSpPr>
            <a:spLocks noGrp="1"/>
          </p:cNvSpPr>
          <p:nvPr>
            <p:ph idx="1"/>
          </p:nvPr>
        </p:nvSpPr>
        <p:spPr>
          <a:xfrm>
            <a:off x="190498" y="1708353"/>
            <a:ext cx="11811000" cy="5038725"/>
          </a:xfrm>
        </p:spPr>
        <p:txBody>
          <a:bodyPr anchor="ctr">
            <a:noAutofit/>
          </a:bodyPr>
          <a:lstStyle/>
          <a:p>
            <a:pPr marL="0" indent="0" algn="just">
              <a:buNone/>
            </a:pPr>
            <a:r>
              <a:rPr lang="es-DO" sz="4000" dirty="0">
                <a:latin typeface="Times New Roman" panose="02020603050405020304" pitchFamily="18" charset="0"/>
                <a:cs typeface="Times New Roman" panose="02020603050405020304" pitchFamily="18" charset="0"/>
              </a:rPr>
              <a:t>El diccionario de la lengua española define la modestia como la virtud que modera, templa y regula los actos externos, conteniendo al hombre en los límites de su estado, según lo conveniente a él. Por tanto, es fundamental que los hijos de Dios practiquemos dicha virtud. Vivimos en un mundo donde las posiciones se alcanzan a través del egoísmo, y tal modo de llegar a “las alturas”, se pretende establecer como patrón.</a:t>
            </a:r>
            <a:endParaRPr lang="es-DO"/>
          </a:p>
        </p:txBody>
      </p:sp>
      <p:pic>
        <p:nvPicPr>
          <p:cNvPr id="24" name="Imagen 8"/>
          <p:cNvPicPr>
            <a:picLocks noChangeAspect="1"/>
          </p:cNvPicPr>
          <p:nvPr/>
        </p:nvPicPr>
        <p:blipFill>
          <a:blip r:embed="rId2"/>
          <a:stretch>
            <a:fillRect/>
          </a:stretch>
        </p:blipFill>
        <p:spPr>
          <a:xfrm>
            <a:off x="11281505" y="6196152"/>
            <a:ext cx="815245" cy="582318"/>
          </a:xfrm>
          <a:prstGeom prst="rect">
            <a:avLst/>
          </a:prstGeom>
        </p:spPr>
      </p:pic>
    </p:spTree>
    <p:extLst>
      <p:ext uri="{BB962C8B-B14F-4D97-AF65-F5344CB8AC3E}">
        <p14:creationId xmlns:p14="http://schemas.microsoft.com/office/powerpoint/2010/main" val="3425283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81CEBC-5E50-F53F-1A9F-E1258430699A}"/>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0D02E77-B42E-47C8-BD9C-69C47513C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CE275045-19AC-FB1A-6D5D-FFDD7766FD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05109DD9-2E8E-4D83-2A6E-E52F544909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66EB87BC-37E2-8A47-3C96-4EB0D169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0A81869-70EE-B78D-5CB9-03C9AF861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444F5D3-DE85-0779-4A42-F4C9A799F28D}"/>
              </a:ext>
            </a:extLst>
          </p:cNvPr>
          <p:cNvSpPr>
            <a:spLocks noGrp="1"/>
          </p:cNvSpPr>
          <p:nvPr>
            <p:ph type="title"/>
          </p:nvPr>
        </p:nvSpPr>
        <p:spPr>
          <a:xfrm>
            <a:off x="459346" y="248115"/>
            <a:ext cx="10945254" cy="1033669"/>
          </a:xfrm>
        </p:spPr>
        <p:txBody>
          <a:bodyPr>
            <a:normAutofit/>
          </a:bodyPr>
          <a:lstStyle/>
          <a:p>
            <a:r>
              <a:rPr lang="es-DO" sz="4000" dirty="0">
                <a:solidFill>
                  <a:srgbClr val="FFFFFF"/>
                </a:solidFill>
              </a:rPr>
              <a:t>Introducción </a:t>
            </a:r>
          </a:p>
        </p:txBody>
      </p:sp>
      <p:sp>
        <p:nvSpPr>
          <p:cNvPr id="3" name="Marcador de contenido 2">
            <a:extLst>
              <a:ext uri="{FF2B5EF4-FFF2-40B4-BE49-F238E27FC236}">
                <a16:creationId xmlns:a16="http://schemas.microsoft.com/office/drawing/2014/main" id="{CBC4E33C-B76E-07B4-888B-9AC416D7DD5F}"/>
              </a:ext>
            </a:extLst>
          </p:cNvPr>
          <p:cNvSpPr>
            <a:spLocks noGrp="1"/>
          </p:cNvSpPr>
          <p:nvPr>
            <p:ph idx="1"/>
          </p:nvPr>
        </p:nvSpPr>
        <p:spPr>
          <a:xfrm>
            <a:off x="50244" y="1708353"/>
            <a:ext cx="12091512" cy="5038725"/>
          </a:xfrm>
        </p:spPr>
        <p:txBody>
          <a:bodyPr anchor="ctr">
            <a:noAutofit/>
          </a:bodyPr>
          <a:lstStyle/>
          <a:p>
            <a:pPr marL="0" indent="0" algn="just">
              <a:buNone/>
            </a:pPr>
            <a:r>
              <a:rPr lang="es-DO" sz="4000" dirty="0">
                <a:latin typeface="Times New Roman" panose="02020603050405020304" pitchFamily="18" charset="0"/>
                <a:cs typeface="Times New Roman" panose="02020603050405020304" pitchFamily="18" charset="0"/>
              </a:rPr>
              <a:t xml:space="preserve">La idea generalizada entre los que no conocen al Señor es que el hombre debe descubrir al campeón que hay en él y abrirse paso por sí mismo en la sociedad. Tal manera de pensar la tuvieron hombres arrogantes como Nabucodonosor, quien se jactó que aquella Babilonia él la había hecho con su propia fuerza y poder. Sin embargo, la lección divina respecto a tan impío proceder, quedó plasmada en la Biblia para enseñarnos que el cielo gobierna </a:t>
            </a:r>
            <a:r>
              <a:rPr b="1" lang="es-DO" sz="4000" dirty="0">
                <a:latin typeface="Times New Roman" panose="02020603050405020304" pitchFamily="18" charset="0"/>
                <a:cs typeface="Times New Roman" panose="02020603050405020304" pitchFamily="18" charset="0"/>
              </a:rPr>
              <a:t>(Daniel 4:25-33)</a:t>
            </a:r>
            <a:r>
              <a:rPr lang="es-DO" sz="4000" dirty="0">
                <a:latin typeface="Times New Roman" panose="02020603050405020304" pitchFamily="18" charset="0"/>
                <a:cs typeface="Times New Roman" panose="02020603050405020304" pitchFamily="18" charset="0"/>
              </a:rPr>
              <a:t>.</a:t>
            </a:r>
            <a:endParaRPr lang="es-DO"/>
          </a:p>
        </p:txBody>
      </p:sp>
      <p:pic>
        <p:nvPicPr>
          <p:cNvPr id="24" name="Imagen 8"/>
          <p:cNvPicPr>
            <a:picLocks noChangeAspect="1"/>
          </p:cNvPicPr>
          <p:nvPr/>
        </p:nvPicPr>
        <p:blipFill>
          <a:blip r:embed="rId2"/>
          <a:stretch>
            <a:fillRect/>
          </a:stretch>
        </p:blipFill>
        <p:spPr>
          <a:xfrm>
            <a:off x="11281505" y="6196152"/>
            <a:ext cx="815245" cy="582318"/>
          </a:xfrm>
          <a:prstGeom prst="rect">
            <a:avLst/>
          </a:prstGeom>
        </p:spPr>
      </p:pic>
    </p:spTree>
    <p:extLst>
      <p:ext uri="{BB962C8B-B14F-4D97-AF65-F5344CB8AC3E}">
        <p14:creationId xmlns:p14="http://schemas.microsoft.com/office/powerpoint/2010/main" val="1782243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227D95-A77C-467D-8FBF-5EB788D77E52}"/>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92EF6EB-8CEC-D4D7-5AD3-B59085CCC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EAF8A3EC-A6C5-A719-BACB-EDED93A156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AB41D16-EB7C-0FBC-4C3A-D117C493F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3EB93725-FFAF-9743-D518-9CD1B386AA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57CC1E29-B89E-DC03-4AD5-9B650A0542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1A2F391-B73B-256B-33DF-E3946FD54E47}"/>
              </a:ext>
            </a:extLst>
          </p:cNvPr>
          <p:cNvSpPr>
            <a:spLocks noGrp="1"/>
          </p:cNvSpPr>
          <p:nvPr>
            <p:ph type="title"/>
          </p:nvPr>
        </p:nvSpPr>
        <p:spPr>
          <a:xfrm>
            <a:off x="459346" y="248115"/>
            <a:ext cx="10945254" cy="1033669"/>
          </a:xfrm>
        </p:spPr>
        <p:txBody>
          <a:bodyPr>
            <a:normAutofit/>
          </a:bodyPr>
          <a:lstStyle/>
          <a:p>
            <a:r>
              <a:rPr lang="es-DO" sz="4000" dirty="0">
                <a:solidFill>
                  <a:srgbClr val="FFFFFF"/>
                </a:solidFill>
              </a:rPr>
              <a:t>Introducción </a:t>
            </a:r>
          </a:p>
        </p:txBody>
      </p:sp>
      <p:sp>
        <p:nvSpPr>
          <p:cNvPr id="3" name="Marcador de contenido 2">
            <a:extLst>
              <a:ext uri="{FF2B5EF4-FFF2-40B4-BE49-F238E27FC236}">
                <a16:creationId xmlns:a16="http://schemas.microsoft.com/office/drawing/2014/main" id="{9846145C-918F-DDD5-BED5-CFC3B2B840DF}"/>
              </a:ext>
            </a:extLst>
          </p:cNvPr>
          <p:cNvSpPr>
            <a:spLocks noGrp="1"/>
          </p:cNvSpPr>
          <p:nvPr>
            <p:ph idx="1"/>
          </p:nvPr>
        </p:nvSpPr>
        <p:spPr>
          <a:xfrm>
            <a:off x="190498" y="1708353"/>
            <a:ext cx="11732646" cy="5038725"/>
          </a:xfrm>
        </p:spPr>
        <p:txBody>
          <a:bodyPr anchor="ctr">
            <a:noAutofit/>
          </a:bodyPr>
          <a:lstStyle/>
          <a:p>
            <a:pPr marL="0" indent="0" algn="just">
              <a:buNone/>
            </a:pPr>
            <a:r>
              <a:rPr lang="es-DO" sz="4400" dirty="0">
                <a:latin typeface="Times New Roman" panose="02020603050405020304" pitchFamily="18" charset="0"/>
                <a:cs typeface="Times New Roman" panose="02020603050405020304" pitchFamily="18" charset="0"/>
              </a:rPr>
              <a:t xml:space="preserve">Semejante a Nabucodonosor fue Pilato en cuanto a su falta de modestia, pues éste arrogantemente le dijo a Jesús que tenía autoridad para crucificarlo, y a la vez para soltarlo. Pero Jesús le dijo que no tendría ninguna autoridad sobre Él, si no le fuera dada de arriba </a:t>
            </a:r>
            <a:r>
              <a:rPr b="1" lang="es-DO" sz="4400" dirty="0">
                <a:latin typeface="Times New Roman" panose="02020603050405020304" pitchFamily="18" charset="0"/>
                <a:cs typeface="Times New Roman" panose="02020603050405020304" pitchFamily="18" charset="0"/>
              </a:rPr>
              <a:t>(Juan 19:10)</a:t>
            </a:r>
            <a:r>
              <a:rPr lang="es-DO" sz="4400" dirty="0">
                <a:latin typeface="Times New Roman" panose="02020603050405020304" pitchFamily="18" charset="0"/>
                <a:cs typeface="Times New Roman" panose="02020603050405020304" pitchFamily="18" charset="0"/>
              </a:rPr>
              <a:t>. Así enfrentó el Señor la falta de moderación de aquel oficial romano.</a:t>
            </a:r>
            <a:endParaRPr lang="es-DO"/>
          </a:p>
        </p:txBody>
      </p:sp>
      <p:pic>
        <p:nvPicPr>
          <p:cNvPr id="24" name="Imagen 8"/>
          <p:cNvPicPr>
            <a:picLocks noChangeAspect="1"/>
          </p:cNvPicPr>
          <p:nvPr/>
        </p:nvPicPr>
        <p:blipFill>
          <a:blip r:embed="rId2"/>
          <a:stretch>
            <a:fillRect/>
          </a:stretch>
        </p:blipFill>
        <p:spPr>
          <a:xfrm>
            <a:off x="11281505" y="6196152"/>
            <a:ext cx="815245" cy="582318"/>
          </a:xfrm>
          <a:prstGeom prst="rect">
            <a:avLst/>
          </a:prstGeom>
        </p:spPr>
      </p:pic>
    </p:spTree>
    <p:extLst>
      <p:ext uri="{BB962C8B-B14F-4D97-AF65-F5344CB8AC3E}">
        <p14:creationId xmlns:p14="http://schemas.microsoft.com/office/powerpoint/2010/main" val="718268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182335-4FF6-5769-0AAA-73B9B2AAD8E9}"/>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F24DF6A-2C40-BFC7-2D3F-EF5E6EF6B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47C97588-9456-8407-FD98-73F195881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164DD0C-290A-880B-7516-AC3716676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BF596CFC-CB14-5C39-5EB5-8FEDFD95A9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33ECF18F-C9CE-75FA-C876-BC79BF607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0150521-B996-850E-E0C5-945C44B360B8}"/>
              </a:ext>
            </a:extLst>
          </p:cNvPr>
          <p:cNvSpPr>
            <a:spLocks noGrp="1"/>
          </p:cNvSpPr>
          <p:nvPr>
            <p:ph type="title"/>
          </p:nvPr>
        </p:nvSpPr>
        <p:spPr>
          <a:xfrm>
            <a:off x="459346" y="248115"/>
            <a:ext cx="10945254" cy="1033669"/>
          </a:xfrm>
        </p:spPr>
        <p:txBody>
          <a:bodyPr>
            <a:normAutofit/>
          </a:bodyPr>
          <a:lstStyle/>
          <a:p>
            <a:r>
              <a:rPr lang="es-DO" sz="4000" dirty="0">
                <a:solidFill>
                  <a:srgbClr val="FFFFFF"/>
                </a:solidFill>
              </a:rPr>
              <a:t>Introducción </a:t>
            </a:r>
          </a:p>
        </p:txBody>
      </p:sp>
      <p:sp>
        <p:nvSpPr>
          <p:cNvPr id="3" name="Marcador de contenido 2">
            <a:extLst>
              <a:ext uri="{FF2B5EF4-FFF2-40B4-BE49-F238E27FC236}">
                <a16:creationId xmlns:a16="http://schemas.microsoft.com/office/drawing/2014/main" id="{E0C1E57B-F54F-39B7-96FC-07D290F7C955}"/>
              </a:ext>
            </a:extLst>
          </p:cNvPr>
          <p:cNvSpPr>
            <a:spLocks noGrp="1"/>
          </p:cNvSpPr>
          <p:nvPr>
            <p:ph idx="1"/>
          </p:nvPr>
        </p:nvSpPr>
        <p:spPr>
          <a:xfrm>
            <a:off x="190498" y="1708353"/>
            <a:ext cx="11732646" cy="5038725"/>
          </a:xfrm>
        </p:spPr>
        <p:txBody>
          <a:bodyPr anchor="ctr">
            <a:noAutofit/>
          </a:bodyPr>
          <a:lstStyle/>
          <a:p>
            <a:pPr marL="0" indent="0" algn="just">
              <a:buNone/>
            </a:pPr>
            <a:r>
              <a:rPr lang="es-DO" sz="4000" dirty="0">
                <a:latin typeface="Times New Roman" panose="02020603050405020304" pitchFamily="18" charset="0"/>
                <a:cs typeface="Times New Roman" panose="02020603050405020304" pitchFamily="18" charset="0"/>
              </a:rPr>
              <a:t>Toda la historia de la humanidad está de alguna manera manchada de la arrogancia humana, en contraste con los hijos de Dios que han vivido modestamente ante sus semejantes. Pero, como veremos en la presente lección, los creyentes estamos llamados a ser un contraste a este respecto, por medio de una vida sin presunción ni jactancia.</a:t>
            </a:r>
            <a:endParaRPr lang="es-DO"/>
          </a:p>
        </p:txBody>
      </p:sp>
      <p:pic>
        <p:nvPicPr>
          <p:cNvPr id="24" name="Imagen 8"/>
          <p:cNvPicPr>
            <a:picLocks noChangeAspect="1"/>
          </p:cNvPicPr>
          <p:nvPr/>
        </p:nvPicPr>
        <p:blipFill>
          <a:blip r:embed="rId2"/>
          <a:stretch>
            <a:fillRect/>
          </a:stretch>
        </p:blipFill>
        <p:spPr>
          <a:xfrm>
            <a:off x="11281505" y="6196152"/>
            <a:ext cx="815245" cy="582318"/>
          </a:xfrm>
          <a:prstGeom prst="rect">
            <a:avLst/>
          </a:prstGeom>
        </p:spPr>
      </p:pic>
    </p:spTree>
    <p:extLst>
      <p:ext uri="{BB962C8B-B14F-4D97-AF65-F5344CB8AC3E}">
        <p14:creationId xmlns:p14="http://schemas.microsoft.com/office/powerpoint/2010/main" val="1795730611"/>
      </p:ext>
    </p:extLst>
  </p:cSld>
  <p:clrMapOvr>
    <a:masterClrMapping/>
  </p:clrMapOvr>
</p:sld>
</file>

<file path=ppt/slides/slide14.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pic>
        <p:nvPicPr>
          <p:cNvPr id="5" name="Imagen 4"/>
          <p:cNvPicPr>
            <a:picLocks noChangeAspect="1"/>
          </p:cNvPicPr>
          <p:nvPr/>
        </p:nvPicPr>
        <p:blipFill>
          <a:blip r:embed="rId3"/>
          <a:stretch>
            <a:fillRect/>
          </a:stretch>
        </p:blipFill>
        <p:spPr>
          <a:xfrm>
            <a:off x="0" y="0"/>
            <a:ext cx="12192000" cy="6858000"/>
          </a:xfrm>
          <a:prstGeom prst="rect">
            <a:avLst/>
          </a:prstGeom>
        </p:spPr>
      </p:pic>
      <p:sp>
        <p:nvSpPr>
          <p:cNvPr id="9" name="CuadroTexto 8"/>
          <p:cNvSpPr txBox="1"/>
          <p:nvPr/>
        </p:nvSpPr>
        <p:spPr>
          <a:xfrm>
            <a:off x="685800" y="2779776"/>
            <a:ext cx="3291840" cy="2148840"/>
          </a:xfrm>
          <a:prstGeom prst="rect">
            <a:avLst/>
          </a:prstGeom>
        </p:spPr>
        <p:txBody>
          <a:bodyPr vert="horz" lIns="91440" tIns="0" rIns="91440" bIns="0" rtlCol="0" anchor="t">
            <a:noAutofit/>
          </a:bodyPr>
          <a:lstStyle/>
          <a:p>
            <a:pPr>
              <a:lnSpc>
                <a:spcPct val="100000"/>
              </a:lnSpc>
            </a:pPr>
            <a:r>
              <a:rPr lang="es-DO" sz="1800" b="1" dirty="0">
                <a:solidFill>
                  <a:srgbClr val="FFFFFF"/>
                </a:solidFill>
                <a:latin typeface="Verlag Black"/>
              </a:rPr>
              <a:t>TEMA I- LA MODESTIA INCLUYE NO HACER EL BIEN SOLO PARA SER VISTOS POR LOS DEMÁS</a:t>
            </a:r>
            <a:endParaRPr lang="es-DO"/>
          </a:p>
        </p:txBody>
      </p:sp>
      <p:sp>
        <p:nvSpPr>
          <p:cNvPr id="3423" name="OrangeBar"/>
          <p:cNvSpPr/>
          <p:nvPr/>
        </p:nvSpPr>
        <p:spPr>
          <a:xfrm>
            <a:off x="685800" y="2542032"/>
            <a:ext cx="1600200" cy="73152"/>
          </a:xfrm>
          <a:prstGeom prst="rect">
            <a:avLst/>
          </a:prstGeom>
          <a:solidFill>
            <a:srgbClr val="E85D04"/>
          </a:solidFill>
          <a:ln>
            <a:noFill/>
          </a:ln>
        </p:spPr>
      </p:sp>
      <p:sp>
        <p:nvSpPr>
          <p:cNvPr id="3424" name="GrayLine"/>
          <p:cNvSpPr/>
          <p:nvPr/>
        </p:nvSpPr>
        <p:spPr>
          <a:xfrm>
            <a:off x="685800" y="5001768"/>
            <a:ext cx="3291840" cy="10972"/>
          </a:xfrm>
          <a:prstGeom prst="rect">
            <a:avLst/>
          </a:prstGeom>
          <a:solidFill>
            <a:srgbClr val="D0D0D0"/>
          </a:solidFill>
          <a:ln>
            <a:noFill/>
          </a:ln>
        </p:spPr>
      </p:sp>
      <p:sp>
        <p:nvSpPr>
          <p:cNvPr id="4" name="CuadroTexto 3"/>
          <p:cNvSpPr txBox="1"/>
          <p:nvPr/>
        </p:nvSpPr>
        <p:spPr>
          <a:xfrm>
            <a:off x="685800" y="5166360"/>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E8E8E8"/>
                </a:solidFill>
                <a:latin typeface="Verlag Black"/>
              </a:rPr>
              <a:t>MATEO 6:1-4</a:t>
            </a:r>
            <a:endParaRPr lang="es-DO"/>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F2DAB3-2B47-0ABF-AAB1-EC4D4C3E6926}"/>
            </a:ext>
          </a:extLst>
        </p:cNvPr>
        <p:cNvGrpSpPr/>
        <p:nvPr/>
      </p:nvGrpSpPr>
      <p:grpSpPr>
        <a:xfrm>
          <a:off x="0" y="0"/>
          <a:ext cx="0" cy="0"/>
          <a:chOff x="0" y="0"/>
          <a:chExt cx="0" cy="0"/>
        </a:xfrm>
      </p:grpSpPr>
      <p:pic>
        <p:nvPicPr>
          <p:cNvPr id="2" name="DefinicionCard"/>
          <p:cNvPicPr>
            <a:picLocks noChangeAspect="0"/>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558859699"/>
      </p:ext>
    </p:extLst>
  </p:cSld>
  <p:clrMapOvr>
    <a:masterClrMapping/>
  </p:clrMapOvr>
</p:sld>
</file>

<file path=ppt/slides/slide16.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pic>
        <p:nvPicPr>
          <p:cNvPr id="5" name="Imagen 4"/>
          <p:cNvPicPr>
            <a:picLocks noChangeAspect="1"/>
          </p:cNvPicPr>
          <p:nvPr/>
        </p:nvPicPr>
        <p:blipFill>
          <a:blip r:embed="rId3"/>
          <a:stretch>
            <a:fillRect/>
          </a:stretch>
        </p:blipFill>
        <p:spPr>
          <a:xfrm>
            <a:off x="0" y="0"/>
            <a:ext cx="12192000" cy="6858000"/>
          </a:xfrm>
          <a:prstGeom prst="rect">
            <a:avLst/>
          </a:prstGeom>
        </p:spPr>
      </p:pic>
      <p:sp>
        <p:nvSpPr>
          <p:cNvPr id="9" name="CuadroTexto 8"/>
          <p:cNvSpPr txBox="1"/>
          <p:nvPr/>
        </p:nvSpPr>
        <p:spPr>
          <a:xfrm>
            <a:off x="685800" y="2779776"/>
            <a:ext cx="3291840" cy="2148840"/>
          </a:xfrm>
          <a:prstGeom prst="rect">
            <a:avLst/>
          </a:prstGeom>
        </p:spPr>
        <p:txBody>
          <a:bodyPr vert="horz" lIns="91440" tIns="0" rIns="91440" bIns="0" rtlCol="0" anchor="t">
            <a:noAutofit/>
          </a:bodyPr>
          <a:lstStyle/>
          <a:p>
            <a:pPr>
              <a:lnSpc>
                <a:spcPct val="100000"/>
              </a:lnSpc>
            </a:pPr>
            <a:r>
              <a:rPr lang="es-DO" sz="2000" b="1" dirty="0">
                <a:solidFill>
                  <a:srgbClr val="FFFFFF"/>
                </a:solidFill>
                <a:latin typeface="Verlag Black"/>
              </a:rPr>
              <a:t>1.A- La limosna que damos al pobre no debe hacerse inmodestamente</a:t>
            </a:r>
            <a:endParaRPr lang="es-DO"/>
          </a:p>
        </p:txBody>
      </p:sp>
      <p:sp>
        <p:nvSpPr>
          <p:cNvPr id="3423" name="OrangeBar"/>
          <p:cNvSpPr/>
          <p:nvPr/>
        </p:nvSpPr>
        <p:spPr>
          <a:xfrm>
            <a:off x="685800" y="2542032"/>
            <a:ext cx="1600200" cy="73152"/>
          </a:xfrm>
          <a:prstGeom prst="rect">
            <a:avLst/>
          </a:prstGeom>
          <a:solidFill>
            <a:srgbClr val="E85D04"/>
          </a:solidFill>
          <a:ln>
            <a:noFill/>
          </a:ln>
        </p:spPr>
      </p:sp>
      <p:sp>
        <p:nvSpPr>
          <p:cNvPr id="3424" name="GrayLine"/>
          <p:cNvSpPr/>
          <p:nvPr/>
        </p:nvSpPr>
        <p:spPr>
          <a:xfrm>
            <a:off x="685800" y="5001768"/>
            <a:ext cx="3291840" cy="10972"/>
          </a:xfrm>
          <a:prstGeom prst="rect">
            <a:avLst/>
          </a:prstGeom>
          <a:solidFill>
            <a:srgbClr val="D0D0D0"/>
          </a:solidFill>
          <a:ln>
            <a:noFill/>
          </a:ln>
        </p:spPr>
      </p:sp>
      <p:sp>
        <p:nvSpPr>
          <p:cNvPr id="4" name="CuadroTexto 3"/>
          <p:cNvSpPr txBox="1"/>
          <p:nvPr/>
        </p:nvSpPr>
        <p:spPr>
          <a:xfrm>
            <a:off x="685800" y="5166360"/>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E8E8E8"/>
                </a:solidFill>
                <a:latin typeface="Verlag Black"/>
              </a:rPr>
              <a:t>MATEO 6:1,2</a:t>
            </a:r>
            <a:endParaRPr lang="es-DO"/>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E022C7F-0CB8-021E-1302-5E6944E9198B}"/>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5FDA9D46-1391-967D-055F-D13D07FFDAD1}"/>
              </a:ext>
            </a:extLst>
          </p:cNvPr>
          <p:cNvSpPr txBox="1"/>
          <p:nvPr/>
        </p:nvSpPr>
        <p:spPr>
          <a:xfrm>
            <a:off x="3192491" y="99421"/>
            <a:ext cx="5479235" cy="101566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6000" b="1" i="0" u="none" strike="noStrike" kern="1200" cap="none" spc="0" normalizeH="0" baseline="0" noProof="0" dirty="0">
                <a:ln>
                  <a:noFill/>
                </a:ln>
                <a:solidFill>
                  <a:prstClr val="white"/>
                </a:solidFill>
                <a:effectLst/>
                <a:uLnTx/>
                <a:uFillTx/>
                <a:latin typeface="Calibri" panose="020F0502020204030204"/>
                <a:ea typeface="+mn-ea"/>
                <a:cs typeface="+mn-cs"/>
              </a:rPr>
              <a:t>Texto Bíblico</a:t>
            </a:r>
          </a:p>
        </p:txBody>
      </p:sp>
      <p:sp>
        <p:nvSpPr>
          <p:cNvPr id="5" name="TextBox 4">
            <a:extLst>
              <a:ext uri="{FF2B5EF4-FFF2-40B4-BE49-F238E27FC236}">
                <a16:creationId xmlns:a16="http://schemas.microsoft.com/office/drawing/2014/main" id="{E6A51984-7DD1-B8B3-2E6F-3AE340A1053A}"/>
              </a:ext>
            </a:extLst>
          </p:cNvPr>
          <p:cNvSpPr txBox="1"/>
          <p:nvPr/>
        </p:nvSpPr>
        <p:spPr>
          <a:xfrm>
            <a:off x="294515" y="856357"/>
            <a:ext cx="11602969" cy="5755422"/>
          </a:xfrm>
          <a:prstGeom prst="rect">
            <a:avLst/>
          </a:prstGeom>
          <a:noFill/>
        </p:spPr>
        <p:txBody>
          <a:bodyPr wrap="square">
            <a:noAutofit/>
          </a:bodyPr>
          <a:lstStyle/>
          <a:p>
            <a:r>
              <a:rPr lang="es-DO" sz="4400" dirty="0" b="1">
                <a:solidFill>
                  <a:srgbClr val="FFFF00"/>
                </a:solidFill>
              </a:rPr>
              <a:t>MATEO 6:1,2</a:t>
            </a:r>
          </a:p>
          <a:p>
            <a:r>
              <a:rPr lang="es-DO" sz="4400" dirty="0" b="1">
                <a:solidFill>
                  <a:srgbClr val="FFFF00"/>
                </a:solidFill>
              </a:rPr>
              <a:t>1</a:t>
            </a:r>
            <a:r>
              <a:rPr lang="es-DO" sz="4400" dirty="0">
                <a:solidFill>
                  <a:srgbClr val="FFFFFF"/>
                </a:solidFill>
              </a:rPr>
              <a:t xml:space="preserve"> Guardaos de hacer vuestra justicia delante de los hombres, para ser vistos de ellos; de otra manera no tendréis recompensa de vuestro Padre que está en los cielos.</a:t>
            </a:r>
          </a:p>
        </p:txBody>
      </p:sp>
    </p:spTree>
    <p:extLst>
      <p:ext uri="{BB962C8B-B14F-4D97-AF65-F5344CB8AC3E}">
        <p14:creationId xmlns:p14="http://schemas.microsoft.com/office/powerpoint/2010/main" val="2088127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CCC4BA0-1298-4DBD-86F1-B51D8C9D3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4CB775AD-3D33-84B8-64DE-EA116093CBCF}"/>
              </a:ext>
            </a:extLst>
          </p:cNvPr>
          <p:cNvSpPr>
            <a:spLocks noGrp="1"/>
          </p:cNvSpPr>
          <p:nvPr>
            <p:ph type="title"/>
          </p:nvPr>
        </p:nvSpPr>
        <p:spPr>
          <a:xfrm>
            <a:off x="162730" y="100000"/>
            <a:ext cx="11866540" cy="1050000"/>
          </a:xfrm>
        </p:spPr>
        <p:txBody>
          <a:bodyPr anchor="t">
            <a:noAutofit/>
          </a:bodyPr>
          <a:lstStyle/>
          <a:p>
            <a:r>
              <a:rPr lang="en-US" sz="3600" b="1" dirty="0">
                <a:solidFill>
                  <a:schemeClr val="bg1"/>
                </a:solidFill>
                <a:highlight>
                  <a:srgbClr val="00A2E3"/>
                </a:highlight>
                <a:latin typeface="Times New Roman" panose="02020603050405020304" pitchFamily="18" charset="0"/>
                <a:cs typeface="Times New Roman" panose="02020603050405020304" pitchFamily="18" charset="0"/>
              </a:rPr>
              <a:t>1.A - La limosna que damos al pobre no debe hacerse inmodestamente</a:t>
            </a:r>
            <a:endParaRPr lang="es-DO"/>
          </a:p>
        </p:txBody>
      </p:sp>
      <p:sp>
        <p:nvSpPr>
          <p:cNvPr id="3" name="Marcador de contenido 2">
            <a:extLst>
              <a:ext uri="{FF2B5EF4-FFF2-40B4-BE49-F238E27FC236}">
                <a16:creationId xmlns:a16="http://schemas.microsoft.com/office/drawing/2014/main" id="{F8DA3710-BC3F-A6B2-FD40-D0E310CD30FC}"/>
              </a:ext>
            </a:extLst>
          </p:cNvPr>
          <p:cNvSpPr>
            <a:spLocks noGrp="1"/>
          </p:cNvSpPr>
          <p:nvPr>
            <p:ph idx="1"/>
          </p:nvPr>
        </p:nvSpPr>
        <p:spPr>
          <a:xfrm>
            <a:off x="162730" y="1200000"/>
            <a:ext cx="11866540" cy="4758672"/>
          </a:xfrm>
        </p:spPr>
        <p:txBody>
          <a:bodyPr anchor="t">
            <a:noAutofit/>
          </a:bodyPr>
          <a:lstStyle/>
          <a:p>
            <a:pPr marL="0" indent="0" algn="just">
              <a:buNone/>
            </a:pPr>
            <a:r>
              <a:rPr lang="es-DO" sz="3600" dirty="0">
                <a:latin typeface="Times New Roman" panose="02020603050405020304" pitchFamily="18" charset="0"/>
                <a:cs typeface="Times New Roman" panose="02020603050405020304" pitchFamily="18" charset="0"/>
              </a:rPr>
              <a:t>Las lecciones que hallamos en este pasaje tienen que ver con las actitudes del corazón de los que somos discípulos de Cristo.</a:t>
            </a:r>
            <a:endParaRPr lang="es-DO"/>
          </a:p>
          <a:p>
            <a:pPr marL="0" indent="0" algn="just">
              <a:buNone/>
            </a:pPr>
            <a:r>
              <a:rPr lang="es-DO" sz="3600" dirty="0">
                <a:latin typeface="Times New Roman" panose="02020603050405020304" pitchFamily="18" charset="0"/>
                <a:cs typeface="Times New Roman" panose="02020603050405020304" pitchFamily="18" charset="0"/>
              </a:rPr>
              <a:t xml:space="preserve">(1) En el versículo 1 Jesús recomienda tener cuidado con la motivación con que hacemos el bien a los demás. Nunca debemos hacerlo motivados porque los hombres nos alaben. Un ejemplo de ese tipo de conducta errada fue la del fariseo que entró al templo a orar, jactándose de su piedad y supuesta consagración </a:t>
            </a:r>
            <a:r>
              <a:rPr b="1" lang="es-DO" sz="3600" dirty="0">
                <a:latin typeface="Times New Roman" panose="02020603050405020304" pitchFamily="18" charset="0"/>
                <a:cs typeface="Times New Roman" panose="02020603050405020304" pitchFamily="18" charset="0"/>
              </a:rPr>
              <a:t>(Lucas 18:11)</a:t>
            </a:r>
            <a:r>
              <a:rPr lang="es-DO" sz="3600" dirty="0">
                <a:latin typeface="Times New Roman" panose="02020603050405020304" pitchFamily="18" charset="0"/>
                <a:cs typeface="Times New Roman" panose="02020603050405020304" pitchFamily="18" charset="0"/>
              </a:rPr>
              <a:t>. Y Jesús enseña que si la actitud es que los hombres nos alaben, no estamos obrando como hijos de Dios.</a:t>
            </a:r>
            <a:endParaRPr lang="es-DO"/>
          </a:p>
        </p:txBody>
      </p:sp>
      <p:sp>
        <p:nvSpPr>
          <p:cNvPr id="26" name="Rectangle 25">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28405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C8DDED-49EE-530A-C2DB-7B11D38C9180}"/>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070EA79-AA03-4CB8-4B52-26CCF2D43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FCC123A2-9571-0D1F-0E85-2D0275DECF5B}"/>
              </a:ext>
            </a:extLst>
          </p:cNvPr>
          <p:cNvSpPr>
            <a:spLocks noGrp="1"/>
          </p:cNvSpPr>
          <p:nvPr>
            <p:ph type="title"/>
          </p:nvPr>
        </p:nvSpPr>
        <p:spPr>
          <a:xfrm>
            <a:off x="162730" y="100000"/>
            <a:ext cx="11866540" cy="1050000"/>
          </a:xfrm>
        </p:spPr>
        <p:txBody>
          <a:bodyPr anchor="t">
            <a:noAutofit/>
          </a:bodyPr>
          <a:lstStyle/>
          <a:p>
            <a:r>
              <a:rPr lang="en-US" sz="3600" b="1" dirty="0">
                <a:solidFill>
                  <a:schemeClr val="bg1"/>
                </a:solidFill>
                <a:highlight>
                  <a:srgbClr val="00A2E3"/>
                </a:highlight>
                <a:latin typeface="Times New Roman" panose="02020603050405020304" pitchFamily="18" charset="0"/>
                <a:cs typeface="Times New Roman" panose="02020603050405020304" pitchFamily="18" charset="0"/>
              </a:rPr>
              <a:t>1.A - La limosna que damos al pobre no debe hacerse inmodestamente</a:t>
            </a:r>
            <a:endParaRPr lang="es-DO"/>
          </a:p>
        </p:txBody>
      </p:sp>
      <p:sp>
        <p:nvSpPr>
          <p:cNvPr id="3" name="Marcador de contenido 2">
            <a:extLst>
              <a:ext uri="{FF2B5EF4-FFF2-40B4-BE49-F238E27FC236}">
                <a16:creationId xmlns:a16="http://schemas.microsoft.com/office/drawing/2014/main" id="{6A761551-B4FF-46ED-2253-25038C85A2B6}"/>
              </a:ext>
            </a:extLst>
          </p:cNvPr>
          <p:cNvSpPr>
            <a:spLocks noGrp="1"/>
          </p:cNvSpPr>
          <p:nvPr>
            <p:ph idx="1"/>
          </p:nvPr>
        </p:nvSpPr>
        <p:spPr>
          <a:xfrm>
            <a:off x="162730" y="1200000"/>
            <a:ext cx="11866540" cy="4758672"/>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Dios es Padre de aquellos que han recibido a Cristo como Salvador y está dispuesto a recompensar a todos los que obran para agradarle. Así que, el que procede para hallar la complacencia humana, no tendrá la recompensa que el Padre tiene para sus hijos. Debemos aprender que todo el bien que hagamos a otros, aunque nadie humanamente lo vea, Dios lo ve, se agrada de ello y dará el pago correspondiente a sus hijos.</a:t>
            </a:r>
            <a:endParaRPr lang="es-DO"/>
          </a:p>
        </p:txBody>
      </p:sp>
      <p:sp>
        <p:nvSpPr>
          <p:cNvPr id="26" name="Rectangle 25">
            <a:extLst>
              <a:ext uri="{FF2B5EF4-FFF2-40B4-BE49-F238E27FC236}">
                <a16:creationId xmlns:a16="http://schemas.microsoft.com/office/drawing/2014/main" id="{358F02D3-8752-AB54-15C2-123655154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16C789B4-FA04-C39D-E62B-80BE7294F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59160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9C294E-C779-DF49-5F9A-E3075075CD67}"/>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003BC52-879E-00C7-60EC-51B54A9C6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C7B5183C-D8E1-A3C8-A5D9-81862D377A6B}"/>
              </a:ext>
            </a:extLst>
          </p:cNvPr>
          <p:cNvSpPr>
            <a:spLocks noGrp="1"/>
          </p:cNvSpPr>
          <p:nvPr>
            <p:ph type="title"/>
          </p:nvPr>
        </p:nvSpPr>
        <p:spPr>
          <a:xfrm>
            <a:off x="162730" y="100000"/>
            <a:ext cx="11866540" cy="1050000"/>
          </a:xfrm>
        </p:spPr>
        <p:txBody>
          <a:bodyPr anchor="t">
            <a:noAutofit/>
          </a:bodyPr>
          <a:lstStyle/>
          <a:p>
            <a:r>
              <a:rPr lang="en-US" sz="3600" b="1" dirty="0">
                <a:solidFill>
                  <a:schemeClr val="bg1"/>
                </a:solidFill>
                <a:highlight>
                  <a:srgbClr val="00A2E3"/>
                </a:highlight>
                <a:latin typeface="Times New Roman" panose="02020603050405020304" pitchFamily="18" charset="0"/>
                <a:cs typeface="Times New Roman" panose="02020603050405020304" pitchFamily="18" charset="0"/>
              </a:rPr>
              <a:t>1.A - La limosna que damos al pobre no debe hacerse inmodestamente</a:t>
            </a:r>
            <a:endParaRPr lang="es-DO"/>
          </a:p>
        </p:txBody>
      </p:sp>
      <p:sp>
        <p:nvSpPr>
          <p:cNvPr id="3" name="Marcador de contenido 2">
            <a:extLst>
              <a:ext uri="{FF2B5EF4-FFF2-40B4-BE49-F238E27FC236}">
                <a16:creationId xmlns:a16="http://schemas.microsoft.com/office/drawing/2014/main" id="{223779DF-B2D7-4FF1-A0E7-AA738629E0F0}"/>
              </a:ext>
            </a:extLst>
          </p:cNvPr>
          <p:cNvSpPr>
            <a:spLocks noGrp="1"/>
          </p:cNvSpPr>
          <p:nvPr>
            <p:ph idx="1"/>
          </p:nvPr>
        </p:nvSpPr>
        <p:spPr>
          <a:xfrm>
            <a:off x="162730" y="1200000"/>
            <a:ext cx="11866540" cy="4758672"/>
          </a:xfrm>
        </p:spPr>
        <p:txBody>
          <a:bodyPr anchor="t">
            <a:noAutofit/>
          </a:bodyPr>
          <a:lstStyle/>
          <a:p>
            <a:pPr marL="0" indent="0" algn="just">
              <a:buNone/>
            </a:pPr>
            <a:r>
              <a:rPr lang="es-DO" sz="4400" dirty="0">
                <a:latin typeface="Times New Roman" panose="02020603050405020304" pitchFamily="18" charset="0"/>
                <a:cs typeface="Times New Roman" panose="02020603050405020304" pitchFamily="18" charset="0"/>
              </a:rPr>
              <a:t>(2) El versículo 2 es la aplicación práctica del principio que Jesús trató en el versículo anterior. Aquí el Señor acredita la práctica de dar limosnas. Él no dice: “si das limosna”, sino “cuando...des limosna”. Así aprendemos que dar al necesitado debe ser una práctica común de todo discípulo de Jesús.</a:t>
            </a:r>
            <a:endParaRPr lang="es-DO"/>
          </a:p>
        </p:txBody>
      </p:sp>
      <p:sp>
        <p:nvSpPr>
          <p:cNvPr id="26" name="Rectangle 25">
            <a:extLst>
              <a:ext uri="{FF2B5EF4-FFF2-40B4-BE49-F238E27FC236}">
                <a16:creationId xmlns:a16="http://schemas.microsoft.com/office/drawing/2014/main" id="{3567E07C-AC9B-C85B-6ACD-F124449D7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6C30698D-80AA-1C2A-8CFF-3BFC5BD03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9832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E2B829-130C-EAAB-7814-8D0B51450044}"/>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4D9125F-078E-D0FF-BAB9-CB7BFC2BA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53DE046D-9D90-1016-A21B-66191830F84A}"/>
              </a:ext>
            </a:extLst>
          </p:cNvPr>
          <p:cNvSpPr>
            <a:spLocks noGrp="1"/>
          </p:cNvSpPr>
          <p:nvPr>
            <p:ph type="title"/>
          </p:nvPr>
        </p:nvSpPr>
        <p:spPr>
          <a:xfrm>
            <a:off x="162730" y="100000"/>
            <a:ext cx="11866540" cy="1050000"/>
          </a:xfrm>
        </p:spPr>
        <p:txBody>
          <a:bodyPr anchor="t">
            <a:noAutofit/>
          </a:bodyPr>
          <a:lstStyle/>
          <a:p>
            <a:r>
              <a:rPr lang="en-US" sz="3600" b="1" dirty="0">
                <a:solidFill>
                  <a:schemeClr val="bg1"/>
                </a:solidFill>
                <a:highlight>
                  <a:srgbClr val="00A2E3"/>
                </a:highlight>
                <a:latin typeface="Times New Roman" panose="02020603050405020304" pitchFamily="18" charset="0"/>
                <a:cs typeface="Times New Roman" panose="02020603050405020304" pitchFamily="18" charset="0"/>
              </a:rPr>
              <a:t>1.A - La limosna que damos al pobre no debe hacerse inmodestamente</a:t>
            </a:r>
            <a:endParaRPr lang="es-DO"/>
          </a:p>
        </p:txBody>
      </p:sp>
      <p:sp>
        <p:nvSpPr>
          <p:cNvPr id="3" name="Marcador de contenido 2">
            <a:extLst>
              <a:ext uri="{FF2B5EF4-FFF2-40B4-BE49-F238E27FC236}">
                <a16:creationId xmlns:a16="http://schemas.microsoft.com/office/drawing/2014/main" id="{F36F9741-6195-B1E8-5BDC-D244D523D779}"/>
              </a:ext>
            </a:extLst>
          </p:cNvPr>
          <p:cNvSpPr>
            <a:spLocks noGrp="1"/>
          </p:cNvSpPr>
          <p:nvPr>
            <p:ph idx="1"/>
          </p:nvPr>
        </p:nvSpPr>
        <p:spPr>
          <a:xfrm>
            <a:off x="162730" y="1200000"/>
            <a:ext cx="11866540" cy="4758672"/>
          </a:xfrm>
        </p:spPr>
        <p:txBody>
          <a:bodyPr anchor="t">
            <a:noAutofit/>
          </a:bodyPr>
          <a:lstStyle/>
          <a:p>
            <a:pPr marL="0" indent="0" algn="just">
              <a:buNone/>
            </a:pPr>
            <a:r>
              <a:rPr lang="es-DO" sz="3600" dirty="0">
                <a:latin typeface="Times New Roman" panose="02020603050405020304" pitchFamily="18" charset="0"/>
                <a:cs typeface="Times New Roman" panose="02020603050405020304" pitchFamily="18" charset="0"/>
              </a:rPr>
              <a:t xml:space="preserve">(3) La segunda mitad del versículo 2 define como hipócritas a los que obran para ser vistos. Los tales actúan falsamente y por ello hacen sus beneficencias en las congregaciones religiosas o en las calles públicas, donde los hombres los pueden ver y alabar. Y el Señor da a entender que la recompensa que reciben de parte de los hombres, es la única que van a recibir, porque pierden el galardón del Padre celestial. Los hijos de Dios debemos trabajar modestamente, atesorando para lo porvenir, haciendo tesoros en los cielos </a:t>
            </a:r>
            <a:r>
              <a:rPr lang="es-DO" sz="3600" b="1" dirty="0">
                <a:latin typeface="Times New Roman" panose="02020603050405020304" pitchFamily="18" charset="0"/>
                <a:cs typeface="Times New Roman" panose="02020603050405020304" pitchFamily="18" charset="0"/>
              </a:rPr>
              <a:t>(Mateo 6:20)</a:t>
            </a:r>
            <a:r>
              <a:rPr lang="es-DO" sz="3600" dirty="0">
                <a:latin typeface="Times New Roman" panose="02020603050405020304" pitchFamily="18" charset="0"/>
                <a:cs typeface="Times New Roman" panose="02020603050405020304" pitchFamily="18" charset="0"/>
              </a:rPr>
              <a:t>.</a:t>
            </a:r>
            <a:endParaRPr lang="es-DO"/>
          </a:p>
        </p:txBody>
      </p:sp>
      <p:sp>
        <p:nvSpPr>
          <p:cNvPr id="26" name="Rectangle 25">
            <a:extLst>
              <a:ext uri="{FF2B5EF4-FFF2-40B4-BE49-F238E27FC236}">
                <a16:creationId xmlns:a16="http://schemas.microsoft.com/office/drawing/2014/main" id="{9A2892C3-1AE0-F7CC-91D4-0464C53EA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1F5B5908-C712-432A-B8A1-CCF5CEE7B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8779635"/>
      </p:ext>
    </p:extLst>
  </p:cSld>
  <p:clrMapOvr>
    <a:masterClrMapping/>
  </p:clrMapOvr>
</p:sld>
</file>

<file path=ppt/slides/slide22.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pic>
        <p:nvPicPr>
          <p:cNvPr id="5" name="Imagen 4"/>
          <p:cNvPicPr>
            <a:picLocks noChangeAspect="1"/>
          </p:cNvPicPr>
          <p:nvPr/>
        </p:nvPicPr>
        <p:blipFill>
          <a:blip r:embed="rId3"/>
          <a:stretch>
            <a:fillRect/>
          </a:stretch>
        </p:blipFill>
        <p:spPr>
          <a:xfrm>
            <a:off x="0" y="0"/>
            <a:ext cx="12192000" cy="6858000"/>
          </a:xfrm>
          <a:prstGeom prst="rect">
            <a:avLst/>
          </a:prstGeom>
        </p:spPr>
      </p:pic>
      <p:sp>
        <p:nvSpPr>
          <p:cNvPr id="9" name="CuadroTexto 8"/>
          <p:cNvSpPr txBox="1"/>
          <p:nvPr/>
        </p:nvSpPr>
        <p:spPr>
          <a:xfrm>
            <a:off x="685800" y="2779776"/>
            <a:ext cx="3291840" cy="2148840"/>
          </a:xfrm>
          <a:prstGeom prst="rect">
            <a:avLst/>
          </a:prstGeom>
        </p:spPr>
        <p:txBody>
          <a:bodyPr vert="horz" lIns="91440" tIns="0" rIns="91440" bIns="0" rtlCol="0" anchor="t">
            <a:noAutofit/>
          </a:bodyPr>
          <a:lstStyle/>
          <a:p>
            <a:pPr>
              <a:lnSpc>
                <a:spcPct val="100000"/>
              </a:lnSpc>
            </a:pPr>
            <a:r>
              <a:rPr lang="es-DO" sz="2000" b="1" dirty="0">
                <a:solidFill>
                  <a:srgbClr val="FFFFFF"/>
                </a:solidFill>
                <a:latin typeface="Verlag Black"/>
              </a:rPr>
              <a:t>1.B- La ayuda financiera que damos a otros debe ser en secreto</a:t>
            </a:r>
            <a:endParaRPr lang="es-DO"/>
          </a:p>
        </p:txBody>
      </p:sp>
      <p:sp>
        <p:nvSpPr>
          <p:cNvPr id="3423" name="OrangeBar"/>
          <p:cNvSpPr/>
          <p:nvPr/>
        </p:nvSpPr>
        <p:spPr>
          <a:xfrm>
            <a:off x="685800" y="2542032"/>
            <a:ext cx="1600200" cy="73152"/>
          </a:xfrm>
          <a:prstGeom prst="rect">
            <a:avLst/>
          </a:prstGeom>
          <a:solidFill>
            <a:srgbClr val="E85D04"/>
          </a:solidFill>
          <a:ln>
            <a:noFill/>
          </a:ln>
        </p:spPr>
      </p:sp>
      <p:sp>
        <p:nvSpPr>
          <p:cNvPr id="3424" name="GrayLine"/>
          <p:cNvSpPr/>
          <p:nvPr/>
        </p:nvSpPr>
        <p:spPr>
          <a:xfrm>
            <a:off x="685800" y="5001768"/>
            <a:ext cx="3291840" cy="10972"/>
          </a:xfrm>
          <a:prstGeom prst="rect">
            <a:avLst/>
          </a:prstGeom>
          <a:solidFill>
            <a:srgbClr val="D0D0D0"/>
          </a:solidFill>
          <a:ln>
            <a:noFill/>
          </a:ln>
        </p:spPr>
      </p:sp>
      <p:sp>
        <p:nvSpPr>
          <p:cNvPr id="4" name="CuadroTexto 3"/>
          <p:cNvSpPr txBox="1"/>
          <p:nvPr/>
        </p:nvSpPr>
        <p:spPr>
          <a:xfrm>
            <a:off x="685800" y="5166360"/>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E8E8E8"/>
                </a:solidFill>
                <a:latin typeface="Verlag Black"/>
              </a:rPr>
              <a:t>MATEO 6:3,4</a:t>
            </a:r>
            <a:endParaRPr lang="es-DO"/>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CBBC9DD-86C8-60DB-2A14-97C4E9585923}"/>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31346A54-83E8-EA09-F91A-B98A3EA30EB8}"/>
              </a:ext>
            </a:extLst>
          </p:cNvPr>
          <p:cNvSpPr txBox="1"/>
          <p:nvPr/>
        </p:nvSpPr>
        <p:spPr>
          <a:xfrm>
            <a:off x="4219575" y="0"/>
            <a:ext cx="3752850"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4800" b="1" i="0" u="none" strike="noStrike" kern="1200" cap="none" spc="0" normalizeH="0" baseline="0" noProof="0" dirty="0">
                <a:ln>
                  <a:noFill/>
                </a:ln>
                <a:solidFill>
                  <a:prstClr val="white"/>
                </a:solidFill>
                <a:effectLst/>
                <a:uLnTx/>
                <a:uFillTx/>
                <a:latin typeface="Calibri" panose="020F0502020204030204"/>
                <a:ea typeface="+mn-ea"/>
                <a:cs typeface="+mn-cs"/>
              </a:rPr>
              <a:t>Texto Bíblico</a:t>
            </a:r>
          </a:p>
        </p:txBody>
      </p:sp>
      <p:sp>
        <p:nvSpPr>
          <p:cNvPr id="5" name="TextBox 4">
            <a:extLst>
              <a:ext uri="{FF2B5EF4-FFF2-40B4-BE49-F238E27FC236}">
                <a16:creationId xmlns:a16="http://schemas.microsoft.com/office/drawing/2014/main" id="{FA35A618-E9A9-A7CC-01C5-D72F518B786B}"/>
              </a:ext>
            </a:extLst>
          </p:cNvPr>
          <p:cNvSpPr txBox="1"/>
          <p:nvPr/>
        </p:nvSpPr>
        <p:spPr>
          <a:xfrm>
            <a:off x="429775" y="1045028"/>
            <a:ext cx="11477522" cy="5078313"/>
          </a:xfrm>
          <a:prstGeom prst="rect">
            <a:avLst/>
          </a:prstGeom>
          <a:noFill/>
        </p:spPr>
        <p:txBody>
          <a:bodyPr wrap="square">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MATEO 6:3,4</a:t>
            </a:r>
          </a:p>
          <a:p>
            <a:pPr marL="0" marR="0" lvl="0" indent="0"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3</a:t>
            </a:r>
            <a:r>
              <a:rPr lang="es-DO" sz="4400" dirty="0">
                <a:solidFill>
                  <a:srgbClr val="FFFFFF"/>
                </a:solidFill>
              </a:rPr>
              <a:t xml:space="preserve"> Mas cuando tú des limosna, no sepa tu izquierda lo que hace tu derecha</a:t>
            </a:r>
          </a:p>
          <a:p>
            <a:pPr marL="0" marR="0" lvl="0" indent="0"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4</a:t>
            </a:r>
            <a:r>
              <a:rPr lang="es-DO" sz="4400" dirty="0">
                <a:solidFill>
                  <a:srgbClr val="FFFFFF"/>
                </a:solidFill>
              </a:rPr>
              <a:t xml:space="preserve"> para que sea tu limosna en secreto; y tu Padre que ve en lo secreto te recompensará en público.</a:t>
            </a:r>
          </a:p>
        </p:txBody>
      </p:sp>
    </p:spTree>
    <p:extLst>
      <p:ext uri="{BB962C8B-B14F-4D97-AF65-F5344CB8AC3E}">
        <p14:creationId xmlns:p14="http://schemas.microsoft.com/office/powerpoint/2010/main" val="1751041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DABE07-E614-9AC2-B82C-42A469955618}"/>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48B3129-320F-26B5-B666-D204ACF84B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8FD70A5C-A939-05B3-C8AA-D7F1B41A6DAF}"/>
              </a:ext>
            </a:extLst>
          </p:cNvPr>
          <p:cNvSpPr>
            <a:spLocks noGrp="1"/>
          </p:cNvSpPr>
          <p:nvPr>
            <p:ph type="title"/>
          </p:nvPr>
        </p:nvSpPr>
        <p:spPr>
          <a:xfrm>
            <a:off x="162730" y="100000"/>
            <a:ext cx="11866540" cy="1050000"/>
          </a:xfrm>
        </p:spPr>
        <p:txBody>
          <a:bodyPr anchor="t">
            <a:noAutofit/>
          </a:bodyPr>
          <a:lstStyle/>
          <a:p>
            <a:r>
              <a:rPr lang="es-DO" b="1" dirty="0" sz="3600">
                <a:solidFill>
                  <a:schemeClr val="bg1"/>
                </a:solidFill>
                <a:highlight>
                  <a:srgbClr val="00A2E3"/>
                </a:highlight>
                <a:latin typeface="Times New Roman" panose="02020603050405020304" pitchFamily="18" charset="0"/>
                <a:cs typeface="Times New Roman" panose="02020603050405020304" pitchFamily="18" charset="0"/>
              </a:rPr>
              <a:t>1.B - La ayuda financiera que damos a otros debe ser en secreto</a:t>
            </a:r>
            <a:endParaRPr lang="es-DO"/>
          </a:p>
        </p:txBody>
      </p:sp>
      <p:sp>
        <p:nvSpPr>
          <p:cNvPr id="3" name="Marcador de contenido 2">
            <a:extLst>
              <a:ext uri="{FF2B5EF4-FFF2-40B4-BE49-F238E27FC236}">
                <a16:creationId xmlns:a16="http://schemas.microsoft.com/office/drawing/2014/main" id="{3232788B-1425-B5D1-57DE-CB0007ECE13D}"/>
              </a:ext>
            </a:extLst>
          </p:cNvPr>
          <p:cNvSpPr>
            <a:spLocks noGrp="1"/>
          </p:cNvSpPr>
          <p:nvPr>
            <p:ph idx="1"/>
          </p:nvPr>
        </p:nvSpPr>
        <p:spPr>
          <a:xfrm>
            <a:off x="162730" y="1200000"/>
            <a:ext cx="11866540" cy="4959638"/>
          </a:xfrm>
        </p:spPr>
        <p:txBody>
          <a:bodyPr anchor="t">
            <a:noAutofit/>
          </a:bodyPr>
          <a:lstStyle/>
          <a:p>
            <a:pPr marL="0" indent="0" algn="just">
              <a:buNone/>
            </a:pPr>
            <a:r>
              <a:rPr lang="es-DO" sz="3600" dirty="0">
                <a:latin typeface="Times New Roman" panose="02020603050405020304" pitchFamily="18" charset="0"/>
                <a:cs typeface="Times New Roman" panose="02020603050405020304" pitchFamily="18" charset="0"/>
              </a:rPr>
              <a:t>Jesús usa ilustraciones prácticas para enseñarnos grandes verdades, y cuando habla de la modestia, no escatima esas mismas formas para hacernos entender.</a:t>
            </a:r>
            <a:endParaRPr lang="es-DO"/>
          </a:p>
          <a:p>
            <a:pPr marL="0" indent="0" algn="just">
              <a:buNone/>
            </a:pPr>
            <a:r>
              <a:rPr lang="es-DO" sz="3600" dirty="0">
                <a:latin typeface="Times New Roman" panose="02020603050405020304" pitchFamily="18" charset="0"/>
                <a:cs typeface="Times New Roman" panose="02020603050405020304" pitchFamily="18" charset="0"/>
              </a:rPr>
              <a:t>(1) El versículo 3 contiene la regulación clara de cómo se debe ayudar al necesitado. Aquí Jesús orienta que al dar limosna, no sepa nuestra izquierda lo que hace nuestra derecha. Sabemos que nuestras dos manos casi siempre actúan a la misma vez. Ellas dos a la vez levantan, llevan y sostienen ciertos artículos. Funcionan como si fueran las dos mejores amigas.</a:t>
            </a:r>
            <a:endParaRPr lang="es-DO"/>
          </a:p>
        </p:txBody>
      </p:sp>
      <p:sp>
        <p:nvSpPr>
          <p:cNvPr id="26" name="Rectangle 25">
            <a:extLst>
              <a:ext uri="{FF2B5EF4-FFF2-40B4-BE49-F238E27FC236}">
                <a16:creationId xmlns:a16="http://schemas.microsoft.com/office/drawing/2014/main" id="{BF4AB1B0-729F-212E-5D1F-E24931EFAA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CE609541-076A-62AB-E433-C72BB3E49C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00842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DB22AE-6440-2469-6039-D16A23FCC8CB}"/>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0B55914-7781-494B-F99F-089AEA260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E8E790B-3AC7-002D-9B56-E54A320EEBE4}"/>
              </a:ext>
            </a:extLst>
          </p:cNvPr>
          <p:cNvSpPr>
            <a:spLocks noGrp="1"/>
          </p:cNvSpPr>
          <p:nvPr>
            <p:ph type="title"/>
          </p:nvPr>
        </p:nvSpPr>
        <p:spPr>
          <a:xfrm>
            <a:off x="162730" y="100000"/>
            <a:ext cx="11866540" cy="1050000"/>
          </a:xfrm>
        </p:spPr>
        <p:txBody>
          <a:bodyPr anchor="t">
            <a:noAutofit/>
          </a:bodyPr>
          <a:lstStyle/>
          <a:p>
            <a:r>
              <a:rPr lang="es-DO" b="1" dirty="0" sz="3600">
                <a:solidFill>
                  <a:schemeClr val="bg1"/>
                </a:solidFill>
                <a:highlight>
                  <a:srgbClr val="00A2E3"/>
                </a:highlight>
                <a:latin typeface="Times New Roman" panose="02020603050405020304" pitchFamily="18" charset="0"/>
                <a:cs typeface="Times New Roman" panose="02020603050405020304" pitchFamily="18" charset="0"/>
              </a:rPr>
              <a:t>1.B - La ayuda financiera que damos a otros debe ser en secreto</a:t>
            </a:r>
            <a:endParaRPr lang="es-DO"/>
          </a:p>
        </p:txBody>
      </p:sp>
      <p:sp>
        <p:nvSpPr>
          <p:cNvPr id="3" name="Marcador de contenido 2">
            <a:extLst>
              <a:ext uri="{FF2B5EF4-FFF2-40B4-BE49-F238E27FC236}">
                <a16:creationId xmlns:a16="http://schemas.microsoft.com/office/drawing/2014/main" id="{8D02259F-824F-8245-B374-01EDDEB0C2C0}"/>
              </a:ext>
            </a:extLst>
          </p:cNvPr>
          <p:cNvSpPr>
            <a:spLocks noGrp="1"/>
          </p:cNvSpPr>
          <p:nvPr>
            <p:ph idx="1"/>
          </p:nvPr>
        </p:nvSpPr>
        <p:spPr>
          <a:xfrm>
            <a:off x="162730" y="1200000"/>
            <a:ext cx="11866540" cy="4959638"/>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Pero con decirnos simbólicamente que ni aun la mano izquierda sepa lo que hace la derecha, Jesús quiere enseñarnos que guardemos con todo hermetismo el secreto de la ofrenda que damos al necesitado. Así que, nunca debemos imitar la actitud de quien se huelga en su propia bondad, sino hacer todo el bien que podamos a otros, motivados solamente por el amor, sin esperar reconocimiento humano alguno.</a:t>
            </a:r>
            <a:endParaRPr lang="es-DO"/>
          </a:p>
        </p:txBody>
      </p:sp>
      <p:sp>
        <p:nvSpPr>
          <p:cNvPr id="26" name="Rectangle 25">
            <a:extLst>
              <a:ext uri="{FF2B5EF4-FFF2-40B4-BE49-F238E27FC236}">
                <a16:creationId xmlns:a16="http://schemas.microsoft.com/office/drawing/2014/main" id="{D3523124-A002-E61D-BF08-565C1DE2E9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61C9643-E7EA-FEB0-AF2D-18AA0ECA0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7837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2C39F7-C9C2-0BB5-B87D-D24AC37661F9}"/>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4E46DD5B-C318-C647-291D-1451C7B5D5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E7415C7F-02A8-1ED8-89DF-3E51D5FF3B03}"/>
              </a:ext>
            </a:extLst>
          </p:cNvPr>
          <p:cNvSpPr>
            <a:spLocks noGrp="1"/>
          </p:cNvSpPr>
          <p:nvPr>
            <p:ph type="title"/>
          </p:nvPr>
        </p:nvSpPr>
        <p:spPr>
          <a:xfrm>
            <a:off x="162730" y="100000"/>
            <a:ext cx="11866540" cy="1050000"/>
          </a:xfrm>
        </p:spPr>
        <p:txBody>
          <a:bodyPr anchor="t">
            <a:noAutofit/>
          </a:bodyPr>
          <a:lstStyle/>
          <a:p>
            <a:r>
              <a:rPr lang="es-DO" b="1" dirty="0" sz="3600">
                <a:solidFill>
                  <a:schemeClr val="bg1"/>
                </a:solidFill>
                <a:highlight>
                  <a:srgbClr val="00A2E3"/>
                </a:highlight>
                <a:latin typeface="Times New Roman" panose="02020603050405020304" pitchFamily="18" charset="0"/>
                <a:cs typeface="Times New Roman" panose="02020603050405020304" pitchFamily="18" charset="0"/>
              </a:rPr>
              <a:t>1.B - La ayuda financiera que damos a otros debe ser en secreto</a:t>
            </a:r>
            <a:endParaRPr lang="es-DO"/>
          </a:p>
        </p:txBody>
      </p:sp>
      <p:sp>
        <p:nvSpPr>
          <p:cNvPr id="3" name="Marcador de contenido 2">
            <a:extLst>
              <a:ext uri="{FF2B5EF4-FFF2-40B4-BE49-F238E27FC236}">
                <a16:creationId xmlns:a16="http://schemas.microsoft.com/office/drawing/2014/main" id="{83BC4120-DE7B-CE0E-8FDC-0DA8568406D6}"/>
              </a:ext>
            </a:extLst>
          </p:cNvPr>
          <p:cNvSpPr>
            <a:spLocks noGrp="1"/>
          </p:cNvSpPr>
          <p:nvPr>
            <p:ph idx="1"/>
          </p:nvPr>
        </p:nvSpPr>
        <p:spPr>
          <a:xfrm>
            <a:off x="162730" y="1200000"/>
            <a:ext cx="11866540" cy="4959638"/>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 xml:space="preserve">(2) Luego, el versículo 4 enseña que el único que lleva realmente la cuenta de nuestra compasión por otros es el Señor. Un ejemplo de ello lo tenemos en las palabras de Agar, la sierva de Sara. En un momento que Dios la auxilió, ella dijo al Señor: “Tú eres Dios que ve” </a:t>
            </a:r>
            <a:r>
              <a:rPr lang="es-DO" sz="4000" b="1" dirty="0">
                <a:latin typeface="Times New Roman" panose="02020603050405020304" pitchFamily="18" charset="0"/>
                <a:cs typeface="Times New Roman" panose="02020603050405020304" pitchFamily="18" charset="0"/>
              </a:rPr>
              <a:t>(Génesis 16:13)</a:t>
            </a:r>
            <a:r>
              <a:rPr lang="es-DO" sz="4000" dirty="0">
                <a:latin typeface="Times New Roman" panose="02020603050405020304" pitchFamily="18" charset="0"/>
                <a:cs typeface="Times New Roman" panose="02020603050405020304" pitchFamily="18" charset="0"/>
              </a:rPr>
              <a:t>. Confirmando la omnisciencia de Jesús,</a:t>
            </a:r>
            <a:r>
              <a:rPr lang="es-DO" sz="4000" b="1" dirty="0">
                <a:latin typeface="Times New Roman" panose="02020603050405020304" pitchFamily="18" charset="0"/>
                <a:cs typeface="Times New Roman" panose="02020603050405020304" pitchFamily="18" charset="0"/>
              </a:rPr>
              <a:t xml:space="preserve"> en Juan 21:17</a:t>
            </a:r>
            <a:r>
              <a:rPr lang="es-DO" sz="4000" dirty="0">
                <a:latin typeface="Times New Roman" panose="02020603050405020304" pitchFamily="18" charset="0"/>
                <a:cs typeface="Times New Roman" panose="02020603050405020304" pitchFamily="18" charset="0"/>
              </a:rPr>
              <a:t>, Pedro expresó que el Señor lo sabía todo.</a:t>
            </a:r>
            <a:endParaRPr lang="es-DO"/>
          </a:p>
        </p:txBody>
      </p:sp>
      <p:sp>
        <p:nvSpPr>
          <p:cNvPr id="26" name="Rectangle 25">
            <a:extLst>
              <a:ext uri="{FF2B5EF4-FFF2-40B4-BE49-F238E27FC236}">
                <a16:creationId xmlns:a16="http://schemas.microsoft.com/office/drawing/2014/main" id="{53B29080-22B7-8C67-64F1-08B44F47E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02D0C8E3-A18E-EF08-2197-D8CF3638F2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3549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E75D7A-D7AF-B373-DA3A-ABD374A4197D}"/>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C6C6D61-0872-0736-A9EE-C8176DDF8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1391C90-F206-5580-E8B0-E64D58B0AFA4}"/>
              </a:ext>
            </a:extLst>
          </p:cNvPr>
          <p:cNvSpPr>
            <a:spLocks noGrp="1"/>
          </p:cNvSpPr>
          <p:nvPr>
            <p:ph type="title"/>
          </p:nvPr>
        </p:nvSpPr>
        <p:spPr>
          <a:xfrm>
            <a:off x="162730" y="100000"/>
            <a:ext cx="11866540" cy="1050000"/>
          </a:xfrm>
        </p:spPr>
        <p:txBody>
          <a:bodyPr anchor="t">
            <a:noAutofit/>
          </a:bodyPr>
          <a:lstStyle/>
          <a:p>
            <a:r>
              <a:rPr lang="es-DO" b="1" dirty="0" sz="3600">
                <a:solidFill>
                  <a:schemeClr val="bg1"/>
                </a:solidFill>
                <a:highlight>
                  <a:srgbClr val="00A2E3"/>
                </a:highlight>
                <a:latin typeface="Times New Roman" panose="02020603050405020304" pitchFamily="18" charset="0"/>
                <a:cs typeface="Times New Roman" panose="02020603050405020304" pitchFamily="18" charset="0"/>
              </a:rPr>
              <a:t>1.B - La ayuda financiera que damos a otros debe ser en secreto</a:t>
            </a:r>
            <a:endParaRPr lang="es-DO"/>
          </a:p>
        </p:txBody>
      </p:sp>
      <p:sp>
        <p:nvSpPr>
          <p:cNvPr id="3" name="Marcador de contenido 2">
            <a:extLst>
              <a:ext uri="{FF2B5EF4-FFF2-40B4-BE49-F238E27FC236}">
                <a16:creationId xmlns:a16="http://schemas.microsoft.com/office/drawing/2014/main" id="{B50CB7A9-5170-FB5A-CA50-DD1BF69A9B4E}"/>
              </a:ext>
            </a:extLst>
          </p:cNvPr>
          <p:cNvSpPr>
            <a:spLocks noGrp="1"/>
          </p:cNvSpPr>
          <p:nvPr>
            <p:ph idx="1"/>
          </p:nvPr>
        </p:nvSpPr>
        <p:spPr>
          <a:xfrm>
            <a:off x="162730" y="1200000"/>
            <a:ext cx="11866540" cy="5090268"/>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 xml:space="preserve">Cada hijo de Dios debe recordar que el Padre ve en lo secreto, y se encargará de recompensar en público. Incluso, lo que el hombre perverso hace en secreto, un día Dios lo sacará a la luz. De eso hay muchos testimonios. Por ejemplo, el sabio hizo saber que Dios traerá toda obra a juicio, juntamente con toda cosa encubierta </a:t>
            </a:r>
            <a:r>
              <a:rPr b="1" lang="es-DO" sz="4000" dirty="0">
                <a:latin typeface="Times New Roman" panose="02020603050405020304" pitchFamily="18" charset="0"/>
                <a:cs typeface="Times New Roman" panose="02020603050405020304" pitchFamily="18" charset="0"/>
              </a:rPr>
              <a:t>(Eclesiastés 12:14)</a:t>
            </a:r>
            <a:r>
              <a:rPr lang="es-DO" sz="4000" dirty="0">
                <a:latin typeface="Times New Roman" panose="02020603050405020304" pitchFamily="18" charset="0"/>
                <a:cs typeface="Times New Roman" panose="02020603050405020304" pitchFamily="18" charset="0"/>
              </a:rPr>
              <a:t>.</a:t>
            </a:r>
            <a:r>
              <a:rPr b="1" lang="es-DO" sz="4000" dirty="0">
                <a:latin typeface="Times New Roman" panose="02020603050405020304" pitchFamily="18" charset="0"/>
                <a:cs typeface="Times New Roman" panose="02020603050405020304" pitchFamily="18" charset="0"/>
              </a:rPr>
              <a:t xml:space="preserve"> Y en Marcos 4:22</a:t>
            </a:r>
            <a:r>
              <a:rPr lang="es-DO" sz="4000" dirty="0">
                <a:latin typeface="Times New Roman" panose="02020603050405020304" pitchFamily="18" charset="0"/>
                <a:cs typeface="Times New Roman" panose="02020603050405020304" pitchFamily="18" charset="0"/>
              </a:rPr>
              <a:t xml:space="preserve"> Jesús deja claro que nada hay oculto que no haya de salir a la luz.</a:t>
            </a:r>
            <a:endParaRPr lang="es-DO"/>
          </a:p>
        </p:txBody>
      </p:sp>
      <p:sp>
        <p:nvSpPr>
          <p:cNvPr id="26" name="Rectangle 25">
            <a:extLst>
              <a:ext uri="{FF2B5EF4-FFF2-40B4-BE49-F238E27FC236}">
                <a16:creationId xmlns:a16="http://schemas.microsoft.com/office/drawing/2014/main" id="{29A32AEE-3D91-AB06-A699-B7F707C29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7CFD16-FF2E-89C0-6128-7CF8D71E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702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E244FF-DFEE-6C04-6EB6-6D0783AB2C22}"/>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E2C4940-E34A-FC14-D4BA-51C13B569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527C25D-F531-C2C8-29B8-0C21B0110909}"/>
              </a:ext>
            </a:extLst>
          </p:cNvPr>
          <p:cNvSpPr>
            <a:spLocks noGrp="1"/>
          </p:cNvSpPr>
          <p:nvPr>
            <p:ph type="title"/>
          </p:nvPr>
        </p:nvSpPr>
        <p:spPr>
          <a:xfrm>
            <a:off x="162730" y="100000"/>
            <a:ext cx="11866540" cy="1050000"/>
          </a:xfrm>
        </p:spPr>
        <p:txBody>
          <a:bodyPr anchor="t">
            <a:noAutofit/>
          </a:bodyPr>
          <a:lstStyle/>
          <a:p>
            <a:r>
              <a:rPr lang="es-DO" b="1" dirty="0" sz="3600">
                <a:solidFill>
                  <a:schemeClr val="bg1"/>
                </a:solidFill>
                <a:highlight>
                  <a:srgbClr val="00A2E3"/>
                </a:highlight>
                <a:latin typeface="Times New Roman" panose="02020603050405020304" pitchFamily="18" charset="0"/>
                <a:cs typeface="Times New Roman" panose="02020603050405020304" pitchFamily="18" charset="0"/>
              </a:rPr>
              <a:t>1.B - La ayuda financiera que damos a otros debe ser en secreto</a:t>
            </a:r>
            <a:endParaRPr lang="es-DO"/>
          </a:p>
        </p:txBody>
      </p:sp>
      <p:sp>
        <p:nvSpPr>
          <p:cNvPr id="3" name="Marcador de contenido 2">
            <a:extLst>
              <a:ext uri="{FF2B5EF4-FFF2-40B4-BE49-F238E27FC236}">
                <a16:creationId xmlns:a16="http://schemas.microsoft.com/office/drawing/2014/main" id="{CA226FC1-ECB6-B8F3-305A-3E04529EFD49}"/>
              </a:ext>
            </a:extLst>
          </p:cNvPr>
          <p:cNvSpPr>
            <a:spLocks noGrp="1"/>
          </p:cNvSpPr>
          <p:nvPr>
            <p:ph idx="1"/>
          </p:nvPr>
        </p:nvSpPr>
        <p:spPr>
          <a:xfrm>
            <a:off x="162730" y="1200000"/>
            <a:ext cx="11866540" cy="5090268"/>
          </a:xfrm>
        </p:spPr>
        <p:txBody>
          <a:bodyPr anchor="t">
            <a:noAutofit/>
          </a:bodyPr>
          <a:lstStyle/>
          <a:p>
            <a:pPr marL="0" indent="0" algn="just">
              <a:buNone/>
            </a:pPr>
            <a:r>
              <a:rPr lang="es-DO" sz="3600" dirty="0">
                <a:latin typeface="Times New Roman" panose="02020603050405020304" pitchFamily="18" charset="0"/>
                <a:cs typeface="Times New Roman" panose="02020603050405020304" pitchFamily="18" charset="0"/>
              </a:rPr>
              <a:t xml:space="preserve">Por tanto, si las malas acciones, Dios las saca a la luz, las ofrendas de amor a los que necesitan nuestra compasión, también serán recompensadas en público. Un cuadro bíblico de esta verdad lo tenemos cuando Jesús invita a heredar su reino a aquellas sus ovejas que dieron de beber, visitaron, vistieron y tuvieron compasión de sus hermanos más pequeños. Y deja ver que, por cuanto lo hicieron a ellos, en verdad lo hicieron a Él mismo </a:t>
            </a:r>
            <a:r>
              <a:rPr b="1" lang="es-DO" sz="3600" dirty="0">
                <a:latin typeface="Times New Roman" panose="02020603050405020304" pitchFamily="18" charset="0"/>
                <a:cs typeface="Times New Roman" panose="02020603050405020304" pitchFamily="18" charset="0"/>
              </a:rPr>
              <a:t>(Mateo 25:34-40)</a:t>
            </a:r>
            <a:r>
              <a:rPr lang="es-DO" sz="3600" dirty="0">
                <a:latin typeface="Times New Roman" panose="02020603050405020304" pitchFamily="18" charset="0"/>
                <a:cs typeface="Times New Roman" panose="02020603050405020304" pitchFamily="18" charset="0"/>
              </a:rPr>
              <a:t>. ¡Debemos ser modestos, y a la vez creer que no perderemos la recompensa de aquello que hicimos para bien de otros, ante los ojos del Señor!</a:t>
            </a:r>
            <a:endParaRPr lang="es-DO"/>
          </a:p>
        </p:txBody>
      </p:sp>
      <p:sp>
        <p:nvSpPr>
          <p:cNvPr id="26" name="Rectangle 25">
            <a:extLst>
              <a:ext uri="{FF2B5EF4-FFF2-40B4-BE49-F238E27FC236}">
                <a16:creationId xmlns:a16="http://schemas.microsoft.com/office/drawing/2014/main" id="{3E0354E8-1AB1-8EB8-DECC-25B6FEC304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E5A76F47-FF57-044C-152C-FF543A4821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1431681"/>
      </p:ext>
    </p:extLst>
  </p:cSld>
  <p:clrMapOvr>
    <a:masterClrMapping/>
  </p:clrMapOvr>
</p:sld>
</file>

<file path=ppt/slides/slide29.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pic>
        <p:nvPicPr>
          <p:cNvPr id="5" name="Imagen 4"/>
          <p:cNvPicPr>
            <a:picLocks noChangeAspect="1"/>
          </p:cNvPicPr>
          <p:nvPr/>
        </p:nvPicPr>
        <p:blipFill>
          <a:blip r:embed="rId3"/>
          <a:stretch>
            <a:fillRect/>
          </a:stretch>
        </p:blipFill>
        <p:spPr>
          <a:xfrm>
            <a:off x="0" y="0"/>
            <a:ext cx="12192000" cy="6858000"/>
          </a:xfrm>
          <a:prstGeom prst="rect">
            <a:avLst/>
          </a:prstGeom>
        </p:spPr>
      </p:pic>
      <p:sp>
        <p:nvSpPr>
          <p:cNvPr id="9" name="CuadroTexto 8"/>
          <p:cNvSpPr txBox="1"/>
          <p:nvPr/>
        </p:nvSpPr>
        <p:spPr>
          <a:xfrm>
            <a:off x="685800" y="2779776"/>
            <a:ext cx="3291840" cy="2148840"/>
          </a:xfrm>
          <a:prstGeom prst="rect">
            <a:avLst/>
          </a:prstGeom>
        </p:spPr>
        <p:txBody>
          <a:bodyPr vert="horz" lIns="91440" tIns="0" rIns="91440" bIns="0" rtlCol="0" anchor="t">
            <a:noAutofit/>
          </a:bodyPr>
          <a:lstStyle/>
          <a:p>
            <a:pPr>
              <a:lnSpc>
                <a:spcPct val="100000"/>
              </a:lnSpc>
            </a:pPr>
            <a:r>
              <a:rPr lang="es-DO" sz="1800" b="1" dirty="0">
                <a:solidFill>
                  <a:srgbClr val="FFFFFF"/>
                </a:solidFill>
                <a:latin typeface="Verlag Black"/>
              </a:rPr>
              <a:t>TEMA II- SER MODESTO ESTÁ RELACIONADO CON PROCURAR EL BENEFICIO DE OTROS</a:t>
            </a:r>
            <a:endParaRPr lang="es-DO"/>
          </a:p>
        </p:txBody>
      </p:sp>
      <p:sp>
        <p:nvSpPr>
          <p:cNvPr id="3423" name="OrangeBar"/>
          <p:cNvSpPr/>
          <p:nvPr/>
        </p:nvSpPr>
        <p:spPr>
          <a:xfrm>
            <a:off x="685800" y="2542032"/>
            <a:ext cx="1600200" cy="73152"/>
          </a:xfrm>
          <a:prstGeom prst="rect">
            <a:avLst/>
          </a:prstGeom>
          <a:solidFill>
            <a:srgbClr val="E85D04"/>
          </a:solidFill>
          <a:ln>
            <a:noFill/>
          </a:ln>
        </p:spPr>
      </p:sp>
      <p:sp>
        <p:nvSpPr>
          <p:cNvPr id="3424" name="GrayLine"/>
          <p:cNvSpPr/>
          <p:nvPr/>
        </p:nvSpPr>
        <p:spPr>
          <a:xfrm>
            <a:off x="685800" y="5001768"/>
            <a:ext cx="3291840" cy="10972"/>
          </a:xfrm>
          <a:prstGeom prst="rect">
            <a:avLst/>
          </a:prstGeom>
          <a:solidFill>
            <a:srgbClr val="D0D0D0"/>
          </a:solidFill>
          <a:ln>
            <a:noFill/>
          </a:ln>
        </p:spPr>
      </p:sp>
      <p:sp>
        <p:nvSpPr>
          <p:cNvPr id="4" name="CuadroTexto 3"/>
          <p:cNvSpPr txBox="1"/>
          <p:nvPr/>
        </p:nvSpPr>
        <p:spPr>
          <a:xfrm>
            <a:off x="685800" y="5166360"/>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E8E8E8"/>
                </a:solidFill>
                <a:latin typeface="Verlag Black"/>
              </a:rPr>
              <a:t>1 CORINTIOS 10:31-33</a:t>
            </a:r>
            <a:endParaRPr lang="es-DO"/>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05322D-2E1A-B979-F9FD-F3A297187CB3}"/>
            </a:ext>
          </a:extLst>
        </p:cNvPr>
        <p:cNvGrpSpPr/>
        <p:nvPr/>
      </p:nvGrpSpPr>
      <p:grpSpPr>
        <a:xfrm>
          <a:off x="0" y="0"/>
          <a:ext cx="0" cy="0"/>
          <a:chOff x="0" y="0"/>
          <a:chExt cx="0" cy="0"/>
        </a:xfrm>
      </p:grpSpPr>
      <p:pic>
        <p:nvPicPr>
          <p:cNvPr id="2" name="DefinicionCard"/>
          <p:cNvPicPr>
            <a:picLocks noChangeAspect="0"/>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53304703"/>
      </p:ext>
    </p:extLst>
  </p:cSld>
  <p:clrMapOvr>
    <a:masterClrMapping/>
  </p:clrMapOvr>
</p:sld>
</file>

<file path=ppt/slides/slide31.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pic>
        <p:nvPicPr>
          <p:cNvPr id="5" name="Imagen 4"/>
          <p:cNvPicPr>
            <a:picLocks noChangeAspect="1"/>
          </p:cNvPicPr>
          <p:nvPr/>
        </p:nvPicPr>
        <p:blipFill>
          <a:blip r:embed="rId3"/>
          <a:stretch>
            <a:fillRect/>
          </a:stretch>
        </p:blipFill>
        <p:spPr>
          <a:xfrm>
            <a:off x="0" y="0"/>
            <a:ext cx="12192000" cy="6858000"/>
          </a:xfrm>
          <a:prstGeom prst="rect">
            <a:avLst/>
          </a:prstGeom>
        </p:spPr>
      </p:pic>
      <p:sp>
        <p:nvSpPr>
          <p:cNvPr id="9" name="CuadroTexto 8"/>
          <p:cNvSpPr txBox="1"/>
          <p:nvPr/>
        </p:nvSpPr>
        <p:spPr>
          <a:xfrm>
            <a:off x="685800" y="2779776"/>
            <a:ext cx="3291840" cy="2148840"/>
          </a:xfrm>
          <a:prstGeom prst="rect">
            <a:avLst/>
          </a:prstGeom>
        </p:spPr>
        <p:txBody>
          <a:bodyPr vert="horz" lIns="91440" tIns="0" rIns="91440" bIns="0" rtlCol="0" anchor="t">
            <a:noAutofit/>
          </a:bodyPr>
          <a:lstStyle/>
          <a:p>
            <a:pPr>
              <a:lnSpc>
                <a:spcPct val="100000"/>
              </a:lnSpc>
            </a:pPr>
            <a:r>
              <a:rPr lang="es-DO" sz="2000" b="1" dirty="0">
                <a:solidFill>
                  <a:srgbClr val="FFFFFF"/>
                </a:solidFill>
                <a:latin typeface="Verlag Black"/>
              </a:rPr>
              <a:t>2.A- El creyente modesto lo hace todo para la gloria de Dios</a:t>
            </a:r>
            <a:endParaRPr lang="es-DO"/>
          </a:p>
        </p:txBody>
      </p:sp>
      <p:sp>
        <p:nvSpPr>
          <p:cNvPr id="3423" name="OrangeBar"/>
          <p:cNvSpPr/>
          <p:nvPr/>
        </p:nvSpPr>
        <p:spPr>
          <a:xfrm>
            <a:off x="685800" y="2542032"/>
            <a:ext cx="1600200" cy="73152"/>
          </a:xfrm>
          <a:prstGeom prst="rect">
            <a:avLst/>
          </a:prstGeom>
          <a:solidFill>
            <a:srgbClr val="E85D04"/>
          </a:solidFill>
          <a:ln>
            <a:noFill/>
          </a:ln>
        </p:spPr>
      </p:sp>
      <p:sp>
        <p:nvSpPr>
          <p:cNvPr id="3424" name="GrayLine"/>
          <p:cNvSpPr/>
          <p:nvPr/>
        </p:nvSpPr>
        <p:spPr>
          <a:xfrm>
            <a:off x="685800" y="5001768"/>
            <a:ext cx="3291840" cy="10972"/>
          </a:xfrm>
          <a:prstGeom prst="rect">
            <a:avLst/>
          </a:prstGeom>
          <a:solidFill>
            <a:srgbClr val="D0D0D0"/>
          </a:solidFill>
          <a:ln>
            <a:noFill/>
          </a:ln>
        </p:spPr>
      </p:sp>
      <p:sp>
        <p:nvSpPr>
          <p:cNvPr id="4" name="CuadroTexto 3"/>
          <p:cNvSpPr txBox="1"/>
          <p:nvPr/>
        </p:nvSpPr>
        <p:spPr>
          <a:xfrm>
            <a:off x="685800" y="5166360"/>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E8E8E8"/>
                </a:solidFill>
                <a:latin typeface="Verlag Black"/>
              </a:rPr>
              <a:t>1 CORINTIOS 10:31</a:t>
            </a:r>
            <a:endParaRPr lang="es-DO"/>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4A1E2C9-CAE1-72FB-D50A-EACE0A40FD5D}"/>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6D42B251-FFA2-3D73-15EB-D8E182D50A27}"/>
              </a:ext>
            </a:extLst>
          </p:cNvPr>
          <p:cNvSpPr txBox="1"/>
          <p:nvPr/>
        </p:nvSpPr>
        <p:spPr>
          <a:xfrm>
            <a:off x="3947537" y="90435"/>
            <a:ext cx="3752850"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4800" b="1" i="0" u="none" strike="noStrike" kern="1200" cap="none" spc="0" normalizeH="0" baseline="0" noProof="0" dirty="0">
                <a:ln>
                  <a:noFill/>
                </a:ln>
                <a:solidFill>
                  <a:prstClr val="white"/>
                </a:solidFill>
                <a:effectLst/>
                <a:uLnTx/>
                <a:uFillTx/>
                <a:latin typeface="Calibri" panose="020F0502020204030204"/>
                <a:ea typeface="+mn-ea"/>
                <a:cs typeface="+mn-cs"/>
              </a:rPr>
              <a:t>Texto Bíblico</a:t>
            </a:r>
          </a:p>
        </p:txBody>
      </p:sp>
      <p:sp>
        <p:nvSpPr>
          <p:cNvPr id="5" name="TextBox 4">
            <a:extLst>
              <a:ext uri="{FF2B5EF4-FFF2-40B4-BE49-F238E27FC236}">
                <a16:creationId xmlns:a16="http://schemas.microsoft.com/office/drawing/2014/main" id="{E5F366DD-3E87-8D76-67EC-3FA48E29FA94}"/>
              </a:ext>
            </a:extLst>
          </p:cNvPr>
          <p:cNvSpPr txBox="1"/>
          <p:nvPr/>
        </p:nvSpPr>
        <p:spPr>
          <a:xfrm>
            <a:off x="294515" y="856357"/>
            <a:ext cx="11602969" cy="5755422"/>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1 CORINTIOS 10:31</a:t>
            </a:r>
          </a:p>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a:solidFill>
                  <a:srgbClr val="FFFFFF"/>
                </a:solidFill>
              </a:rPr>
              <a:t xml:space="preserve"> Si, pues, coméis o bebéis, o hacéis otra cosa, hacedlo todo para la gloria de Dios.</a:t>
            </a:r>
          </a:p>
        </p:txBody>
      </p:sp>
    </p:spTree>
    <p:extLst>
      <p:ext uri="{BB962C8B-B14F-4D97-AF65-F5344CB8AC3E}">
        <p14:creationId xmlns:p14="http://schemas.microsoft.com/office/powerpoint/2010/main" val="6599964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565DEC-2596-9CBF-9BF4-05953A7026EA}"/>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B91F3B9-3B8D-2425-5495-DCF9B6825B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10E8C1F-C64D-09B7-7CFA-7F0D0F205AED}"/>
              </a:ext>
            </a:extLst>
          </p:cNvPr>
          <p:cNvSpPr>
            <a:spLocks noGrp="1"/>
          </p:cNvSpPr>
          <p:nvPr>
            <p:ph type="title"/>
          </p:nvPr>
        </p:nvSpPr>
        <p:spPr>
          <a:xfrm>
            <a:off x="162730" y="100000"/>
            <a:ext cx="11866540" cy="1050000"/>
          </a:xfrm>
        </p:spPr>
        <p:txBody>
          <a:bodyPr anchor="t">
            <a:norm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2.A - El creyente modesto lo hace todo para la gloria de Dios</a:t>
            </a:r>
            <a:endParaRPr lang="es-DO"/>
          </a:p>
        </p:txBody>
      </p:sp>
      <p:sp>
        <p:nvSpPr>
          <p:cNvPr id="3" name="Marcador de contenido 2">
            <a:extLst>
              <a:ext uri="{FF2B5EF4-FFF2-40B4-BE49-F238E27FC236}">
                <a16:creationId xmlns:a16="http://schemas.microsoft.com/office/drawing/2014/main" id="{B40173E3-3289-125C-DEC2-E1898067A1CD}"/>
              </a:ext>
            </a:extLst>
          </p:cNvPr>
          <p:cNvSpPr>
            <a:spLocks noGrp="1"/>
          </p:cNvSpPr>
          <p:nvPr>
            <p:ph idx="1"/>
          </p:nvPr>
        </p:nvSpPr>
        <p:spPr>
          <a:xfrm>
            <a:off x="162730" y="1200000"/>
            <a:ext cx="11866540" cy="5115387"/>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El enfoque o propósito con el cual hacemos nuestras acciones es tan importante como las acciones mismas. En este versículo hay lecciones de gran valor para nosotros.</a:t>
            </a:r>
            <a:endParaRPr lang="es-DO"/>
          </a:p>
          <a:p>
            <a:pPr marL="0" indent="0" algn="just">
              <a:buNone/>
            </a:pPr>
            <a:r>
              <a:rPr lang="es-DO" sz="4000" dirty="0">
                <a:latin typeface="Times New Roman" panose="02020603050405020304" pitchFamily="18" charset="0"/>
                <a:cs typeface="Times New Roman" panose="02020603050405020304" pitchFamily="18" charset="0"/>
              </a:rPr>
              <a:t>(1) Al estudiar el versículo 31 de 1 de Corintios 10, vemos que Pablo da una pequeña lista de asuntos que acometemos, y regula cuál debe ser la motivación correcta al respecto. Él menciona el comer, beber o el hacer otra cosa.</a:t>
            </a:r>
            <a:endParaRPr lang="es-DO"/>
          </a:p>
        </p:txBody>
      </p:sp>
      <p:sp>
        <p:nvSpPr>
          <p:cNvPr id="26" name="Rectangle 25">
            <a:extLst>
              <a:ext uri="{FF2B5EF4-FFF2-40B4-BE49-F238E27FC236}">
                <a16:creationId xmlns:a16="http://schemas.microsoft.com/office/drawing/2014/main" id="{3698103D-1DE5-76E4-9D5E-535296E3FD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E26E9488-CE9A-768D-F361-0EE98810D4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4697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AD9CBD-7304-64DA-7F33-C5E7A199B28E}"/>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78B9643-2EB5-0FA4-99EC-8F1007192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83FE22B-CFCA-CD9E-953F-D523E0292C09}"/>
              </a:ext>
            </a:extLst>
          </p:cNvPr>
          <p:cNvSpPr>
            <a:spLocks noGrp="1"/>
          </p:cNvSpPr>
          <p:nvPr>
            <p:ph type="title"/>
          </p:nvPr>
        </p:nvSpPr>
        <p:spPr>
          <a:xfrm>
            <a:off x="162730" y="100000"/>
            <a:ext cx="11866540" cy="1050000"/>
          </a:xfrm>
        </p:spPr>
        <p:txBody>
          <a:bodyPr anchor="t">
            <a:norm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2.A - El creyente modesto lo hace todo para la gloria de Dios</a:t>
            </a:r>
            <a:endParaRPr lang="es-DO"/>
          </a:p>
        </p:txBody>
      </p:sp>
      <p:sp>
        <p:nvSpPr>
          <p:cNvPr id="3" name="Marcador de contenido 2">
            <a:extLst>
              <a:ext uri="{FF2B5EF4-FFF2-40B4-BE49-F238E27FC236}">
                <a16:creationId xmlns:a16="http://schemas.microsoft.com/office/drawing/2014/main" id="{945014A5-C163-4EBC-53FC-79E27225A7CB}"/>
              </a:ext>
            </a:extLst>
          </p:cNvPr>
          <p:cNvSpPr>
            <a:spLocks noGrp="1"/>
          </p:cNvSpPr>
          <p:nvPr>
            <p:ph idx="1"/>
          </p:nvPr>
        </p:nvSpPr>
        <p:spPr>
          <a:xfrm>
            <a:off x="162730" y="1200000"/>
            <a:ext cx="11866540" cy="5115387"/>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 xml:space="preserve">El contexto habla sobre el comer en un lugar de ídolos, y el apóstol nos orienta a no preguntar nada en relación a si la comida fue sacrificada a los ídolos o no. Pero aclara que si alguien nos dijere que el alimento fue sacrificado a los ídolos, no lo debemos comer </a:t>
            </a:r>
            <a:r>
              <a:rPr b="1" lang="es-DO" sz="4000" dirty="0">
                <a:latin typeface="Times New Roman" panose="02020603050405020304" pitchFamily="18" charset="0"/>
                <a:cs typeface="Times New Roman" panose="02020603050405020304" pitchFamily="18" charset="0"/>
              </a:rPr>
              <a:t>(versículo 28)</a:t>
            </a:r>
            <a:r>
              <a:rPr lang="es-DO" sz="4000" dirty="0">
                <a:latin typeface="Times New Roman" panose="02020603050405020304" pitchFamily="18" charset="0"/>
                <a:cs typeface="Times New Roman" panose="02020603050405020304" pitchFamily="18" charset="0"/>
              </a:rPr>
              <a:t>.</a:t>
            </a:r>
            <a:endParaRPr lang="es-DO"/>
          </a:p>
          <a:p>
            <a:pPr marL="0" indent="0" algn="just">
              <a:buNone/>
            </a:pPr>
            <a:r>
              <a:rPr lang="es-DO" sz="4000" dirty="0">
                <a:latin typeface="Times New Roman" panose="02020603050405020304" pitchFamily="18" charset="0"/>
                <a:cs typeface="Times New Roman" panose="02020603050405020304" pitchFamily="18" charset="0"/>
              </a:rPr>
              <a:t>(2) Entonces, en la segunda parte del versículo 31, la Palabra nos enseña a hacer todo para la gloria de Dios.</a:t>
            </a:r>
            <a:endParaRPr lang="es-DO"/>
          </a:p>
        </p:txBody>
      </p:sp>
      <p:sp>
        <p:nvSpPr>
          <p:cNvPr id="26" name="Rectangle 25">
            <a:extLst>
              <a:ext uri="{FF2B5EF4-FFF2-40B4-BE49-F238E27FC236}">
                <a16:creationId xmlns:a16="http://schemas.microsoft.com/office/drawing/2014/main" id="{165ABF5A-2667-4013-F259-95FB09E54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B9C35972-7BA4-7A38-3912-2C2421DD1D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53902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4E0B26-A51B-55E6-64FC-3F39D805AE19}"/>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0E17141-D90E-A77E-3348-C92FDBE1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76F91C3-4720-C2C7-B4B8-264ED8AAD910}"/>
              </a:ext>
            </a:extLst>
          </p:cNvPr>
          <p:cNvSpPr>
            <a:spLocks noGrp="1"/>
          </p:cNvSpPr>
          <p:nvPr>
            <p:ph type="title"/>
          </p:nvPr>
        </p:nvSpPr>
        <p:spPr>
          <a:xfrm>
            <a:off x="162730" y="100000"/>
            <a:ext cx="11866540" cy="1050000"/>
          </a:xfrm>
        </p:spPr>
        <p:txBody>
          <a:bodyPr anchor="t">
            <a:norm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2.A - El creyente modesto lo hace todo para la gloria de Dios</a:t>
            </a:r>
            <a:endParaRPr lang="es-DO"/>
          </a:p>
        </p:txBody>
      </p:sp>
      <p:sp>
        <p:nvSpPr>
          <p:cNvPr id="3" name="Marcador de contenido 2">
            <a:extLst>
              <a:ext uri="{FF2B5EF4-FFF2-40B4-BE49-F238E27FC236}">
                <a16:creationId xmlns:a16="http://schemas.microsoft.com/office/drawing/2014/main" id="{3F3E6210-6EAE-85E0-4847-AD8E378A56F4}"/>
              </a:ext>
            </a:extLst>
          </p:cNvPr>
          <p:cNvSpPr>
            <a:spLocks noGrp="1"/>
          </p:cNvSpPr>
          <p:nvPr>
            <p:ph idx="1"/>
          </p:nvPr>
        </p:nvSpPr>
        <p:spPr>
          <a:xfrm>
            <a:off x="162730" y="1200000"/>
            <a:ext cx="11866540" cy="5115387"/>
          </a:xfrm>
        </p:spPr>
        <p:txBody>
          <a:bodyPr anchor="t">
            <a:noAutofit/>
          </a:bodyPr>
          <a:lstStyle/>
          <a:p>
            <a:pPr marL="0" indent="0" algn="just">
              <a:buNone/>
            </a:pPr>
            <a:r>
              <a:rPr lang="es-DO" sz="3600" dirty="0">
                <a:latin typeface="Times New Roman" panose="02020603050405020304" pitchFamily="18" charset="0"/>
                <a:cs typeface="Times New Roman" panose="02020603050405020304" pitchFamily="18" charset="0"/>
              </a:rPr>
              <a:t xml:space="preserve">A esta declaración se le llama, el principio universal, y es aplicable en todos los ámbitos de la vida del creyente. Por ejemplo, cuando servimos a otros, debemos hacerlo como para el Señor y no para los hombres </a:t>
            </a:r>
            <a:r>
              <a:rPr b="1" lang="es-DO" sz="3600" dirty="0">
                <a:latin typeface="Times New Roman" panose="02020603050405020304" pitchFamily="18" charset="0"/>
                <a:cs typeface="Times New Roman" panose="02020603050405020304" pitchFamily="18" charset="0"/>
              </a:rPr>
              <a:t>(Efesios 6:7)</a:t>
            </a:r>
            <a:r>
              <a:rPr lang="es-DO" sz="3600" dirty="0">
                <a:latin typeface="Times New Roman" panose="02020603050405020304" pitchFamily="18" charset="0"/>
                <a:cs typeface="Times New Roman" panose="02020603050405020304" pitchFamily="18" charset="0"/>
              </a:rPr>
              <a:t xml:space="preserve">. Pedro nos ofrece esta enseñanza: Al hablar y al ministrar en la Casa de Dios, debemos hacerlo conforme a las Palabra de Dios y al poder que el mismo Señor da. Esa es la manera como en todo, Dios será glorificado a través de Jesucristo, porque a Él pertenecen la gloria y el imperio por los siglos de los siglos </a:t>
            </a:r>
            <a:r>
              <a:rPr b="1" lang="es-DO" sz="3600" dirty="0">
                <a:latin typeface="Times New Roman" panose="02020603050405020304" pitchFamily="18" charset="0"/>
                <a:cs typeface="Times New Roman" panose="02020603050405020304" pitchFamily="18" charset="0"/>
              </a:rPr>
              <a:t>(1 Pedro 4:11)</a:t>
            </a:r>
            <a:r>
              <a:rPr lang="es-DO" sz="3600" dirty="0">
                <a:latin typeface="Times New Roman" panose="02020603050405020304" pitchFamily="18" charset="0"/>
                <a:cs typeface="Times New Roman" panose="02020603050405020304" pitchFamily="18" charset="0"/>
              </a:rPr>
              <a:t>.</a:t>
            </a:r>
            <a:endParaRPr lang="es-DO"/>
          </a:p>
        </p:txBody>
      </p:sp>
      <p:sp>
        <p:nvSpPr>
          <p:cNvPr id="26" name="Rectangle 25">
            <a:extLst>
              <a:ext uri="{FF2B5EF4-FFF2-40B4-BE49-F238E27FC236}">
                <a16:creationId xmlns:a16="http://schemas.microsoft.com/office/drawing/2014/main" id="{DF667EA1-BE1B-8C9E-6662-1FD0760C31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BA67828B-A07A-378A-6DF0-88CFD8CB1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8694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336DBE-A9C2-963B-A9E2-5EC652D9993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A12A6AC-401F-11C0-7B56-9621DFCC9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108D603-4C4F-63C3-622B-5050E2630C53}"/>
              </a:ext>
            </a:extLst>
          </p:cNvPr>
          <p:cNvSpPr>
            <a:spLocks noGrp="1"/>
          </p:cNvSpPr>
          <p:nvPr>
            <p:ph type="title"/>
          </p:nvPr>
        </p:nvSpPr>
        <p:spPr>
          <a:xfrm>
            <a:off x="162730" y="100000"/>
            <a:ext cx="11866540" cy="1050000"/>
          </a:xfrm>
        </p:spPr>
        <p:txBody>
          <a:bodyPr anchor="t">
            <a:norm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2.A - El creyente modesto lo hace todo para la gloria de Dios</a:t>
            </a:r>
            <a:endParaRPr lang="es-DO"/>
          </a:p>
        </p:txBody>
      </p:sp>
      <p:sp>
        <p:nvSpPr>
          <p:cNvPr id="3" name="Marcador de contenido 2">
            <a:extLst>
              <a:ext uri="{FF2B5EF4-FFF2-40B4-BE49-F238E27FC236}">
                <a16:creationId xmlns:a16="http://schemas.microsoft.com/office/drawing/2014/main" id="{A25BE869-F808-7035-C228-BC044418F9A8}"/>
              </a:ext>
            </a:extLst>
          </p:cNvPr>
          <p:cNvSpPr>
            <a:spLocks noGrp="1"/>
          </p:cNvSpPr>
          <p:nvPr>
            <p:ph idx="1"/>
          </p:nvPr>
        </p:nvSpPr>
        <p:spPr>
          <a:xfrm>
            <a:off x="162730" y="1200000"/>
            <a:ext cx="11866540" cy="5115387"/>
          </a:xfrm>
        </p:spPr>
        <p:txBody>
          <a:bodyPr anchor="t">
            <a:noAutofit/>
          </a:bodyPr>
          <a:lstStyle/>
          <a:p>
            <a:pPr marL="0" indent="0" algn="just">
              <a:buNone/>
            </a:pPr>
            <a:r>
              <a:rPr lang="es-DO" sz="3600" dirty="0">
                <a:latin typeface="Times New Roman" panose="02020603050405020304" pitchFamily="18" charset="0"/>
                <a:cs typeface="Times New Roman" panose="02020603050405020304" pitchFamily="18" charset="0"/>
              </a:rPr>
              <a:t>(3) Debemos entender que hay asuntos de la vida práctica que no están exactamente regulados en la Biblia. En tales casos,</a:t>
            </a:r>
            <a:r>
              <a:rPr lang="es-DO" sz="3600" b="1" dirty="0">
                <a:latin typeface="Times New Roman" panose="02020603050405020304" pitchFamily="18" charset="0"/>
                <a:cs typeface="Times New Roman" panose="02020603050405020304" pitchFamily="18" charset="0"/>
              </a:rPr>
              <a:t xml:space="preserve"> el creyente debe acudir a su conciencia. Pablo dio un buen ejemplo de ello en Romanos 14:1-8</a:t>
            </a:r>
            <a:r>
              <a:rPr lang="es-DO" sz="3600" dirty="0">
                <a:latin typeface="Times New Roman" panose="02020603050405020304" pitchFamily="18" charset="0"/>
                <a:cs typeface="Times New Roman" panose="02020603050405020304" pitchFamily="18" charset="0"/>
              </a:rPr>
              <a:t>, al dejar ver que para algunos el comer carne es malo, mientras para otros es bueno. Y unos guardan un día de reposo, mientras otros consideran todos los días iguales. En tales casos, el consejo inspirado fue que cada uno esté convencido en su propia mente, y que todo lo debemos hacer para gloria del Señor.</a:t>
            </a:r>
            <a:endParaRPr lang="es-DO"/>
          </a:p>
        </p:txBody>
      </p:sp>
      <p:sp>
        <p:nvSpPr>
          <p:cNvPr id="26" name="Rectangle 25">
            <a:extLst>
              <a:ext uri="{FF2B5EF4-FFF2-40B4-BE49-F238E27FC236}">
                <a16:creationId xmlns:a16="http://schemas.microsoft.com/office/drawing/2014/main" id="{05E87292-1F59-A693-A695-C0E6146D08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5C6F9FD2-8F57-0A98-204C-1B6D3CB30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6405412"/>
      </p:ext>
    </p:extLst>
  </p:cSld>
  <p:clrMapOvr>
    <a:masterClrMapping/>
  </p:clrMapOvr>
</p:sld>
</file>

<file path=ppt/slides/slide37.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pic>
        <p:nvPicPr>
          <p:cNvPr id="5" name="Imagen 4"/>
          <p:cNvPicPr>
            <a:picLocks noChangeAspect="1"/>
          </p:cNvPicPr>
          <p:nvPr/>
        </p:nvPicPr>
        <p:blipFill>
          <a:blip r:embed="rId3"/>
          <a:stretch>
            <a:fillRect/>
          </a:stretch>
        </p:blipFill>
        <p:spPr>
          <a:xfrm>
            <a:off x="0" y="0"/>
            <a:ext cx="12192000" cy="6858000"/>
          </a:xfrm>
          <a:prstGeom prst="rect">
            <a:avLst/>
          </a:prstGeom>
        </p:spPr>
      </p:pic>
      <p:sp>
        <p:nvSpPr>
          <p:cNvPr id="9" name="CuadroTexto 8"/>
          <p:cNvSpPr txBox="1"/>
          <p:nvPr/>
        </p:nvSpPr>
        <p:spPr>
          <a:xfrm>
            <a:off x="685800" y="2779776"/>
            <a:ext cx="3291840" cy="2148840"/>
          </a:xfrm>
          <a:prstGeom prst="rect">
            <a:avLst/>
          </a:prstGeom>
        </p:spPr>
        <p:txBody>
          <a:bodyPr vert="horz" lIns="91440" tIns="0" rIns="91440" bIns="0" rtlCol="0" anchor="t">
            <a:noAutofit/>
          </a:bodyPr>
          <a:lstStyle/>
          <a:p>
            <a:pPr>
              <a:lnSpc>
                <a:spcPct val="100000"/>
              </a:lnSpc>
            </a:pPr>
            <a:r>
              <a:rPr lang="es-DO" sz="1800" b="1" dirty="0">
                <a:solidFill>
                  <a:srgbClr val="FFFFFF"/>
                </a:solidFill>
                <a:latin typeface="Verlag Black"/>
              </a:rPr>
              <a:t>2.B- El cristiano practica la modestia cuando evita hacer tropezar a otros</a:t>
            </a:r>
            <a:endParaRPr lang="es-DO"/>
          </a:p>
        </p:txBody>
      </p:sp>
      <p:sp>
        <p:nvSpPr>
          <p:cNvPr id="3423" name="OrangeBar"/>
          <p:cNvSpPr/>
          <p:nvPr/>
        </p:nvSpPr>
        <p:spPr>
          <a:xfrm>
            <a:off x="685800" y="2542032"/>
            <a:ext cx="1600200" cy="73152"/>
          </a:xfrm>
          <a:prstGeom prst="rect">
            <a:avLst/>
          </a:prstGeom>
          <a:solidFill>
            <a:srgbClr val="E85D04"/>
          </a:solidFill>
          <a:ln>
            <a:noFill/>
          </a:ln>
        </p:spPr>
      </p:sp>
      <p:sp>
        <p:nvSpPr>
          <p:cNvPr id="3424" name="GrayLine"/>
          <p:cNvSpPr/>
          <p:nvPr/>
        </p:nvSpPr>
        <p:spPr>
          <a:xfrm>
            <a:off x="685800" y="5001768"/>
            <a:ext cx="3291840" cy="10972"/>
          </a:xfrm>
          <a:prstGeom prst="rect">
            <a:avLst/>
          </a:prstGeom>
          <a:solidFill>
            <a:srgbClr val="D0D0D0"/>
          </a:solidFill>
          <a:ln>
            <a:noFill/>
          </a:ln>
        </p:spPr>
      </p:sp>
      <p:sp>
        <p:nvSpPr>
          <p:cNvPr id="4" name="CuadroTexto 3"/>
          <p:cNvSpPr txBox="1"/>
          <p:nvPr/>
        </p:nvSpPr>
        <p:spPr>
          <a:xfrm>
            <a:off x="685800" y="5166360"/>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E8E8E8"/>
                </a:solidFill>
                <a:latin typeface="Verlag Black"/>
              </a:rPr>
              <a:t>1 CORINTIOS 10:32,33</a:t>
            </a:r>
            <a:endParaRPr lang="es-DO"/>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346D7F1-37D9-F064-4EF1-F06DA0D0B5FE}"/>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50C168B3-5904-03B7-3DEA-BCB92DC41952}"/>
              </a:ext>
            </a:extLst>
          </p:cNvPr>
          <p:cNvSpPr txBox="1"/>
          <p:nvPr/>
        </p:nvSpPr>
        <p:spPr>
          <a:xfrm>
            <a:off x="8162519" y="0"/>
            <a:ext cx="3752850"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4800" b="1" i="0" u="none" strike="noStrike" kern="1200" cap="none" spc="0" normalizeH="0" baseline="0" noProof="0" dirty="0">
                <a:ln>
                  <a:noFill/>
                </a:ln>
                <a:solidFill>
                  <a:prstClr val="white"/>
                </a:solidFill>
                <a:effectLst/>
                <a:uLnTx/>
                <a:uFillTx/>
                <a:latin typeface="Calibri" panose="020F0502020204030204"/>
                <a:ea typeface="+mn-ea"/>
                <a:cs typeface="+mn-cs"/>
              </a:rPr>
              <a:t>Texto Bíblico</a:t>
            </a:r>
          </a:p>
        </p:txBody>
      </p:sp>
      <p:sp>
        <p:nvSpPr>
          <p:cNvPr id="5" name="TextBox 4">
            <a:extLst>
              <a:ext uri="{FF2B5EF4-FFF2-40B4-BE49-F238E27FC236}">
                <a16:creationId xmlns:a16="http://schemas.microsoft.com/office/drawing/2014/main" id="{955C67AE-872C-7A14-4C56-138E8722CB21}"/>
              </a:ext>
            </a:extLst>
          </p:cNvPr>
          <p:cNvSpPr txBox="1"/>
          <p:nvPr/>
        </p:nvSpPr>
        <p:spPr>
          <a:xfrm>
            <a:off x="294515" y="856357"/>
            <a:ext cx="11602969" cy="5755422"/>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1 CORINTIOS 10:32,33</a:t>
            </a:r>
          </a:p>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32</a:t>
            </a:r>
            <a:r>
              <a:rPr lang="es-DO" sz="4400" dirty="0">
                <a:solidFill>
                  <a:srgbClr val="FFFFFF"/>
                </a:solidFill>
              </a:rPr>
              <a:t xml:space="preserve"> No seáis tropiezo ni a judíos, ni a gentiles, ni a la iglesia de Dios</a:t>
            </a:r>
          </a:p>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33</a:t>
            </a:r>
            <a:r>
              <a:rPr lang="es-DO" sz="4400" dirty="0">
                <a:solidFill>
                  <a:srgbClr val="FFFFFF"/>
                </a:solidFill>
              </a:rPr>
              <a:t xml:space="preserve"> como también yo en todas las cosas agrado a todos, no procurando mi propio beneficio, sino el de muchos, para que sean salvos.</a:t>
            </a:r>
          </a:p>
        </p:txBody>
      </p:sp>
    </p:spTree>
    <p:extLst>
      <p:ext uri="{BB962C8B-B14F-4D97-AF65-F5344CB8AC3E}">
        <p14:creationId xmlns:p14="http://schemas.microsoft.com/office/powerpoint/2010/main" val="31956456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DA3F61-501F-049C-094E-A8A5994964F1}"/>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C53FD66-BA27-E548-1148-F2CCC7A603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C85F807A-BE38-8B37-3CB5-A5140085AFB3}"/>
              </a:ext>
            </a:extLst>
          </p:cNvPr>
          <p:cNvSpPr>
            <a:spLocks noGrp="1"/>
          </p:cNvSpPr>
          <p:nvPr>
            <p:ph type="title"/>
          </p:nvPr>
        </p:nvSpPr>
        <p:spPr>
          <a:xfrm>
            <a:off x="162730" y="100000"/>
            <a:ext cx="11866540" cy="1050000"/>
          </a:xfrm>
        </p:spPr>
        <p:txBody>
          <a:bodyPr anchor="t">
            <a:no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2.B - El cristiano practica la modestia cuando evita hacer tropezar a otros</a:t>
            </a:r>
            <a:endParaRPr lang="es-DO"/>
          </a:p>
        </p:txBody>
      </p:sp>
      <p:sp>
        <p:nvSpPr>
          <p:cNvPr id="3" name="Marcador de contenido 2">
            <a:extLst>
              <a:ext uri="{FF2B5EF4-FFF2-40B4-BE49-F238E27FC236}">
                <a16:creationId xmlns:a16="http://schemas.microsoft.com/office/drawing/2014/main" id="{818817F1-D5AD-D999-C607-D80F3FC29D35}"/>
              </a:ext>
            </a:extLst>
          </p:cNvPr>
          <p:cNvSpPr>
            <a:spLocks noGrp="1"/>
          </p:cNvSpPr>
          <p:nvPr>
            <p:ph idx="1"/>
          </p:nvPr>
        </p:nvSpPr>
        <p:spPr>
          <a:xfrm>
            <a:off x="162730" y="1200000"/>
            <a:ext cx="11866540" cy="5200373"/>
          </a:xfrm>
        </p:spPr>
        <p:txBody>
          <a:bodyPr anchor="t">
            <a:noAutofit/>
          </a:bodyPr>
          <a:lstStyle/>
          <a:p>
            <a:pPr marL="0" indent="0" algn="just">
              <a:buNone/>
            </a:pPr>
            <a:r>
              <a:rPr lang="es-DO" sz="3600" dirty="0">
                <a:latin typeface="Times New Roman" panose="02020603050405020304" pitchFamily="18" charset="0"/>
                <a:cs typeface="Times New Roman" panose="02020603050405020304" pitchFamily="18" charset="0"/>
              </a:rPr>
              <a:t>No es pecado solamente las acciones que son opuestas a la santidad de Dios; también es pecado hacer tropezar a otros en la fe de alguna manera. Miremos qué aprendemos aquí.</a:t>
            </a:r>
            <a:endParaRPr lang="es-DO"/>
          </a:p>
          <a:p>
            <a:pPr marL="0" indent="0" algn="just">
              <a:buNone/>
            </a:pPr>
            <a:r>
              <a:rPr lang="es-DO" sz="3600" dirty="0">
                <a:latin typeface="Times New Roman" panose="02020603050405020304" pitchFamily="18" charset="0"/>
                <a:cs typeface="Times New Roman" panose="02020603050405020304" pitchFamily="18" charset="0"/>
              </a:rPr>
              <a:t>(1) El versículo 32 es una prohibición a hacer tropezar a tres grupos de personas: No debemos hacer tropezar a los judíos, quienes aún mantenían su religión, pero no habían aceptado a Cristo como el Mesías. Respecto a ellos, debemos pensar que Dios los ama, tienen promesas de salvación, y pueden llegar al conocimiento del Señor.</a:t>
            </a:r>
            <a:endParaRPr lang="es-DO"/>
          </a:p>
        </p:txBody>
      </p:sp>
      <p:sp>
        <p:nvSpPr>
          <p:cNvPr id="26" name="Rectangle 25">
            <a:extLst>
              <a:ext uri="{FF2B5EF4-FFF2-40B4-BE49-F238E27FC236}">
                <a16:creationId xmlns:a16="http://schemas.microsoft.com/office/drawing/2014/main" id="{B23ECBC9-96E0-3CD5-0C25-777E75AB02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E128ED87-ECDE-EA98-26F5-CB0A280453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40060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F6B159-1B6D-10D6-6FF7-413DEC13C2DD}"/>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F57829E-37CE-5070-8FD0-DC2E1E30E9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9999F57-FCAD-916F-9F90-7342EF0390CC}"/>
              </a:ext>
            </a:extLst>
          </p:cNvPr>
          <p:cNvSpPr>
            <a:spLocks noGrp="1"/>
          </p:cNvSpPr>
          <p:nvPr>
            <p:ph type="title"/>
          </p:nvPr>
        </p:nvSpPr>
        <p:spPr>
          <a:xfrm>
            <a:off x="162730" y="100000"/>
            <a:ext cx="11866540" cy="1050000"/>
          </a:xfrm>
        </p:spPr>
        <p:txBody>
          <a:bodyPr anchor="t">
            <a:no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2.B - El cristiano practica la modestia cuando evita hacer tropezar a otros</a:t>
            </a:r>
            <a:endParaRPr lang="es-DO"/>
          </a:p>
        </p:txBody>
      </p:sp>
      <p:sp>
        <p:nvSpPr>
          <p:cNvPr id="3" name="Marcador de contenido 2">
            <a:extLst>
              <a:ext uri="{FF2B5EF4-FFF2-40B4-BE49-F238E27FC236}">
                <a16:creationId xmlns:a16="http://schemas.microsoft.com/office/drawing/2014/main" id="{2D31A87A-3289-A3B4-2BFF-A00D6A4F1C05}"/>
              </a:ext>
            </a:extLst>
          </p:cNvPr>
          <p:cNvSpPr>
            <a:spLocks noGrp="1"/>
          </p:cNvSpPr>
          <p:nvPr>
            <p:ph idx="1"/>
          </p:nvPr>
        </p:nvSpPr>
        <p:spPr>
          <a:xfrm>
            <a:off x="162730" y="1200000"/>
            <a:ext cx="11866540" cy="5200373"/>
          </a:xfrm>
        </p:spPr>
        <p:txBody>
          <a:bodyPr anchor="t">
            <a:noAutofit/>
          </a:bodyPr>
          <a:lstStyle/>
          <a:p>
            <a:pPr marL="0" indent="0" algn="just">
              <a:buNone/>
            </a:pPr>
            <a:r>
              <a:rPr lang="es-DO" sz="3600" dirty="0">
                <a:latin typeface="Times New Roman" panose="02020603050405020304" pitchFamily="18" charset="0"/>
                <a:cs typeface="Times New Roman" panose="02020603050405020304" pitchFamily="18" charset="0"/>
              </a:rPr>
              <a:t xml:space="preserve">Tampoco debemos hacer tropezar por nuestra falta de modestia a los gentiles, nombre con el cual a veces la Biblia identifica a los paganos e inconversos de distintas naciones. La Biblia enseña que Dios es Dios de los judíos como también de los gentiles </a:t>
            </a:r>
            <a:r>
              <a:rPr b="1" lang="es-DO" sz="3600" dirty="0">
                <a:latin typeface="Times New Roman" panose="02020603050405020304" pitchFamily="18" charset="0"/>
                <a:cs typeface="Times New Roman" panose="02020603050405020304" pitchFamily="18" charset="0"/>
              </a:rPr>
              <a:t>(Romanos 3:29)</a:t>
            </a:r>
            <a:r>
              <a:rPr lang="es-DO" sz="3600" dirty="0">
                <a:latin typeface="Times New Roman" panose="02020603050405020304" pitchFamily="18" charset="0"/>
                <a:cs typeface="Times New Roman" panose="02020603050405020304" pitchFamily="18" charset="0"/>
              </a:rPr>
              <a:t>. Y, fundamentalmente, debemos ser modestos a tal modo que nunca hagamos tropezar a la iglesia del Señor. De aquí debemos aprender que si hemos madurado en el Señor y tenemos cierta libertad en Cristo, aun debemos ser disciplinados y cuidadosos en evitar que nuestra libertad venga a ser tropezadero para algún débil en la fe.</a:t>
            </a:r>
            <a:endParaRPr lang="es-DO"/>
          </a:p>
        </p:txBody>
      </p:sp>
      <p:sp>
        <p:nvSpPr>
          <p:cNvPr id="26" name="Rectangle 25">
            <a:extLst>
              <a:ext uri="{FF2B5EF4-FFF2-40B4-BE49-F238E27FC236}">
                <a16:creationId xmlns:a16="http://schemas.microsoft.com/office/drawing/2014/main" id="{6C5B5B20-AAD6-22C0-24A6-287A03BA89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0476EFFD-2609-FE6C-B630-0617D0833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87343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F9476D-1E3C-6F53-6D67-12E6827176BE}"/>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B396ACE-30AC-69D0-DE3E-4DC7D8C7C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55E6D77-E66D-A7B4-E933-AC4B3386BAA8}"/>
              </a:ext>
            </a:extLst>
          </p:cNvPr>
          <p:cNvSpPr>
            <a:spLocks noGrp="1"/>
          </p:cNvSpPr>
          <p:nvPr>
            <p:ph type="title"/>
          </p:nvPr>
        </p:nvSpPr>
        <p:spPr>
          <a:xfrm>
            <a:off x="162730" y="100000"/>
            <a:ext cx="11866540" cy="1050000"/>
          </a:xfrm>
        </p:spPr>
        <p:txBody>
          <a:bodyPr anchor="t">
            <a:no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2.B - El cristiano practica la modestia cuando evita hacer tropezar a otros</a:t>
            </a:r>
            <a:endParaRPr lang="es-DO"/>
          </a:p>
        </p:txBody>
      </p:sp>
      <p:sp>
        <p:nvSpPr>
          <p:cNvPr id="3" name="Marcador de contenido 2">
            <a:extLst>
              <a:ext uri="{FF2B5EF4-FFF2-40B4-BE49-F238E27FC236}">
                <a16:creationId xmlns:a16="http://schemas.microsoft.com/office/drawing/2014/main" id="{FEBF3F92-A4EA-BE52-E7C8-1B9784BC49B0}"/>
              </a:ext>
            </a:extLst>
          </p:cNvPr>
          <p:cNvSpPr>
            <a:spLocks noGrp="1"/>
          </p:cNvSpPr>
          <p:nvPr>
            <p:ph idx="1"/>
          </p:nvPr>
        </p:nvSpPr>
        <p:spPr>
          <a:xfrm>
            <a:off x="162730" y="1200000"/>
            <a:ext cx="11866540" cy="5200373"/>
          </a:xfrm>
        </p:spPr>
        <p:txBody>
          <a:bodyPr anchor="t">
            <a:noAutofit/>
          </a:bodyPr>
          <a:lstStyle/>
          <a:p>
            <a:pPr marL="0" indent="0" algn="just">
              <a:buNone/>
            </a:pPr>
            <a:r>
              <a:rPr lang="es-DO" sz="3600" dirty="0">
                <a:latin typeface="Times New Roman" panose="02020603050405020304" pitchFamily="18" charset="0"/>
                <a:cs typeface="Times New Roman" panose="02020603050405020304" pitchFamily="18" charset="0"/>
              </a:rPr>
              <a:t xml:space="preserve">(2) En el versículo 33 el apóstol Pablo ofrece su propio enfoque sobre cómo procedía para con los diferentes grupos de personas en cuanto a la fe. Él dice que procuraba a agradar a todos, y evitaba procurar su propio beneficio, sino el de muchos para que fueran salvos. Y en </a:t>
            </a:r>
            <a:r>
              <a:rPr lang="es-DO" sz="3600" b="1" dirty="0">
                <a:latin typeface="Times New Roman" panose="02020603050405020304" pitchFamily="18" charset="0"/>
                <a:cs typeface="Times New Roman" panose="02020603050405020304" pitchFamily="18" charset="0"/>
              </a:rPr>
              <a:t>1 Corintios 9:22</a:t>
            </a:r>
            <a:r>
              <a:rPr lang="es-DO" sz="3600" dirty="0">
                <a:latin typeface="Times New Roman" panose="02020603050405020304" pitchFamily="18" charset="0"/>
                <a:cs typeface="Times New Roman" panose="02020603050405020304" pitchFamily="18" charset="0"/>
              </a:rPr>
              <a:t xml:space="preserve"> dejó claro que a todos se había hecho de todo, para que de todos modos, pudiera salvar a algunos. Siempre es bueno recordar que el encargo más importante que tenemos del Señor es la evangelización de los que aún no son salvos.</a:t>
            </a:r>
            <a:endParaRPr lang="es-DO"/>
          </a:p>
        </p:txBody>
      </p:sp>
      <p:sp>
        <p:nvSpPr>
          <p:cNvPr id="26" name="Rectangle 25">
            <a:extLst>
              <a:ext uri="{FF2B5EF4-FFF2-40B4-BE49-F238E27FC236}">
                <a16:creationId xmlns:a16="http://schemas.microsoft.com/office/drawing/2014/main" id="{1F21464A-EC06-0A30-F933-D07A3DFD4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FB706F44-CC4B-9248-4698-27D1C8003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37209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14D1AD-3F0D-D173-3BD3-CFE1CDC546E9}"/>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DDD48B4-3621-F254-21C4-6D78E6D98E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6641835-B4C3-499A-4C94-E6DD87AC7E4D}"/>
              </a:ext>
            </a:extLst>
          </p:cNvPr>
          <p:cNvSpPr>
            <a:spLocks noGrp="1"/>
          </p:cNvSpPr>
          <p:nvPr>
            <p:ph type="title"/>
          </p:nvPr>
        </p:nvSpPr>
        <p:spPr>
          <a:xfrm>
            <a:off x="162730" y="100000"/>
            <a:ext cx="11866540" cy="1050000"/>
          </a:xfrm>
        </p:spPr>
        <p:txBody>
          <a:bodyPr anchor="t">
            <a:no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2.B - El cristiano practica la modestia cuando evita hacer tropezar a otros</a:t>
            </a:r>
            <a:endParaRPr lang="es-DO"/>
          </a:p>
        </p:txBody>
      </p:sp>
      <p:sp>
        <p:nvSpPr>
          <p:cNvPr id="3" name="Marcador de contenido 2">
            <a:extLst>
              <a:ext uri="{FF2B5EF4-FFF2-40B4-BE49-F238E27FC236}">
                <a16:creationId xmlns:a16="http://schemas.microsoft.com/office/drawing/2014/main" id="{A76A44B7-3E39-DB46-8DC0-CDA0CD7A59AC}"/>
              </a:ext>
            </a:extLst>
          </p:cNvPr>
          <p:cNvSpPr>
            <a:spLocks noGrp="1"/>
          </p:cNvSpPr>
          <p:nvPr>
            <p:ph idx="1"/>
          </p:nvPr>
        </p:nvSpPr>
        <p:spPr>
          <a:xfrm>
            <a:off x="162730" y="1200000"/>
            <a:ext cx="11866540" cy="5290809"/>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 xml:space="preserve">Así que, en lugar de vivir para nuestra propia satisfacción, debemos procurar la salvación de las almas perdidas. Una manera de lograrlo es a través de una vida modesta, donde el creyente no se cree más importante que los demás. Ningún ejemplo supera el de Cristo, quien siendo en forma de Dios, se despojó a sí mismo, tomando forma de siervo, con tal de morir por nosotros y expiar nuestros pecados </a:t>
            </a:r>
            <a:r>
              <a:rPr b="1" lang="es-DO" sz="4000" dirty="0">
                <a:latin typeface="Times New Roman" panose="02020603050405020304" pitchFamily="18" charset="0"/>
                <a:cs typeface="Times New Roman" panose="02020603050405020304" pitchFamily="18" charset="0"/>
              </a:rPr>
              <a:t>(Filipenses 2:5-8)</a:t>
            </a:r>
            <a:r>
              <a:rPr lang="es-DO" sz="4000" dirty="0">
                <a:latin typeface="Times New Roman" panose="02020603050405020304" pitchFamily="18" charset="0"/>
                <a:cs typeface="Times New Roman" panose="02020603050405020304" pitchFamily="18" charset="0"/>
              </a:rPr>
              <a:t>.</a:t>
            </a:r>
            <a:endParaRPr lang="es-DO"/>
          </a:p>
        </p:txBody>
      </p:sp>
      <p:sp>
        <p:nvSpPr>
          <p:cNvPr id="26" name="Rectangle 25">
            <a:extLst>
              <a:ext uri="{FF2B5EF4-FFF2-40B4-BE49-F238E27FC236}">
                <a16:creationId xmlns:a16="http://schemas.microsoft.com/office/drawing/2014/main" id="{E9B797BB-225F-4C36-F4DB-208671D2C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9DE5F597-87A5-23A4-6D81-CEB11EB9E9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96267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5DA79A-B501-65A6-96AF-4D9337333366}"/>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03F17FB-45FE-5AEC-1514-A529CCA3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C817EEB-6425-FD21-EE4A-AC1AC693F61F}"/>
              </a:ext>
            </a:extLst>
          </p:cNvPr>
          <p:cNvSpPr>
            <a:spLocks noGrp="1"/>
          </p:cNvSpPr>
          <p:nvPr>
            <p:ph type="title"/>
          </p:nvPr>
        </p:nvSpPr>
        <p:spPr>
          <a:xfrm>
            <a:off x="162730" y="100000"/>
            <a:ext cx="11866540" cy="1050000"/>
          </a:xfrm>
        </p:spPr>
        <p:txBody>
          <a:bodyPr anchor="t">
            <a:no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2.B - El cristiano practica la modestia cuando evita hacer tropezar a otros</a:t>
            </a:r>
            <a:endParaRPr lang="es-DO"/>
          </a:p>
        </p:txBody>
      </p:sp>
      <p:sp>
        <p:nvSpPr>
          <p:cNvPr id="3" name="Marcador de contenido 2">
            <a:extLst>
              <a:ext uri="{FF2B5EF4-FFF2-40B4-BE49-F238E27FC236}">
                <a16:creationId xmlns:a16="http://schemas.microsoft.com/office/drawing/2014/main" id="{59EA08E8-4B26-F7F6-6425-89FF23A7C9D3}"/>
              </a:ext>
            </a:extLst>
          </p:cNvPr>
          <p:cNvSpPr>
            <a:spLocks noGrp="1"/>
          </p:cNvSpPr>
          <p:nvPr>
            <p:ph idx="1"/>
          </p:nvPr>
        </p:nvSpPr>
        <p:spPr>
          <a:xfrm>
            <a:off x="162730" y="1200000"/>
            <a:ext cx="11866540" cy="5290809"/>
          </a:xfrm>
        </p:spPr>
        <p:txBody>
          <a:bodyPr anchor="t">
            <a:noAutofit/>
          </a:bodyPr>
          <a:lstStyle/>
          <a:p>
            <a:pPr marL="0" indent="0" algn="just">
              <a:buNone/>
            </a:pPr>
            <a:r>
              <a:rPr lang="es-DO" sz="4400" dirty="0">
                <a:latin typeface="Times New Roman" panose="02020603050405020304" pitchFamily="18" charset="0"/>
                <a:cs typeface="Times New Roman" panose="02020603050405020304" pitchFamily="18" charset="0"/>
              </a:rPr>
              <a:t>Debemos concluir que no es la jactancia en nuestra propia libertad cristiana lo que atrae a los pecadores a oír el mensaje de Cristo. Es más bien nuestra sujeción a Dios y la consideración a otros, lo que hace posible que la gente se acerque y escuche el mensaje de Cristo para salvación.</a:t>
            </a:r>
            <a:endParaRPr lang="es-DO"/>
          </a:p>
        </p:txBody>
      </p:sp>
      <p:sp>
        <p:nvSpPr>
          <p:cNvPr id="26" name="Rectangle 25">
            <a:extLst>
              <a:ext uri="{FF2B5EF4-FFF2-40B4-BE49-F238E27FC236}">
                <a16:creationId xmlns:a16="http://schemas.microsoft.com/office/drawing/2014/main" id="{56F3E07B-67FB-A92A-D3D0-FD57E2344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93EF33D7-2C4E-7578-787D-C47B204DEB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6450113"/>
      </p:ext>
    </p:extLst>
  </p:cSld>
  <p:clrMapOvr>
    <a:masterClrMapping/>
  </p:clrMapOvr>
</p:sld>
</file>

<file path=ppt/slides/slide44.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pic>
        <p:nvPicPr>
          <p:cNvPr id="5" name="Imagen 4"/>
          <p:cNvPicPr>
            <a:picLocks noChangeAspect="1"/>
          </p:cNvPicPr>
          <p:nvPr/>
        </p:nvPicPr>
        <p:blipFill>
          <a:blip r:embed="rId3"/>
          <a:stretch>
            <a:fillRect/>
          </a:stretch>
        </p:blipFill>
        <p:spPr>
          <a:xfrm>
            <a:off x="0" y="0"/>
            <a:ext cx="12192000" cy="6858000"/>
          </a:xfrm>
          <a:prstGeom prst="rect">
            <a:avLst/>
          </a:prstGeom>
        </p:spPr>
      </p:pic>
      <p:sp>
        <p:nvSpPr>
          <p:cNvPr id="9" name="CuadroTexto 8"/>
          <p:cNvSpPr txBox="1"/>
          <p:nvPr/>
        </p:nvSpPr>
        <p:spPr>
          <a:xfrm>
            <a:off x="685800" y="2779776"/>
            <a:ext cx="3291840" cy="2148840"/>
          </a:xfrm>
          <a:prstGeom prst="rect">
            <a:avLst/>
          </a:prstGeom>
        </p:spPr>
        <p:txBody>
          <a:bodyPr vert="horz" lIns="91440" tIns="0" rIns="91440" bIns="0" rtlCol="0" anchor="t">
            <a:noAutofit/>
          </a:bodyPr>
          <a:lstStyle/>
          <a:p>
            <a:pPr>
              <a:lnSpc>
                <a:spcPct val="100000"/>
              </a:lnSpc>
            </a:pPr>
            <a:r>
              <a:rPr lang="es-DO" sz="2000" b="1" dirty="0">
                <a:solidFill>
                  <a:srgbClr val="FFFFFF"/>
                </a:solidFill>
                <a:latin typeface="Verlag Black"/>
              </a:rPr>
              <a:t>TEMA III- LA MODESTIA TIENE QUE VER CON LA HUMILDAD DEL CORAZÓN</a:t>
            </a:r>
            <a:endParaRPr lang="es-DO"/>
          </a:p>
        </p:txBody>
      </p:sp>
      <p:sp>
        <p:nvSpPr>
          <p:cNvPr id="3423" name="OrangeBar"/>
          <p:cNvSpPr/>
          <p:nvPr/>
        </p:nvSpPr>
        <p:spPr>
          <a:xfrm>
            <a:off x="685800" y="2542032"/>
            <a:ext cx="1600200" cy="73152"/>
          </a:xfrm>
          <a:prstGeom prst="rect">
            <a:avLst/>
          </a:prstGeom>
          <a:solidFill>
            <a:srgbClr val="E85D04"/>
          </a:solidFill>
          <a:ln>
            <a:noFill/>
          </a:ln>
        </p:spPr>
      </p:sp>
      <p:sp>
        <p:nvSpPr>
          <p:cNvPr id="3424" name="GrayLine"/>
          <p:cNvSpPr/>
          <p:nvPr/>
        </p:nvSpPr>
        <p:spPr>
          <a:xfrm>
            <a:off x="685800" y="5001768"/>
            <a:ext cx="3291840" cy="10972"/>
          </a:xfrm>
          <a:prstGeom prst="rect">
            <a:avLst/>
          </a:prstGeom>
          <a:solidFill>
            <a:srgbClr val="D0D0D0"/>
          </a:solidFill>
          <a:ln>
            <a:noFill/>
          </a:ln>
        </p:spPr>
      </p:sp>
      <p:sp>
        <p:nvSpPr>
          <p:cNvPr id="4" name="CuadroTexto 3"/>
          <p:cNvSpPr txBox="1"/>
          <p:nvPr/>
        </p:nvSpPr>
        <p:spPr>
          <a:xfrm>
            <a:off x="685800" y="5166360"/>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E8E8E8"/>
                </a:solidFill>
                <a:latin typeface="Verlag Black"/>
              </a:rPr>
              <a:t>1 PEDRO 5:2-7</a:t>
            </a:r>
            <a:endParaRPr lang="es-DO"/>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05322D-2E1A-B979-F9FD-F3A297187CB3}"/>
            </a:ext>
          </a:extLst>
        </p:cNvPr>
        <p:cNvGrpSpPr/>
        <p:nvPr/>
      </p:nvGrpSpPr>
      <p:grpSpPr>
        <a:xfrm>
          <a:off x="0" y="0"/>
          <a:ext cx="0" cy="0"/>
          <a:chOff x="0" y="0"/>
          <a:chExt cx="0" cy="0"/>
        </a:xfrm>
      </p:grpSpPr>
      <p:pic>
        <p:nvPicPr>
          <p:cNvPr id="2" name="DefinicionCard"/>
          <p:cNvPicPr>
            <a:picLocks noChangeAspect="0"/>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561068841"/>
      </p:ext>
    </p:extLst>
  </p:cSld>
  <p:clrMapOvr>
    <a:masterClrMapping/>
  </p:clrMapOvr>
</p:sld>
</file>

<file path=ppt/slides/slide46.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pic>
        <p:nvPicPr>
          <p:cNvPr id="5" name="Imagen 4"/>
          <p:cNvPicPr>
            <a:picLocks noChangeAspect="1"/>
          </p:cNvPicPr>
          <p:nvPr/>
        </p:nvPicPr>
        <p:blipFill>
          <a:blip r:embed="rId3"/>
          <a:stretch>
            <a:fillRect/>
          </a:stretch>
        </p:blipFill>
        <p:spPr>
          <a:xfrm>
            <a:off x="0" y="0"/>
            <a:ext cx="12192000" cy="6858000"/>
          </a:xfrm>
          <a:prstGeom prst="rect">
            <a:avLst/>
          </a:prstGeom>
        </p:spPr>
      </p:pic>
      <p:sp>
        <p:nvSpPr>
          <p:cNvPr id="9" name="CuadroTexto 8"/>
          <p:cNvSpPr txBox="1"/>
          <p:nvPr/>
        </p:nvSpPr>
        <p:spPr>
          <a:xfrm>
            <a:off x="685800" y="2779776"/>
            <a:ext cx="3291840" cy="2148840"/>
          </a:xfrm>
          <a:prstGeom prst="rect">
            <a:avLst/>
          </a:prstGeom>
        </p:spPr>
        <p:txBody>
          <a:bodyPr vert="horz" lIns="91440" tIns="0" rIns="91440" bIns="0" rtlCol="0" anchor="t">
            <a:noAutofit/>
          </a:bodyPr>
          <a:lstStyle/>
          <a:p>
            <a:pPr>
              <a:lnSpc>
                <a:spcPct val="100000"/>
              </a:lnSpc>
            </a:pPr>
            <a:r>
              <a:rPr lang="es-DO" sz="2000" b="1" dirty="0">
                <a:solidFill>
                  <a:srgbClr val="FFFFFF"/>
                </a:solidFill>
                <a:latin typeface="Verlag Black"/>
              </a:rPr>
              <a:t>3.A- Los obreros cristianos modestos, no se enseñorean del rebaño</a:t>
            </a:r>
            <a:endParaRPr lang="es-DO"/>
          </a:p>
        </p:txBody>
      </p:sp>
      <p:sp>
        <p:nvSpPr>
          <p:cNvPr id="3423" name="OrangeBar"/>
          <p:cNvSpPr/>
          <p:nvPr/>
        </p:nvSpPr>
        <p:spPr>
          <a:xfrm>
            <a:off x="685800" y="2542032"/>
            <a:ext cx="1600200" cy="73152"/>
          </a:xfrm>
          <a:prstGeom prst="rect">
            <a:avLst/>
          </a:prstGeom>
          <a:solidFill>
            <a:srgbClr val="E85D04"/>
          </a:solidFill>
          <a:ln>
            <a:noFill/>
          </a:ln>
        </p:spPr>
      </p:sp>
      <p:sp>
        <p:nvSpPr>
          <p:cNvPr id="3424" name="GrayLine"/>
          <p:cNvSpPr/>
          <p:nvPr/>
        </p:nvSpPr>
        <p:spPr>
          <a:xfrm>
            <a:off x="685800" y="5001768"/>
            <a:ext cx="3291840" cy="10972"/>
          </a:xfrm>
          <a:prstGeom prst="rect">
            <a:avLst/>
          </a:prstGeom>
          <a:solidFill>
            <a:srgbClr val="D0D0D0"/>
          </a:solidFill>
          <a:ln>
            <a:noFill/>
          </a:ln>
        </p:spPr>
      </p:sp>
      <p:sp>
        <p:nvSpPr>
          <p:cNvPr id="4" name="CuadroTexto 3"/>
          <p:cNvSpPr txBox="1"/>
          <p:nvPr/>
        </p:nvSpPr>
        <p:spPr>
          <a:xfrm>
            <a:off x="685800" y="5166360"/>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E8E8E8"/>
                </a:solidFill>
                <a:latin typeface="Verlag Black"/>
              </a:rPr>
              <a:t>1 PEDRO 5:2-4</a:t>
            </a:r>
            <a:endParaRPr lang="es-DO"/>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4A1E2C9-CAE1-72FB-D50A-EACE0A40FD5D}"/>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6D42B251-FFA2-3D73-15EB-D8E182D50A27}"/>
              </a:ext>
            </a:extLst>
          </p:cNvPr>
          <p:cNvSpPr txBox="1"/>
          <p:nvPr/>
        </p:nvSpPr>
        <p:spPr>
          <a:xfrm>
            <a:off x="8680310" y="0"/>
            <a:ext cx="3752850"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4000" b="1" i="0" u="none" strike="noStrike" kern="1200" cap="none" spc="0" normalizeH="0" baseline="0" noProof="0" dirty="0">
                <a:ln>
                  <a:noFill/>
                </a:ln>
                <a:solidFill>
                  <a:prstClr val="white"/>
                </a:solidFill>
                <a:effectLst/>
                <a:uLnTx/>
                <a:uFillTx/>
                <a:latin typeface="Calibri" panose="020F0502020204030204"/>
                <a:ea typeface="+mn-ea"/>
                <a:cs typeface="+mn-cs"/>
              </a:rPr>
              <a:t>Texto Bíblico</a:t>
            </a:r>
          </a:p>
        </p:txBody>
      </p:sp>
      <p:sp>
        <p:nvSpPr>
          <p:cNvPr id="5" name="TextBox 4">
            <a:extLst>
              <a:ext uri="{FF2B5EF4-FFF2-40B4-BE49-F238E27FC236}">
                <a16:creationId xmlns:a16="http://schemas.microsoft.com/office/drawing/2014/main" id="{E5F366DD-3E87-8D76-67EC-3FA48E29FA94}"/>
              </a:ext>
            </a:extLst>
          </p:cNvPr>
          <p:cNvSpPr txBox="1"/>
          <p:nvPr/>
        </p:nvSpPr>
        <p:spPr>
          <a:xfrm>
            <a:off x="294515" y="856357"/>
            <a:ext cx="11602969" cy="5755422"/>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1 PEDRO 5:2-4</a:t>
            </a:r>
          </a:p>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2</a:t>
            </a:r>
            <a:r>
              <a:rPr lang="es-DO" sz="4400" dirty="0">
                <a:solidFill>
                  <a:srgbClr val="FFFFFF"/>
                </a:solidFill>
              </a:rPr>
              <a:t xml:space="preserve"> Apacentad la grey de Dios que está entre vosotros, cuidando de ella, no por fuerza, sino voluntariamente; no por ganancia deshonesta, sino con ánimo pronto</a:t>
            </a:r>
          </a:p>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3</a:t>
            </a:r>
            <a:r>
              <a:rPr lang="es-DO" sz="4400" dirty="0">
                <a:solidFill>
                  <a:srgbClr val="FFFFFF"/>
                </a:solidFill>
              </a:rPr>
              <a:t xml:space="preserve"> no como teniendo señorío sobre los que están a vuestro cuidado, sino siendo ejemplos de la grey.</a:t>
            </a:r>
          </a:p>
        </p:txBody>
      </p:sp>
    </p:spTree>
    <p:extLst>
      <p:ext uri="{BB962C8B-B14F-4D97-AF65-F5344CB8AC3E}">
        <p14:creationId xmlns:p14="http://schemas.microsoft.com/office/powerpoint/2010/main" val="32351316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D16F0B-4290-C62B-6C65-7788260676A7}"/>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A59273B-7995-E493-51F8-9E2F92E71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08FC027-8D36-F215-5F7F-F606FCD39324}"/>
              </a:ext>
            </a:extLst>
          </p:cNvPr>
          <p:cNvSpPr>
            <a:spLocks noGrp="1"/>
          </p:cNvSpPr>
          <p:nvPr>
            <p:ph type="title"/>
          </p:nvPr>
        </p:nvSpPr>
        <p:spPr>
          <a:xfrm>
            <a:off x="162730" y="100000"/>
            <a:ext cx="11866540" cy="1050000"/>
          </a:xfrm>
        </p:spPr>
        <p:txBody>
          <a:bodyPr anchor="t">
            <a:normAutofit fontScale="90000"/>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3.A - Los obreros cristianos modestos, no se enseñorean del rebaño</a:t>
            </a:r>
            <a:endParaRPr lang="es-DO"/>
          </a:p>
        </p:txBody>
      </p:sp>
      <p:sp>
        <p:nvSpPr>
          <p:cNvPr id="3" name="Marcador de contenido 2">
            <a:extLst>
              <a:ext uri="{FF2B5EF4-FFF2-40B4-BE49-F238E27FC236}">
                <a16:creationId xmlns:a16="http://schemas.microsoft.com/office/drawing/2014/main" id="{5D50D848-3583-647C-3FBC-749330D176E7}"/>
              </a:ext>
            </a:extLst>
          </p:cNvPr>
          <p:cNvSpPr>
            <a:spLocks noGrp="1"/>
          </p:cNvSpPr>
          <p:nvPr>
            <p:ph idx="1"/>
          </p:nvPr>
        </p:nvSpPr>
        <p:spPr>
          <a:xfrm>
            <a:off x="162730" y="1200000"/>
            <a:ext cx="11866540" cy="4758671"/>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La Biblia muestra las distintas maneras como necesitamos mostrar modestia. Ahora el apóstol Pedro nos habla sobre la modestia necesaria al ejercer el santo ministerio.</a:t>
            </a:r>
            <a:endParaRPr lang="es-DO"/>
          </a:p>
          <a:p>
            <a:pPr marL="0" indent="0" algn="just">
              <a:buNone/>
            </a:pPr>
            <a:r>
              <a:rPr lang="es-DO" sz="4000" dirty="0">
                <a:latin typeface="Times New Roman" panose="02020603050405020304" pitchFamily="18" charset="0"/>
                <a:cs typeface="Times New Roman" panose="02020603050405020304" pitchFamily="18" charset="0"/>
              </a:rPr>
              <a:t>(1) En el versículo 2 Pedro habla directamente a los ancianos de las iglesias locales. Un anciano, tal como se menciona aquí cubre la función de un pastor. Y la recomendación divina inspirada a Pedro es que tales ancianos apacienten la grey de Dios que está entre ellos.</a:t>
            </a:r>
            <a:endParaRPr lang="es-DO"/>
          </a:p>
        </p:txBody>
      </p:sp>
      <p:sp>
        <p:nvSpPr>
          <p:cNvPr id="26" name="Rectangle 25">
            <a:extLst>
              <a:ext uri="{FF2B5EF4-FFF2-40B4-BE49-F238E27FC236}">
                <a16:creationId xmlns:a16="http://schemas.microsoft.com/office/drawing/2014/main" id="{0F6A4333-44F8-E3A3-F1A5-A4955DAED1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085AE9E7-39A0-D2E9-FFE8-372716A058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99545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D4CDAC-6DF6-DA65-EF3A-41E0C241E17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D228090-A1B8-DFF7-0F69-E23B1DCC3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74A8FA70-C20B-DE2E-410F-00F0AA8934E4}"/>
              </a:ext>
            </a:extLst>
          </p:cNvPr>
          <p:cNvSpPr>
            <a:spLocks noGrp="1"/>
          </p:cNvSpPr>
          <p:nvPr>
            <p:ph type="title"/>
          </p:nvPr>
        </p:nvSpPr>
        <p:spPr>
          <a:xfrm>
            <a:off x="162730" y="100000"/>
            <a:ext cx="11866540" cy="1050000"/>
          </a:xfrm>
        </p:spPr>
        <p:txBody>
          <a:bodyPr anchor="t">
            <a:normAutofit fontScale="90000"/>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3.A - Los obreros cristianos modestos, no se enseñorean del rebaño</a:t>
            </a:r>
            <a:endParaRPr lang="es-DO"/>
          </a:p>
        </p:txBody>
      </p:sp>
      <p:sp>
        <p:nvSpPr>
          <p:cNvPr id="3" name="Marcador de contenido 2">
            <a:extLst>
              <a:ext uri="{FF2B5EF4-FFF2-40B4-BE49-F238E27FC236}">
                <a16:creationId xmlns:a16="http://schemas.microsoft.com/office/drawing/2014/main" id="{61D09B39-8BEE-AC46-B6F8-888D94D92698}"/>
              </a:ext>
            </a:extLst>
          </p:cNvPr>
          <p:cNvSpPr>
            <a:spLocks noGrp="1"/>
          </p:cNvSpPr>
          <p:nvPr>
            <p:ph idx="1"/>
          </p:nvPr>
        </p:nvSpPr>
        <p:spPr>
          <a:xfrm>
            <a:off x="162730" y="1200000"/>
            <a:ext cx="11866540" cy="4758671"/>
          </a:xfrm>
        </p:spPr>
        <p:txBody>
          <a:bodyPr anchor="t">
            <a:noAutofit/>
          </a:bodyPr>
          <a:lstStyle/>
          <a:p>
            <a:pPr marL="0" indent="0" algn="just">
              <a:buNone/>
            </a:pPr>
            <a:r>
              <a:rPr lang="es-DO" sz="3800" dirty="0">
                <a:latin typeface="Times New Roman" panose="02020603050405020304" pitchFamily="18" charset="0"/>
                <a:cs typeface="Times New Roman" panose="02020603050405020304" pitchFamily="18" charset="0"/>
              </a:rPr>
              <a:t xml:space="preserve">Al oír esta recomendación, debemos recordar las palabras de Jesús a Pedro cuando lo devolvió a su posición apostólica, invitándole a apacentar los corderos del Señor, a cuidar sus ovejas y a apacentar sus ovejas </a:t>
            </a:r>
            <a:r>
              <a:rPr b="1" lang="es-DO" sz="3800" dirty="0">
                <a:latin typeface="Times New Roman" panose="02020603050405020304" pitchFamily="18" charset="0"/>
                <a:cs typeface="Times New Roman" panose="02020603050405020304" pitchFamily="18" charset="0"/>
              </a:rPr>
              <a:t>(Juan 21:15-17)</a:t>
            </a:r>
            <a:r>
              <a:rPr lang="es-DO" sz="3800" dirty="0">
                <a:latin typeface="Times New Roman" panose="02020603050405020304" pitchFamily="18" charset="0"/>
                <a:cs typeface="Times New Roman" panose="02020603050405020304" pitchFamily="18" charset="0"/>
              </a:rPr>
              <a:t xml:space="preserve">. De hecho, el propio Jesús se dio a conocer a sí mismo como el buen pastor </a:t>
            </a:r>
            <a:r>
              <a:rPr b="1" lang="es-DO" sz="3800" dirty="0">
                <a:latin typeface="Times New Roman" panose="02020603050405020304" pitchFamily="18" charset="0"/>
                <a:cs typeface="Times New Roman" panose="02020603050405020304" pitchFamily="18" charset="0"/>
              </a:rPr>
              <a:t>(Juan 10:11,14)</a:t>
            </a:r>
            <a:r>
              <a:rPr lang="es-DO" sz="3800" dirty="0">
                <a:latin typeface="Times New Roman" panose="02020603050405020304" pitchFamily="18" charset="0"/>
                <a:cs typeface="Times New Roman" panose="02020603050405020304" pitchFamily="18" charset="0"/>
              </a:rPr>
              <a:t>. Como bien lo apunta Pedro aquí, el rebaño es del Señor. Por tanto, la conducta de los ancianos de la iglesia debe ser modesta en el hecho de no pastorear el rebaño por la fuerza.</a:t>
            </a:r>
            <a:endParaRPr lang="es-DO"/>
          </a:p>
        </p:txBody>
      </p:sp>
      <p:sp>
        <p:nvSpPr>
          <p:cNvPr id="26" name="Rectangle 25">
            <a:extLst>
              <a:ext uri="{FF2B5EF4-FFF2-40B4-BE49-F238E27FC236}">
                <a16:creationId xmlns:a16="http://schemas.microsoft.com/office/drawing/2014/main" id="{F410CCCD-5523-7482-DF94-579269B989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B1F9C8D1-4103-62E6-EB65-68DB5F0633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8446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9039F9-07AD-390C-F27F-4E1700E930E3}"/>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EC60846-92DB-1231-D371-48C9CE68DD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51A7FC3-7D72-7804-4177-A01D5F1D7AA6}"/>
              </a:ext>
            </a:extLst>
          </p:cNvPr>
          <p:cNvSpPr>
            <a:spLocks noGrp="1"/>
          </p:cNvSpPr>
          <p:nvPr>
            <p:ph type="title"/>
          </p:nvPr>
        </p:nvSpPr>
        <p:spPr>
          <a:xfrm>
            <a:off x="162730" y="100000"/>
            <a:ext cx="11866540" cy="1050000"/>
          </a:xfrm>
        </p:spPr>
        <p:txBody>
          <a:bodyPr anchor="t">
            <a:normAutofit fontScale="90000"/>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3.A - Los obreros cristianos modestos, no se enseñorean del rebaño</a:t>
            </a:r>
            <a:endParaRPr lang="es-DO"/>
          </a:p>
        </p:txBody>
      </p:sp>
      <p:sp>
        <p:nvSpPr>
          <p:cNvPr id="3" name="Marcador de contenido 2">
            <a:extLst>
              <a:ext uri="{FF2B5EF4-FFF2-40B4-BE49-F238E27FC236}">
                <a16:creationId xmlns:a16="http://schemas.microsoft.com/office/drawing/2014/main" id="{47F7DE2A-5A22-7F92-FC73-1893F96F12B7}"/>
              </a:ext>
            </a:extLst>
          </p:cNvPr>
          <p:cNvSpPr>
            <a:spLocks noGrp="1"/>
          </p:cNvSpPr>
          <p:nvPr>
            <p:ph idx="1"/>
          </p:nvPr>
        </p:nvSpPr>
        <p:spPr>
          <a:xfrm>
            <a:off x="162730" y="1200000"/>
            <a:ext cx="11866540" cy="4758671"/>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 xml:space="preserve">La expresión “no por fuerza”, en griego tiene el sentido de no pastorear por coerción o restricción. En pro de mostrar la modestia en el apacentamiento de la Iglesia del Señor, los ancianos deben hacer su trabajo en manera voluntaria. Y en lugar de cuidar las ovejas por ganancia deshonesta, lo deben hacer con ánimo diligente. Pablo dejó claro que los obispos no deben codiciar ganancias deshonestas </a:t>
            </a:r>
            <a:r>
              <a:rPr b="1" lang="es-DO" sz="4000" dirty="0">
                <a:latin typeface="Times New Roman" panose="02020603050405020304" pitchFamily="18" charset="0"/>
                <a:cs typeface="Times New Roman" panose="02020603050405020304" pitchFamily="18" charset="0"/>
              </a:rPr>
              <a:t>(1 Timoteo 3:3)</a:t>
            </a:r>
            <a:r>
              <a:rPr lang="es-DO" sz="4000" dirty="0">
                <a:latin typeface="Times New Roman" panose="02020603050405020304" pitchFamily="18" charset="0"/>
                <a:cs typeface="Times New Roman" panose="02020603050405020304" pitchFamily="18" charset="0"/>
              </a:rPr>
              <a:t>.</a:t>
            </a:r>
            <a:endParaRPr lang="es-DO"/>
          </a:p>
        </p:txBody>
      </p:sp>
      <p:sp>
        <p:nvSpPr>
          <p:cNvPr id="26" name="Rectangle 25">
            <a:extLst>
              <a:ext uri="{FF2B5EF4-FFF2-40B4-BE49-F238E27FC236}">
                <a16:creationId xmlns:a16="http://schemas.microsoft.com/office/drawing/2014/main" id="{8BECB2F0-8338-4FCD-F63D-01C8291C6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12C455D3-524D-2A22-55CF-A4C5A732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88162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B5ED65-32B0-3B52-FDB9-C29ACB3E5CF1}"/>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240CFDC-B8F4-723E-5BBD-F359211477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76254F2D-31F3-949B-2E35-FFEC0A2A2599}"/>
              </a:ext>
            </a:extLst>
          </p:cNvPr>
          <p:cNvSpPr>
            <a:spLocks noGrp="1"/>
          </p:cNvSpPr>
          <p:nvPr>
            <p:ph type="title"/>
          </p:nvPr>
        </p:nvSpPr>
        <p:spPr>
          <a:xfrm>
            <a:off x="162730" y="100000"/>
            <a:ext cx="11866540" cy="1050000"/>
          </a:xfrm>
        </p:spPr>
        <p:txBody>
          <a:bodyPr anchor="t">
            <a:normAutofit fontScale="90000"/>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3.A - Los obreros cristianos modestos, no se enseñorean del rebaño</a:t>
            </a:r>
            <a:endParaRPr lang="es-DO"/>
          </a:p>
        </p:txBody>
      </p:sp>
      <p:sp>
        <p:nvSpPr>
          <p:cNvPr id="3" name="Marcador de contenido 2">
            <a:extLst>
              <a:ext uri="{FF2B5EF4-FFF2-40B4-BE49-F238E27FC236}">
                <a16:creationId xmlns:a16="http://schemas.microsoft.com/office/drawing/2014/main" id="{3A0BB997-A581-341A-6915-F82A99079C1E}"/>
              </a:ext>
            </a:extLst>
          </p:cNvPr>
          <p:cNvSpPr>
            <a:spLocks noGrp="1"/>
          </p:cNvSpPr>
          <p:nvPr>
            <p:ph idx="1"/>
          </p:nvPr>
        </p:nvSpPr>
        <p:spPr>
          <a:xfrm>
            <a:off x="162730" y="1200000"/>
            <a:ext cx="11866540" cy="4758671"/>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(2) El versículo 3 añade algunos cuidados que se deben tener al pastorear el rebaño del Señor. Por ejemplo, en lugar de creernos señores del rebaño, debemos tratar de modelar una vida digna del Señor ante aquellos a quienes apacentamos. Nunca debemos olvidar que una conducta imitable, enseña más que diez mil palabras.</a:t>
            </a:r>
            <a:endParaRPr lang="es-DO"/>
          </a:p>
          <a:p>
            <a:pPr marL="0" indent="0" algn="just">
              <a:buNone/>
            </a:pPr>
            <a:r>
              <a:rPr lang="es-DO" sz="4000" dirty="0">
                <a:latin typeface="Times New Roman" panose="02020603050405020304" pitchFamily="18" charset="0"/>
                <a:cs typeface="Times New Roman" panose="02020603050405020304" pitchFamily="18" charset="0"/>
              </a:rPr>
              <a:t>(3) El versículo 4 ofrece una promesa que también está impregnada de lecciones: Contiene el aviso que el Príncipe de los pastores aparecerá en cualquier momento.</a:t>
            </a:r>
            <a:endParaRPr lang="es-DO"/>
          </a:p>
        </p:txBody>
      </p:sp>
      <p:sp>
        <p:nvSpPr>
          <p:cNvPr id="26" name="Rectangle 25">
            <a:extLst>
              <a:ext uri="{FF2B5EF4-FFF2-40B4-BE49-F238E27FC236}">
                <a16:creationId xmlns:a16="http://schemas.microsoft.com/office/drawing/2014/main" id="{1BBB4946-A68E-0785-8EE0-2DA5EFA273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5A302D18-9E43-3938-E60B-C75A8DA6C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56766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B55B05-C605-0D98-DB96-B7214EACA9A9}"/>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D01D29B-F603-FDF1-CCF1-37F4860390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B2802D9-45AE-69AC-1F16-D1B9916A483B}"/>
              </a:ext>
            </a:extLst>
          </p:cNvPr>
          <p:cNvSpPr>
            <a:spLocks noGrp="1"/>
          </p:cNvSpPr>
          <p:nvPr>
            <p:ph type="title"/>
          </p:nvPr>
        </p:nvSpPr>
        <p:spPr>
          <a:xfrm>
            <a:off x="162730" y="100000"/>
            <a:ext cx="11866540" cy="1050000"/>
          </a:xfrm>
        </p:spPr>
        <p:txBody>
          <a:bodyPr anchor="t">
            <a:normAutofit fontScale="90000"/>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3.A - Los obreros cristianos modestos, no se enseñorean del rebaño</a:t>
            </a:r>
            <a:endParaRPr lang="es-DO"/>
          </a:p>
        </p:txBody>
      </p:sp>
      <p:sp>
        <p:nvSpPr>
          <p:cNvPr id="3" name="Marcador de contenido 2">
            <a:extLst>
              <a:ext uri="{FF2B5EF4-FFF2-40B4-BE49-F238E27FC236}">
                <a16:creationId xmlns:a16="http://schemas.microsoft.com/office/drawing/2014/main" id="{2EED0B7D-78BF-EAA7-4218-A9924D54F054}"/>
              </a:ext>
            </a:extLst>
          </p:cNvPr>
          <p:cNvSpPr>
            <a:spLocks noGrp="1"/>
          </p:cNvSpPr>
          <p:nvPr>
            <p:ph idx="1"/>
          </p:nvPr>
        </p:nvSpPr>
        <p:spPr>
          <a:xfrm>
            <a:off x="162730" y="1200000"/>
            <a:ext cx="11866540" cy="4758671"/>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Primero, hay que tener en cuenta que los pastores o ancianos tenemos un Príncipe sobre nosotros, que es Jesucristo mismo. Eso nos debe infundir una actitud de reverencia y una conducta pía ante Él. Segundo, los ancianos que apacientan con un corazón íntegro, recibirán la corona incorruptible de gloria. Debemos aprender que parte del sustento de un ministerio modesto es entender que es del Señor que recibiremos la recompensa.</a:t>
            </a:r>
            <a:endParaRPr lang="es-DO"/>
          </a:p>
        </p:txBody>
      </p:sp>
      <p:sp>
        <p:nvSpPr>
          <p:cNvPr id="26" name="Rectangle 25">
            <a:extLst>
              <a:ext uri="{FF2B5EF4-FFF2-40B4-BE49-F238E27FC236}">
                <a16:creationId xmlns:a16="http://schemas.microsoft.com/office/drawing/2014/main" id="{AE076F83-4428-2B65-2EAF-094962AEC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23D8788E-9A51-6515-944F-FA7F47179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4796894"/>
      </p:ext>
    </p:extLst>
  </p:cSld>
  <p:clrMapOvr>
    <a:masterClrMapping/>
  </p:clrMapOvr>
</p:sld>
</file>

<file path=ppt/slides/slide53.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pic>
        <p:nvPicPr>
          <p:cNvPr id="5" name="Imagen 4"/>
          <p:cNvPicPr>
            <a:picLocks noChangeAspect="1"/>
          </p:cNvPicPr>
          <p:nvPr/>
        </p:nvPicPr>
        <p:blipFill>
          <a:blip r:embed="rId3"/>
          <a:stretch>
            <a:fillRect/>
          </a:stretch>
        </p:blipFill>
        <p:spPr>
          <a:xfrm>
            <a:off x="0" y="0"/>
            <a:ext cx="12192000" cy="6858000"/>
          </a:xfrm>
          <a:prstGeom prst="rect">
            <a:avLst/>
          </a:prstGeom>
        </p:spPr>
      </p:pic>
      <p:sp>
        <p:nvSpPr>
          <p:cNvPr id="9" name="CuadroTexto 8"/>
          <p:cNvSpPr txBox="1"/>
          <p:nvPr/>
        </p:nvSpPr>
        <p:spPr>
          <a:xfrm>
            <a:off x="685800" y="2779776"/>
            <a:ext cx="3291840" cy="2148840"/>
          </a:xfrm>
          <a:prstGeom prst="rect">
            <a:avLst/>
          </a:prstGeom>
        </p:spPr>
        <p:txBody>
          <a:bodyPr vert="horz" lIns="91440" tIns="0" rIns="91440" bIns="0" rtlCol="0" anchor="t">
            <a:noAutofit/>
          </a:bodyPr>
          <a:lstStyle/>
          <a:p>
            <a:pPr>
              <a:lnSpc>
                <a:spcPct val="100000"/>
              </a:lnSpc>
            </a:pPr>
            <a:r>
              <a:rPr lang="es-DO" sz="2000" b="1" dirty="0">
                <a:solidFill>
                  <a:srgbClr val="FFFFFF"/>
                </a:solidFill>
                <a:latin typeface="Verlag Black"/>
              </a:rPr>
              <a:t>3.B- La vida modesta requiere estar revestido de humildad</a:t>
            </a:r>
            <a:endParaRPr lang="es-DO"/>
          </a:p>
        </p:txBody>
      </p:sp>
      <p:sp>
        <p:nvSpPr>
          <p:cNvPr id="3423" name="OrangeBar"/>
          <p:cNvSpPr/>
          <p:nvPr/>
        </p:nvSpPr>
        <p:spPr>
          <a:xfrm>
            <a:off x="685800" y="2542032"/>
            <a:ext cx="1600200" cy="73152"/>
          </a:xfrm>
          <a:prstGeom prst="rect">
            <a:avLst/>
          </a:prstGeom>
          <a:solidFill>
            <a:srgbClr val="E85D04"/>
          </a:solidFill>
          <a:ln>
            <a:noFill/>
          </a:ln>
        </p:spPr>
      </p:sp>
      <p:sp>
        <p:nvSpPr>
          <p:cNvPr id="3424" name="GrayLine"/>
          <p:cNvSpPr/>
          <p:nvPr/>
        </p:nvSpPr>
        <p:spPr>
          <a:xfrm>
            <a:off x="685800" y="5001768"/>
            <a:ext cx="3291840" cy="10972"/>
          </a:xfrm>
          <a:prstGeom prst="rect">
            <a:avLst/>
          </a:prstGeom>
          <a:solidFill>
            <a:srgbClr val="D0D0D0"/>
          </a:solidFill>
          <a:ln>
            <a:noFill/>
          </a:ln>
        </p:spPr>
      </p:sp>
      <p:sp>
        <p:nvSpPr>
          <p:cNvPr id="4" name="CuadroTexto 3"/>
          <p:cNvSpPr txBox="1"/>
          <p:nvPr/>
        </p:nvSpPr>
        <p:spPr>
          <a:xfrm>
            <a:off x="685800" y="5166360"/>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E8E8E8"/>
                </a:solidFill>
                <a:latin typeface="Verlag Black"/>
              </a:rPr>
              <a:t>1 PEDRO 5:5-7</a:t>
            </a:r>
            <a:endParaRPr lang="es-DO"/>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367D8DF-B198-F8E5-65A1-6675AE874E27}"/>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F5D7B8F3-B494-627B-2D3C-14F73A8A916E}"/>
              </a:ext>
            </a:extLst>
          </p:cNvPr>
          <p:cNvSpPr txBox="1"/>
          <p:nvPr/>
        </p:nvSpPr>
        <p:spPr>
          <a:xfrm>
            <a:off x="8308521" y="160774"/>
            <a:ext cx="3752850"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4800" b="1" i="0" u="none" strike="noStrike" kern="1200" cap="none" spc="0" normalizeH="0" baseline="0" noProof="0" dirty="0">
                <a:ln>
                  <a:noFill/>
                </a:ln>
                <a:solidFill>
                  <a:prstClr val="white"/>
                </a:solidFill>
                <a:effectLst/>
                <a:uLnTx/>
                <a:uFillTx/>
                <a:latin typeface="Calibri" panose="020F0502020204030204"/>
                <a:ea typeface="+mn-ea"/>
                <a:cs typeface="+mn-cs"/>
              </a:rPr>
              <a:t>Texto Bíblico</a:t>
            </a:r>
          </a:p>
        </p:txBody>
      </p:sp>
      <p:sp>
        <p:nvSpPr>
          <p:cNvPr id="5" name="TextBox 4">
            <a:extLst>
              <a:ext uri="{FF2B5EF4-FFF2-40B4-BE49-F238E27FC236}">
                <a16:creationId xmlns:a16="http://schemas.microsoft.com/office/drawing/2014/main" id="{F15BD4A6-B02A-F86D-61F9-3343278581D4}"/>
              </a:ext>
            </a:extLst>
          </p:cNvPr>
          <p:cNvSpPr txBox="1"/>
          <p:nvPr/>
        </p:nvSpPr>
        <p:spPr>
          <a:xfrm>
            <a:off x="294515" y="856357"/>
            <a:ext cx="11602969" cy="5755422"/>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1 PEDRO 5:5-7</a:t>
            </a:r>
          </a:p>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5</a:t>
            </a:r>
            <a:r>
              <a:rPr lang="es-DO" sz="4400" dirty="0">
                <a:solidFill>
                  <a:srgbClr val="FFFFFF"/>
                </a:solidFill>
              </a:rPr>
              <a:t xml:space="preserve"> Igualmente, jóvenes, estad sujetos a los ancianos; y todos, sumisos unos a otros, revestíos de humildad;</a:t>
            </a:r>
          </a:p>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a:solidFill>
                  <a:srgbClr val="FFFFFF"/>
                </a:solidFill>
              </a:rPr>
              <a:t xml:space="preserve"> Dios resiste a los soberbios</a:t>
            </a:r>
          </a:p>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a:solidFill>
                  <a:srgbClr val="FFFFFF"/>
                </a:solidFill>
              </a:rPr>
              <a:t xml:space="preserve"> Y da gracia a los humildes.</a:t>
            </a:r>
          </a:p>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6</a:t>
            </a:r>
            <a:r>
              <a:rPr lang="es-DO" sz="4400" dirty="0">
                <a:solidFill>
                  <a:srgbClr val="FFFFFF"/>
                </a:solidFill>
              </a:rPr>
              <a:t xml:space="preserve"> Humillaos, pues, bajo la poderosa mano de Dios, para que él os exalte cuando fuere tiempo</a:t>
            </a:r>
          </a:p>
        </p:txBody>
      </p:sp>
    </p:spTree>
    <p:extLst>
      <p:ext uri="{BB962C8B-B14F-4D97-AF65-F5344CB8AC3E}">
        <p14:creationId xmlns:p14="http://schemas.microsoft.com/office/powerpoint/2010/main" val="4839477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3AD528-CB19-531D-08FD-BD066ADCF91A}"/>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6997651-482C-588C-89E8-51DDE22FC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E95D0630-6543-3F49-03D0-B63D558CDB3D}"/>
              </a:ext>
            </a:extLst>
          </p:cNvPr>
          <p:cNvSpPr>
            <a:spLocks noGrp="1"/>
          </p:cNvSpPr>
          <p:nvPr>
            <p:ph type="title"/>
          </p:nvPr>
        </p:nvSpPr>
        <p:spPr>
          <a:xfrm>
            <a:off x="162730" y="100000"/>
            <a:ext cx="11866540" cy="1050000"/>
          </a:xfrm>
        </p:spPr>
        <p:txBody>
          <a:bodyPr anchor="t">
            <a:norm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3.B - La vida modesta requiere estar revestido de humildad</a:t>
            </a:r>
            <a:endParaRPr lang="es-DO"/>
          </a:p>
        </p:txBody>
      </p:sp>
      <p:sp>
        <p:nvSpPr>
          <p:cNvPr id="3" name="Marcador de contenido 2">
            <a:extLst>
              <a:ext uri="{FF2B5EF4-FFF2-40B4-BE49-F238E27FC236}">
                <a16:creationId xmlns:a16="http://schemas.microsoft.com/office/drawing/2014/main" id="{EC772BA1-65F2-6E29-8218-080191AC508F}"/>
              </a:ext>
            </a:extLst>
          </p:cNvPr>
          <p:cNvSpPr>
            <a:spLocks noGrp="1"/>
          </p:cNvSpPr>
          <p:nvPr>
            <p:ph idx="1"/>
          </p:nvPr>
        </p:nvSpPr>
        <p:spPr>
          <a:xfrm>
            <a:off x="162730" y="1200000"/>
            <a:ext cx="11866540" cy="5159391"/>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La mirada del apóstol Pedro gira ahora hacia el rebaño del Señor, y le habla para hacerle entender la modestia que se debe reflejar en la sujeción de unos hacia otros.</a:t>
            </a:r>
            <a:endParaRPr lang="es-DO"/>
          </a:p>
          <a:p>
            <a:pPr marL="0" indent="0" algn="just">
              <a:buNone/>
            </a:pPr>
            <a:r>
              <a:rPr lang="es-DO" sz="4000" dirty="0">
                <a:latin typeface="Times New Roman" panose="02020603050405020304" pitchFamily="18" charset="0"/>
                <a:cs typeface="Times New Roman" panose="02020603050405020304" pitchFamily="18" charset="0"/>
              </a:rPr>
              <a:t>(1) El versículo 5 comienza por aconsejar a los jóvenes que se sujeten a los ancianos. El sentido que tiene esta orden no es solo que los jóvenes se sujeten a los obispos, sino a los que son mayores que ellos en edad. Igualmente, Pedro anima a revestirse de humildad.</a:t>
            </a:r>
            <a:endParaRPr lang="es-DO"/>
          </a:p>
        </p:txBody>
      </p:sp>
      <p:sp>
        <p:nvSpPr>
          <p:cNvPr id="26" name="Rectangle 25">
            <a:extLst>
              <a:ext uri="{FF2B5EF4-FFF2-40B4-BE49-F238E27FC236}">
                <a16:creationId xmlns:a16="http://schemas.microsoft.com/office/drawing/2014/main" id="{376D35AE-89C8-7855-AA3D-BE80A0161F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23036C90-A95D-54A3-C7A3-5788067C49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77882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DFE44A-A94A-02D1-894E-F4E48103167A}"/>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295E469-8A4C-F357-C139-8568F159B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AD7B9348-E743-6771-4798-05DDE942483C}"/>
              </a:ext>
            </a:extLst>
          </p:cNvPr>
          <p:cNvSpPr>
            <a:spLocks noGrp="1"/>
          </p:cNvSpPr>
          <p:nvPr>
            <p:ph type="title"/>
          </p:nvPr>
        </p:nvSpPr>
        <p:spPr>
          <a:xfrm>
            <a:off x="162730" y="100000"/>
            <a:ext cx="11866540" cy="1050000"/>
          </a:xfrm>
        </p:spPr>
        <p:txBody>
          <a:bodyPr anchor="t">
            <a:norm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3.B - La vida modesta requiere estar revestido de humildad</a:t>
            </a:r>
            <a:endParaRPr lang="es-DO"/>
          </a:p>
        </p:txBody>
      </p:sp>
      <p:sp>
        <p:nvSpPr>
          <p:cNvPr id="3" name="Marcador de contenido 2">
            <a:extLst>
              <a:ext uri="{FF2B5EF4-FFF2-40B4-BE49-F238E27FC236}">
                <a16:creationId xmlns:a16="http://schemas.microsoft.com/office/drawing/2014/main" id="{AEA97B59-79E6-4215-B3F0-7086C51473D6}"/>
              </a:ext>
            </a:extLst>
          </p:cNvPr>
          <p:cNvSpPr>
            <a:spLocks noGrp="1"/>
          </p:cNvSpPr>
          <p:nvPr>
            <p:ph idx="1"/>
          </p:nvPr>
        </p:nvSpPr>
        <p:spPr>
          <a:xfrm>
            <a:off x="162730" y="1200000"/>
            <a:ext cx="11866540" cy="5159391"/>
          </a:xfrm>
        </p:spPr>
        <p:txBody>
          <a:bodyPr anchor="t">
            <a:noAutofit/>
          </a:bodyPr>
          <a:lstStyle/>
          <a:p>
            <a:pPr marL="0" indent="0" algn="just">
              <a:buNone/>
            </a:pPr>
            <a:r>
              <a:rPr lang="es-DO" sz="3600" dirty="0">
                <a:latin typeface="Times New Roman" panose="02020603050405020304" pitchFamily="18" charset="0"/>
                <a:cs typeface="Times New Roman" panose="02020603050405020304" pitchFamily="18" charset="0"/>
              </a:rPr>
              <a:t>Se sabe que en algunas culturas los esclavos anudaban un pañuelo blanco a su ropa para diferenciarse de los hombres libres. Y el sentido con que Pedro dice que nos debemos revestir de humildad, da la idea de atar espiritualmente la humildad a la conducta cristiana,</a:t>
            </a:r>
            <a:r>
              <a:rPr b="1" lang="es-DO" sz="3600" dirty="0">
                <a:latin typeface="Times New Roman" panose="02020603050405020304" pitchFamily="18" charset="0"/>
                <a:cs typeface="Times New Roman" panose="02020603050405020304" pitchFamily="18" charset="0"/>
              </a:rPr>
              <a:t xml:space="preserve"> de modo que todos la puedan distinguir. En Filipenses 2:3</a:t>
            </a:r>
            <a:r>
              <a:rPr lang="es-DO" sz="3600" dirty="0">
                <a:latin typeface="Times New Roman" panose="02020603050405020304" pitchFamily="18" charset="0"/>
                <a:cs typeface="Times New Roman" panose="02020603050405020304" pitchFamily="18" charset="0"/>
              </a:rPr>
              <a:t xml:space="preserve"> se nos exhorta a que no hagamos nada por contienda o vanagloria, sino con humildad. Y otra vez, como hemos visto a través de esta lección, siempre debemos mirar a Dios como el que recompensa.</a:t>
            </a:r>
            <a:endParaRPr lang="es-DO"/>
          </a:p>
        </p:txBody>
      </p:sp>
      <p:sp>
        <p:nvSpPr>
          <p:cNvPr id="26" name="Rectangle 25">
            <a:extLst>
              <a:ext uri="{FF2B5EF4-FFF2-40B4-BE49-F238E27FC236}">
                <a16:creationId xmlns:a16="http://schemas.microsoft.com/office/drawing/2014/main" id="{C32337B6-7C43-6EF7-E051-892D54D82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E2BE708D-C373-66DB-901C-BF236E1CA3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93533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4F8033-ABBD-0BB4-63FA-81891CB12129}"/>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9FC7A0D-3ECA-C773-D603-BC33285AF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3BFDCC0-2341-63DA-1CCE-A5D426C93CE3}"/>
              </a:ext>
            </a:extLst>
          </p:cNvPr>
          <p:cNvSpPr>
            <a:spLocks noGrp="1"/>
          </p:cNvSpPr>
          <p:nvPr>
            <p:ph type="title"/>
          </p:nvPr>
        </p:nvSpPr>
        <p:spPr>
          <a:xfrm>
            <a:off x="162730" y="100000"/>
            <a:ext cx="11866540" cy="1050000"/>
          </a:xfrm>
        </p:spPr>
        <p:txBody>
          <a:bodyPr anchor="t">
            <a:norm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3.B - La vida modesta requiere estar revestido de humildad</a:t>
            </a:r>
            <a:endParaRPr lang="es-DO"/>
          </a:p>
        </p:txBody>
      </p:sp>
      <p:sp>
        <p:nvSpPr>
          <p:cNvPr id="3" name="Marcador de contenido 2">
            <a:extLst>
              <a:ext uri="{FF2B5EF4-FFF2-40B4-BE49-F238E27FC236}">
                <a16:creationId xmlns:a16="http://schemas.microsoft.com/office/drawing/2014/main" id="{C9A4A411-7F86-99FD-5257-2A87B39C1B09}"/>
              </a:ext>
            </a:extLst>
          </p:cNvPr>
          <p:cNvSpPr>
            <a:spLocks noGrp="1"/>
          </p:cNvSpPr>
          <p:nvPr>
            <p:ph idx="1"/>
          </p:nvPr>
        </p:nvSpPr>
        <p:spPr>
          <a:xfrm>
            <a:off x="162730" y="1200000"/>
            <a:ext cx="11866540" cy="5159391"/>
          </a:xfrm>
        </p:spPr>
        <p:txBody>
          <a:bodyPr anchor="t">
            <a:noAutofit/>
          </a:bodyPr>
          <a:lstStyle/>
          <a:p>
            <a:pPr marL="0" indent="0" algn="just">
              <a:buNone/>
            </a:pPr>
            <a:r>
              <a:rPr lang="es-DO" sz="3600" dirty="0">
                <a:latin typeface="Times New Roman" panose="02020603050405020304" pitchFamily="18" charset="0"/>
                <a:cs typeface="Times New Roman" panose="02020603050405020304" pitchFamily="18" charset="0"/>
              </a:rPr>
              <a:t>Él resiste a los soberbios y da gracia a los humildes. Así que, es inteligencia manifestar la identidad de humildes, porque entonces,</a:t>
            </a:r>
            <a:r>
              <a:rPr b="1" lang="es-DO" sz="3600" dirty="0">
                <a:latin typeface="Times New Roman" panose="02020603050405020304" pitchFamily="18" charset="0"/>
                <a:cs typeface="Times New Roman" panose="02020603050405020304" pitchFamily="18" charset="0"/>
              </a:rPr>
              <a:t xml:space="preserve"> no nos faltará la gracia de nuestro Dios. Probablemente esta aseveración de Pedro tiene su sustento en Proverbios 3:34</a:t>
            </a:r>
            <a:r>
              <a:rPr lang="es-DO" sz="3600" dirty="0">
                <a:latin typeface="Times New Roman" panose="02020603050405020304" pitchFamily="18" charset="0"/>
                <a:cs typeface="Times New Roman" panose="02020603050405020304" pitchFamily="18" charset="0"/>
              </a:rPr>
              <a:t>, donde Dios promete dar gracia a los humildes. Esta gracia nos recuerda que sin ella nada podemos hacer. Somos dependientes de la gracia divina, tanto para alcanzar la salvación, como para modelar la vida que agrada a Dios.</a:t>
            </a:r>
            <a:endParaRPr lang="es-DO"/>
          </a:p>
        </p:txBody>
      </p:sp>
      <p:sp>
        <p:nvSpPr>
          <p:cNvPr id="26" name="Rectangle 25">
            <a:extLst>
              <a:ext uri="{FF2B5EF4-FFF2-40B4-BE49-F238E27FC236}">
                <a16:creationId xmlns:a16="http://schemas.microsoft.com/office/drawing/2014/main" id="{3A2190FF-95E8-B45F-11F2-D92D322C9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479FB753-C3B6-05AD-948E-A4E2EE21C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49900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28F272-73B4-887F-AC78-4372D1DF46A8}"/>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04C69A1-0E8E-9FB3-C7D6-9D39A7026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B67A298-E63F-6453-F687-F63687E6C25D}"/>
              </a:ext>
            </a:extLst>
          </p:cNvPr>
          <p:cNvSpPr>
            <a:spLocks noGrp="1"/>
          </p:cNvSpPr>
          <p:nvPr>
            <p:ph type="title"/>
          </p:nvPr>
        </p:nvSpPr>
        <p:spPr>
          <a:xfrm>
            <a:off x="162730" y="100000"/>
            <a:ext cx="11866540" cy="1050000"/>
          </a:xfrm>
        </p:spPr>
        <p:txBody>
          <a:bodyPr anchor="t">
            <a:norm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3.B - La vida modesta requiere estar revestido de humildad</a:t>
            </a:r>
            <a:endParaRPr lang="es-DO"/>
          </a:p>
        </p:txBody>
      </p:sp>
      <p:sp>
        <p:nvSpPr>
          <p:cNvPr id="3" name="Marcador de contenido 2">
            <a:extLst>
              <a:ext uri="{FF2B5EF4-FFF2-40B4-BE49-F238E27FC236}">
                <a16:creationId xmlns:a16="http://schemas.microsoft.com/office/drawing/2014/main" id="{3CD023FD-7890-0521-B293-D5A71143FDE9}"/>
              </a:ext>
            </a:extLst>
          </p:cNvPr>
          <p:cNvSpPr>
            <a:spLocks noGrp="1"/>
          </p:cNvSpPr>
          <p:nvPr>
            <p:ph idx="1"/>
          </p:nvPr>
        </p:nvSpPr>
        <p:spPr>
          <a:xfrm>
            <a:off x="162730" y="1200000"/>
            <a:ext cx="11866540" cy="5159391"/>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 xml:space="preserve">(2) El versículo 6 contiene un imperativo, ordenándonos humillarnos bajo la poderosa mano de Dios. La mano de Dios nos recuerda su gobierno sobre su pueblo. Fue con esa mano fuerte que Él sacó a su pueblo de Egipto </a:t>
            </a:r>
            <a:r>
              <a:rPr lang="es-DO" sz="4000" b="1" dirty="0">
                <a:latin typeface="Times New Roman" panose="02020603050405020304" pitchFamily="18" charset="0"/>
                <a:cs typeface="Times New Roman" panose="02020603050405020304" pitchFamily="18" charset="0"/>
              </a:rPr>
              <a:t>(Deuteronomio 9:16)</a:t>
            </a:r>
            <a:r>
              <a:rPr lang="es-DO" sz="4000" dirty="0">
                <a:latin typeface="Times New Roman" panose="02020603050405020304" pitchFamily="18" charset="0"/>
                <a:cs typeface="Times New Roman" panose="02020603050405020304" pitchFamily="18" charset="0"/>
              </a:rPr>
              <a:t>.</a:t>
            </a:r>
            <a:r>
              <a:rPr lang="es-DO" sz="4000" b="1" dirty="0">
                <a:latin typeface="Times New Roman" panose="02020603050405020304" pitchFamily="18" charset="0"/>
                <a:cs typeface="Times New Roman" panose="02020603050405020304" pitchFamily="18" charset="0"/>
              </a:rPr>
              <a:t xml:space="preserve"> Este mismo sentido es el que hallamos en Santiago 4:10</a:t>
            </a:r>
            <a:r>
              <a:rPr lang="es-DO" sz="4000" dirty="0">
                <a:latin typeface="Times New Roman" panose="02020603050405020304" pitchFamily="18" charset="0"/>
                <a:cs typeface="Times New Roman" panose="02020603050405020304" pitchFamily="18" charset="0"/>
              </a:rPr>
              <a:t>, donde se nos invita a humillarnos delante del Señor, y se promete que, si así lo hacemos, Él nos exaltará. Pedro deja ver que hay un tiempo que Dios tiene para exaltarnos.</a:t>
            </a:r>
            <a:endParaRPr lang="es-DO"/>
          </a:p>
        </p:txBody>
      </p:sp>
      <p:sp>
        <p:nvSpPr>
          <p:cNvPr id="26" name="Rectangle 25">
            <a:extLst>
              <a:ext uri="{FF2B5EF4-FFF2-40B4-BE49-F238E27FC236}">
                <a16:creationId xmlns:a16="http://schemas.microsoft.com/office/drawing/2014/main" id="{D356387A-D201-0102-8DD3-99F3FBDF3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5F6DE6E7-56AE-5631-02FB-F0CF8B19A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64001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D8AF25-68EC-B2C5-0149-15987346FF11}"/>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92315D4-F489-2A03-9051-396E86921F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C7A7E7C-BE07-9B4E-F8DC-590A48D95186}"/>
              </a:ext>
            </a:extLst>
          </p:cNvPr>
          <p:cNvSpPr>
            <a:spLocks noGrp="1"/>
          </p:cNvSpPr>
          <p:nvPr>
            <p:ph type="title"/>
          </p:nvPr>
        </p:nvSpPr>
        <p:spPr>
          <a:xfrm>
            <a:off x="162730" y="100000"/>
            <a:ext cx="11866540" cy="1050000"/>
          </a:xfrm>
        </p:spPr>
        <p:txBody>
          <a:bodyPr anchor="t">
            <a:norm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3.B - La vida modesta requiere estar revestido de humildad</a:t>
            </a:r>
            <a:endParaRPr lang="es-DO"/>
          </a:p>
        </p:txBody>
      </p:sp>
      <p:sp>
        <p:nvSpPr>
          <p:cNvPr id="3" name="Marcador de contenido 2">
            <a:extLst>
              <a:ext uri="{FF2B5EF4-FFF2-40B4-BE49-F238E27FC236}">
                <a16:creationId xmlns:a16="http://schemas.microsoft.com/office/drawing/2014/main" id="{AA791B36-5097-18D9-FE04-38D64A100240}"/>
              </a:ext>
            </a:extLst>
          </p:cNvPr>
          <p:cNvSpPr>
            <a:spLocks noGrp="1"/>
          </p:cNvSpPr>
          <p:nvPr>
            <p:ph idx="1"/>
          </p:nvPr>
        </p:nvSpPr>
        <p:spPr>
          <a:xfrm>
            <a:off x="162730" y="1200000"/>
            <a:ext cx="11866540" cy="5159391"/>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 xml:space="preserve">La acción de humillarnos siempre nos debe recordar nuestra propia insuficiencia. Un ejemplo de humillarse lo tenemos en la enseñanza de Jesús al poner un niño en medio de sus discípulos y decirles que el que se humillara como aquel niño ese sería el mayor en el reino de los cielos </a:t>
            </a:r>
            <a:r>
              <a:rPr b="1" lang="es-DO" sz="4000" dirty="0">
                <a:latin typeface="Times New Roman" panose="02020603050405020304" pitchFamily="18" charset="0"/>
                <a:cs typeface="Times New Roman" panose="02020603050405020304" pitchFamily="18" charset="0"/>
              </a:rPr>
              <a:t>(Mateo 18:1-4)</a:t>
            </a:r>
            <a:r>
              <a:rPr lang="es-DO" sz="4000" dirty="0">
                <a:latin typeface="Times New Roman" panose="02020603050405020304" pitchFamily="18" charset="0"/>
                <a:cs typeface="Times New Roman" panose="02020603050405020304" pitchFamily="18" charset="0"/>
              </a:rPr>
              <a:t>. Dios siempre acompaña su mandamiento a una recompensa. Así que, nos conviene ser modestos en cuanto a no creernos más importantes que otros.</a:t>
            </a:r>
            <a:endParaRPr lang="es-DO"/>
          </a:p>
        </p:txBody>
      </p:sp>
      <p:sp>
        <p:nvSpPr>
          <p:cNvPr id="26" name="Rectangle 25">
            <a:extLst>
              <a:ext uri="{FF2B5EF4-FFF2-40B4-BE49-F238E27FC236}">
                <a16:creationId xmlns:a16="http://schemas.microsoft.com/office/drawing/2014/main" id="{D4D27718-24F5-4C3A-8D18-4088303C46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E24827BE-9337-4FFB-3A43-FA3874F50B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22994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A69E69-2F0F-9C54-93A6-A049BFB189A5}"/>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22E5C06-9749-50ED-8E7A-69D4C5132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5E27098-484F-E22F-1172-43AC51339EDA}"/>
              </a:ext>
            </a:extLst>
          </p:cNvPr>
          <p:cNvSpPr>
            <a:spLocks noGrp="1"/>
          </p:cNvSpPr>
          <p:nvPr>
            <p:ph type="title"/>
          </p:nvPr>
        </p:nvSpPr>
        <p:spPr>
          <a:xfrm>
            <a:off x="162730" y="100000"/>
            <a:ext cx="11866540" cy="1050000"/>
          </a:xfrm>
        </p:spPr>
        <p:txBody>
          <a:bodyPr anchor="t">
            <a:norm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3.B - La vida modesta requiere estar revestido de humildad</a:t>
            </a:r>
            <a:endParaRPr lang="es-DO"/>
          </a:p>
        </p:txBody>
      </p:sp>
      <p:sp>
        <p:nvSpPr>
          <p:cNvPr id="3" name="Marcador de contenido 2">
            <a:extLst>
              <a:ext uri="{FF2B5EF4-FFF2-40B4-BE49-F238E27FC236}">
                <a16:creationId xmlns:a16="http://schemas.microsoft.com/office/drawing/2014/main" id="{115CFC0D-F8B7-2D9D-8970-A868356DDA72}"/>
              </a:ext>
            </a:extLst>
          </p:cNvPr>
          <p:cNvSpPr>
            <a:spLocks noGrp="1"/>
          </p:cNvSpPr>
          <p:nvPr>
            <p:ph idx="1"/>
          </p:nvPr>
        </p:nvSpPr>
        <p:spPr>
          <a:xfrm>
            <a:off x="162730" y="1200000"/>
            <a:ext cx="11866540" cy="5159391"/>
          </a:xfrm>
        </p:spPr>
        <p:txBody>
          <a:bodyPr anchor="t">
            <a:noAutofit/>
          </a:bodyPr>
          <a:lstStyle/>
          <a:p>
            <a:pPr marL="0" indent="0" algn="just">
              <a:buNone/>
            </a:pPr>
            <a:r>
              <a:rPr lang="es-DO" sz="4000" dirty="0">
                <a:latin typeface="Times New Roman" panose="02020603050405020304" pitchFamily="18" charset="0"/>
                <a:cs typeface="Times New Roman" panose="02020603050405020304" pitchFamily="18" charset="0"/>
              </a:rPr>
              <a:t>(3) El versículo 7 nos invita a dejar a un lado el deseo de auto controlarnos, y nos insta a echar toda ansiedad sobre el Señor. Y otra vez, al mandamiento lo acompaña una aseveración positiva:</a:t>
            </a:r>
            <a:r>
              <a:rPr lang="es-DO" sz="4000" b="1" dirty="0">
                <a:latin typeface="Times New Roman" panose="02020603050405020304" pitchFamily="18" charset="0"/>
                <a:cs typeface="Times New Roman" panose="02020603050405020304" pitchFamily="18" charset="0"/>
              </a:rPr>
              <a:t xml:space="preserve"> El Señor tiene cuidado de nosotros. Los creyentes debemos asumir la actitud que brinda el Salmo 37:5</a:t>
            </a:r>
            <a:r>
              <a:rPr lang="es-DO" sz="4000" dirty="0">
                <a:latin typeface="Times New Roman" panose="02020603050405020304" pitchFamily="18" charset="0"/>
                <a:cs typeface="Times New Roman" panose="02020603050405020304" pitchFamily="18" charset="0"/>
              </a:rPr>
              <a:t>, que encomendemos al Señor nuestro camino y confiemos en Él.</a:t>
            </a:r>
            <a:endParaRPr lang="es-DO"/>
          </a:p>
        </p:txBody>
      </p:sp>
      <p:sp>
        <p:nvSpPr>
          <p:cNvPr id="26" name="Rectangle 25">
            <a:extLst>
              <a:ext uri="{FF2B5EF4-FFF2-40B4-BE49-F238E27FC236}">
                <a16:creationId xmlns:a16="http://schemas.microsoft.com/office/drawing/2014/main" id="{844DA55D-99F2-28CF-8A41-5BC71E0D64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0AA95A31-C567-4984-483F-391934F5F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66410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C14403-C621-5FAD-62B9-2FA2BC5200FB}"/>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E05EE76-9978-E02C-3E4C-A2BB8ED994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CC935EB-C533-0F0E-04EE-F0A590F1711C}"/>
              </a:ext>
            </a:extLst>
          </p:cNvPr>
          <p:cNvSpPr>
            <a:spLocks noGrp="1"/>
          </p:cNvSpPr>
          <p:nvPr>
            <p:ph type="title"/>
          </p:nvPr>
        </p:nvSpPr>
        <p:spPr>
          <a:xfrm>
            <a:off x="162730" y="100000"/>
            <a:ext cx="11866540" cy="1050000"/>
          </a:xfrm>
        </p:spPr>
        <p:txBody>
          <a:bodyPr anchor="t">
            <a:normAutofit/>
          </a:bodyPr>
          <a:lstStyle/>
          <a:p>
            <a:r>
              <a:rPr lang="es-DO" sz="3600" b="1" dirty="0">
                <a:solidFill>
                  <a:schemeClr val="bg1"/>
                </a:solidFill>
                <a:highlight>
                  <a:srgbClr val="00A2E3"/>
                </a:highlight>
                <a:latin typeface="Times New Roman" panose="02020603050405020304" pitchFamily="18" charset="0"/>
                <a:cs typeface="Times New Roman" panose="02020603050405020304" pitchFamily="18" charset="0"/>
              </a:rPr>
              <a:t>3.B - La vida modesta requiere estar revestido de humildad</a:t>
            </a:r>
            <a:endParaRPr lang="es-DO"/>
          </a:p>
        </p:txBody>
      </p:sp>
      <p:sp>
        <p:nvSpPr>
          <p:cNvPr id="3" name="Marcador de contenido 2">
            <a:extLst>
              <a:ext uri="{FF2B5EF4-FFF2-40B4-BE49-F238E27FC236}">
                <a16:creationId xmlns:a16="http://schemas.microsoft.com/office/drawing/2014/main" id="{FFC5470C-5C09-26C5-604D-8692BF8E9D06}"/>
              </a:ext>
            </a:extLst>
          </p:cNvPr>
          <p:cNvSpPr>
            <a:spLocks noGrp="1"/>
          </p:cNvSpPr>
          <p:nvPr>
            <p:ph idx="1"/>
          </p:nvPr>
        </p:nvSpPr>
        <p:spPr>
          <a:xfrm>
            <a:off x="162730" y="1200000"/>
            <a:ext cx="11866540" cy="5159391"/>
          </a:xfrm>
        </p:spPr>
        <p:txBody>
          <a:bodyPr anchor="t">
            <a:noAutofit/>
          </a:bodyPr>
          <a:lstStyle/>
          <a:p>
            <a:pPr marL="0" indent="0" algn="just">
              <a:buNone/>
            </a:pPr>
            <a:r>
              <a:rPr lang="es-DO" sz="4400" dirty="0">
                <a:latin typeface="Times New Roman" panose="02020603050405020304" pitchFamily="18" charset="0"/>
                <a:cs typeface="Times New Roman" panose="02020603050405020304" pitchFamily="18" charset="0"/>
              </a:rPr>
              <a:t xml:space="preserve">Entonces, el Señor hará. Y nunca debemos olvidar que si echamos sobre Él nuestra carga, nos sustentará, pues promete no dejar para siempre caído al justo </a:t>
            </a:r>
            <a:r>
              <a:rPr b="1" lang="es-DO" sz="4400" dirty="0">
                <a:latin typeface="Times New Roman" panose="02020603050405020304" pitchFamily="18" charset="0"/>
                <a:cs typeface="Times New Roman" panose="02020603050405020304" pitchFamily="18" charset="0"/>
              </a:rPr>
              <a:t>(Salmos 55:22)</a:t>
            </a:r>
            <a:r>
              <a:rPr lang="es-DO" sz="4400" dirty="0">
                <a:latin typeface="Times New Roman" panose="02020603050405020304" pitchFamily="18" charset="0"/>
                <a:cs typeface="Times New Roman" panose="02020603050405020304" pitchFamily="18" charset="0"/>
              </a:rPr>
              <a:t>. Asumir este estilo de vida es también modestia, pues demuestra que no somos señores de nosotros mismos, sino que dependemos de la ayuda de Dios.</a:t>
            </a:r>
            <a:endParaRPr lang="es-DO"/>
          </a:p>
        </p:txBody>
      </p:sp>
      <p:sp>
        <p:nvSpPr>
          <p:cNvPr id="26" name="Rectangle 25">
            <a:extLst>
              <a:ext uri="{FF2B5EF4-FFF2-40B4-BE49-F238E27FC236}">
                <a16:creationId xmlns:a16="http://schemas.microsoft.com/office/drawing/2014/main" id="{72C48D07-6240-166E-9CA5-B106FE5D1F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19586544-1EE3-D66E-8438-F9133EAF7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52946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9CCB9-3053-59E3-A9C9-F5EE56E28842}"/>
            </a:ext>
          </a:extLst>
        </p:cNvPr>
        <p:cNvGrpSpPr/>
        <p:nvPr/>
      </p:nvGrpSpPr>
      <p:grpSpPr>
        <a:xfrm>
          <a:off x="0" y="0"/>
          <a:ext cx="0" cy="0"/>
          <a:chOff x="0" y="0"/>
          <a:chExt cx="0" cy="0"/>
        </a:xfrm>
      </p:grpSpPr>
      <p:sp>
        <p:nvSpPr>
          <p:cNvPr id="8" name="TextBox 3">
            <a:extLst>
              <a:ext uri="{FF2B5EF4-FFF2-40B4-BE49-F238E27FC236}">
                <a16:creationId xmlns:a16="http://schemas.microsoft.com/office/drawing/2014/main" id="{930A1DF3-B0FC-0DC2-CE75-A4AC576BC695}"/>
              </a:ext>
            </a:extLst>
          </p:cNvPr>
          <p:cNvSpPr txBox="1"/>
          <p:nvPr/>
        </p:nvSpPr>
        <p:spPr>
          <a:xfrm>
            <a:off x="346315" y="438291"/>
            <a:ext cx="838200" cy="7078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DO" sz="2000" b="0" i="0" u="none" strike="noStrike" kern="1200" cap="none" spc="0" normalizeH="0" baseline="0" noProof="0" dirty="0">
                <a:ln>
                  <a:noFill/>
                </a:ln>
                <a:solidFill>
                  <a:prstClr val="black"/>
                </a:solidFill>
                <a:effectLst/>
                <a:uLnTx/>
                <a:uFillTx/>
                <a:latin typeface="Agency FB" panose="020B0503020202020204" pitchFamily="34" charset="0"/>
                <a:ea typeface="+mn-ea"/>
                <a:cs typeface="+mn-cs"/>
              </a:rPr>
              <a:t>Estudio</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DO" sz="2000" b="0" i="0" u="none" strike="noStrike" kern="1200" cap="none" spc="0" normalizeH="0" baseline="0" noProof="0" dirty="0">
                <a:ln>
                  <a:noFill/>
                </a:ln>
                <a:solidFill>
                  <a:prstClr val="black"/>
                </a:solidFill>
                <a:effectLst/>
                <a:uLnTx/>
                <a:uFillTx/>
                <a:latin typeface="Agency FB" panose="020B0503020202020204" pitchFamily="34" charset="0"/>
                <a:ea typeface="+mn-ea"/>
                <a:cs typeface="+mn-cs"/>
              </a:rPr>
              <a:t>Bíblico</a:t>
            </a:r>
          </a:p>
        </p:txBody>
      </p:sp>
      <p:sp>
        <p:nvSpPr>
          <p:cNvPr id="9" name="TextBox 4">
            <a:extLst>
              <a:ext uri="{FF2B5EF4-FFF2-40B4-BE49-F238E27FC236}">
                <a16:creationId xmlns:a16="http://schemas.microsoft.com/office/drawing/2014/main" id="{8921ACBF-39D6-1D83-FC2E-BFF29A99A1BC}"/>
              </a:ext>
            </a:extLst>
          </p:cNvPr>
          <p:cNvSpPr txBox="1"/>
          <p:nvPr/>
        </p:nvSpPr>
        <p:spPr>
          <a:xfrm>
            <a:off x="1068780" y="366052"/>
            <a:ext cx="1028700"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DO" sz="5000" b="1" dirty="0">
                <a:ln w="19050">
                  <a:solidFill>
                    <a:srgbClr val="4F271C">
                      <a:tint val="1000"/>
                    </a:srgbClr>
                  </a:solidFill>
                  <a:prstDash val="solid"/>
                </a:ln>
                <a:solidFill>
                  <a:srgbClr val="C32D2E"/>
                </a:solidFill>
                <a:effectLst>
                  <a:outerShdw blurRad="50000" dist="50800" dir="7500000" algn="tl">
                    <a:srgbClr val="000000">
                      <a:shade val="5000"/>
                      <a:alpha val="35000"/>
                    </a:srgbClr>
                  </a:outerShdw>
                </a:effectLst>
                <a:latin typeface="Gill Sans MT"/>
              </a:rPr>
              <a:t>25</a:t>
            </a:r>
            <a:endParaRPr lang="es-DO"/>
          </a:p>
        </p:txBody>
      </p:sp>
      <p:sp>
        <p:nvSpPr>
          <p:cNvPr id="10" name="Rounded Rectangle 5">
            <a:extLst>
              <a:ext uri="{FF2B5EF4-FFF2-40B4-BE49-F238E27FC236}">
                <a16:creationId xmlns:a16="http://schemas.microsoft.com/office/drawing/2014/main" id="{6904EEB9-5BB4-95DD-A17B-E66CBF38ABE5}"/>
              </a:ext>
            </a:extLst>
          </p:cNvPr>
          <p:cNvSpPr/>
          <p:nvPr/>
        </p:nvSpPr>
        <p:spPr>
          <a:xfrm>
            <a:off x="387285" y="366052"/>
            <a:ext cx="1594460" cy="861774"/>
          </a:xfrm>
          <a:prstGeom prst="roundRect">
            <a:avLst/>
          </a:prstGeom>
          <a:solidFill>
            <a:srgbClr val="FFC000">
              <a:alpha val="20000"/>
            </a:srgbClr>
          </a:solidFill>
          <a:ln w="25400" cap="flat" cmpd="sng" algn="ctr">
            <a:solidFill>
              <a:srgbClr val="3891A7">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DO" sz="1800" b="0" i="0" u="none" strike="noStrike" kern="0" cap="none" spc="0" normalizeH="0" baseline="0" noProof="0" dirty="0">
              <a:ln>
                <a:noFill/>
              </a:ln>
              <a:solidFill>
                <a:prstClr val="white"/>
              </a:solidFill>
              <a:effectLst/>
              <a:uLnTx/>
              <a:uFillTx/>
              <a:latin typeface="Gill Sans MT"/>
              <a:ea typeface="+mn-ea"/>
              <a:cs typeface="+mn-cs"/>
            </a:endParaRPr>
          </a:p>
        </p:txBody>
      </p:sp>
      <p:sp>
        <p:nvSpPr>
          <p:cNvPr id="15" name="Shape 80">
            <a:extLst>
              <a:ext uri="{FF2B5EF4-FFF2-40B4-BE49-F238E27FC236}">
                <a16:creationId xmlns:a16="http://schemas.microsoft.com/office/drawing/2014/main" id="{066EDBFD-B552-3654-5D56-AF432EA0CC1E}"/>
              </a:ext>
            </a:extLst>
          </p:cNvPr>
          <p:cNvSpPr txBox="1">
            <a:spLocks/>
          </p:cNvSpPr>
          <p:nvPr/>
        </p:nvSpPr>
        <p:spPr>
          <a:xfrm>
            <a:off x="2435119" y="579252"/>
            <a:ext cx="7094077" cy="665338"/>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Lst>
        </p:spPr>
        <p:style>
          <a:lnRef idx="0">
            <a:schemeClr val="accent1"/>
          </a:lnRef>
          <a:fillRef idx="3">
            <a:schemeClr val="accent1"/>
          </a:fillRef>
          <a:effectRef idx="3">
            <a:schemeClr val="accent1"/>
          </a:effectRef>
          <a:fontRef idx="minor">
            <a:schemeClr val="lt1"/>
          </a:fontRef>
        </p:style>
        <p:txBody>
          <a:bodyPr lIns="91425" tIns="45700" rIns="91425" bIns="45700" anchor="b"/>
          <a:lstStyle>
            <a:lvl1pPr algn="r" defTabSz="457200" rtl="0" eaLnBrk="1" latinLnBrk="0" hangingPunct="1">
              <a:spcBef>
                <a:spcPct val="0"/>
              </a:spcBef>
              <a:buNone/>
              <a:defRPr sz="4800" kern="1200" cap="all">
                <a:ln w="3175" cmpd="sng">
                  <a:noFill/>
                </a:ln>
                <a:solidFill>
                  <a:schemeClr val="lt1"/>
                </a:solidFill>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lvl="0" algn="ctr">
              <a:spcBef>
                <a:spcPts val="0"/>
              </a:spcBef>
              <a:buClr>
                <a:prstClr val="white"/>
              </a:buClr>
              <a:buSzPct val="25000"/>
              <a:defRPr/>
            </a:pPr>
            <a:r>
              <a:rPr lang="es-ES" sz="3600" dirty="0">
                <a:solidFill>
                  <a:srgbClr val="FDA110"/>
                </a:solidFill>
              </a:rPr>
              <a:t>PRÓXIMA ESCUELA BIBLICA</a:t>
            </a:r>
          </a:p>
        </p:txBody>
      </p:sp>
      <p:pic>
        <p:nvPicPr>
          <p:cNvPr id="3" name="Imagen 2">
            <a:extLst>
              <a:ext uri="{FF2B5EF4-FFF2-40B4-BE49-F238E27FC236}">
                <a16:creationId xmlns:a16="http://schemas.microsoft.com/office/drawing/2014/main" id="{7D80AA0F-0E8C-F7CD-3988-ADD8C0A3371E}"/>
              </a:ext>
            </a:extLst>
          </p:cNvPr>
          <p:cNvPicPr>
            <a:picLocks noChangeAspect="1"/>
          </p:cNvPicPr>
          <p:nvPr/>
        </p:nvPicPr>
        <p:blipFill>
          <a:blip r:embed="rId3"/>
          <a:stretch>
            <a:fillRect/>
          </a:stretch>
        </p:blipFill>
        <p:spPr>
          <a:xfrm>
            <a:off x="10180246" y="202271"/>
            <a:ext cx="1985157" cy="1417970"/>
          </a:xfrm>
          <a:prstGeom prst="rect">
            <a:avLst/>
          </a:prstGeom>
        </p:spPr>
      </p:pic>
      <p:sp>
        <p:nvSpPr>
          <p:cNvPr id="2" name="CuadroTexto 1">
            <a:extLst>
              <a:ext uri="{FF2B5EF4-FFF2-40B4-BE49-F238E27FC236}">
                <a16:creationId xmlns:a16="http://schemas.microsoft.com/office/drawing/2014/main" id="{D7B768C2-804C-6EF0-CCBF-FC759096B3C6}"/>
              </a:ext>
            </a:extLst>
          </p:cNvPr>
          <p:cNvSpPr txBox="1"/>
          <p:nvPr/>
        </p:nvSpPr>
        <p:spPr>
          <a:xfrm>
            <a:off x="-168663" y="1620241"/>
            <a:ext cx="12529326" cy="5401479"/>
          </a:xfrm>
          <a:prstGeom prst="rect">
            <a:avLst/>
          </a:prstGeom>
          <a:noFill/>
        </p:spPr>
        <p:txBody>
          <a:bodyPr wrap="square">
            <a:spAutoFit/>
          </a:bodyPr>
          <a:lstStyle/>
          <a:p>
            <a:pPr algn="ctr">
              <a:defRPr/>
            </a:pPr>
            <a:r>
              <a:rPr lang="es-DO" sz="11500" dirty="0">
                <a:solidFill>
                  <a:prstClr val="black"/>
                </a:solidFill>
                <a:effectLst>
                  <a:outerShdw blurRad="38100" dist="38100" dir="2700000" algn="tl">
                    <a:srgbClr val="000000">
                      <a:alpha val="43137"/>
                    </a:srgbClr>
                  </a:outerShdw>
                </a:effectLst>
                <a:latin typeface="Verlag Black" pitchFamily="2" charset="0"/>
              </a:rPr>
              <a:t>PERDÓNDE CORAZON</a:t>
            </a:r>
            <a:endParaRPr lang="es-DO"/>
          </a:p>
        </p:txBody>
      </p:sp>
      <p:sp>
        <p:nvSpPr>
          <p:cNvPr id="4" name="TextBox 7">
            <a:extLst>
              <a:ext uri="{FF2B5EF4-FFF2-40B4-BE49-F238E27FC236}">
                <a16:creationId xmlns:a16="http://schemas.microsoft.com/office/drawing/2014/main" id="{45D7E085-70A9-BE9D-5A10-A19B4EA45ED0}"/>
              </a:ext>
            </a:extLst>
          </p:cNvPr>
          <p:cNvSpPr txBox="1"/>
          <p:nvPr/>
        </p:nvSpPr>
        <p:spPr>
          <a:xfrm>
            <a:off x="2435119" y="5755697"/>
            <a:ext cx="7472284" cy="830997"/>
          </a:xfrm>
          <a:prstGeom prst="rect">
            <a:avLst/>
          </a:prstGeom>
          <a:noFill/>
        </p:spPr>
        <p:txBody>
          <a:bodyPr wrap="square" rtlCol="0">
            <a:spAutoFit/>
          </a:bodyPr>
          <a:lstStyle/>
          <a:p>
            <a:pPr algn="ctr"/>
            <a:r>
              <a:rPr kumimoji="0" lang="es-DO" sz="2400" b="1" i="0" u="none" strike="noStrike" kern="1200" cap="none" spc="0" normalizeH="0" baseline="0" noProof="0" dirty="0">
                <a:ln>
                  <a:noFill/>
                </a:ln>
                <a:solidFill>
                  <a:prstClr val="black"/>
                </a:solidFill>
                <a:effectLst/>
                <a:uLnTx/>
                <a:uFillTx/>
                <a:latin typeface="Gill Sans MT"/>
                <a:ea typeface="+mn-ea"/>
                <a:cs typeface="+mn-cs"/>
              </a:rPr>
              <a:t xml:space="preserve">Base Bíblica: </a:t>
            </a:r>
          </a:p>
          <a:p>
            <a:pPr algn="ctr"/>
            <a:r>
              <a:rPr kumimoji="0" lang="es-DO" sz="2400" i="0" u="none" strike="noStrike" kern="1200" cap="none" spc="0" normalizeH="0" baseline="0" noProof="0" dirty="0">
                <a:ln>
                  <a:noFill/>
                </a:ln>
                <a:solidFill>
                  <a:prstClr val="black"/>
                </a:solidFill>
                <a:effectLst/>
                <a:uLnTx/>
                <a:uFillTx/>
                <a:latin typeface="Gill Sans MT"/>
                <a:ea typeface="+mn-ea"/>
                <a:cs typeface="+mn-cs"/>
              </a:rPr>
              <a:t>2 Crónicas 7:12-14; Mateo 18:31-35; Lucas 17:1-4</a:t>
            </a:r>
          </a:p>
        </p:txBody>
      </p:sp>
    </p:spTree>
    <p:extLst>
      <p:ext uri="{BB962C8B-B14F-4D97-AF65-F5344CB8AC3E}">
        <p14:creationId xmlns:p14="http://schemas.microsoft.com/office/powerpoint/2010/main" val="5249168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B9023A-0696-7280-617E-8F94EF59F4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4688F57-6886-24C0-131C-47773AB89B90}"/>
              </a:ext>
            </a:extLst>
          </p:cNvPr>
          <p:cNvSpPr>
            <a:spLocks noGrp="1"/>
          </p:cNvSpPr>
          <p:nvPr>
            <p:ph type="title"/>
          </p:nvPr>
        </p:nvSpPr>
        <p:spPr>
          <a:xfrm>
            <a:off x="0" y="-35535"/>
            <a:ext cx="12192000" cy="428625"/>
          </a:xfrm>
          <a:solidFill>
            <a:srgbClr val="9E5B4B"/>
          </a:solidFill>
          <a:ln>
            <a:noFill/>
          </a:ln>
        </p:spPr>
        <p:txBody>
          <a:bodyPr/>
          <a:lstStyle/>
          <a:p>
            <a:pPr algn="ctr"/>
            <a:r>
              <a:rPr lang="es-DO" b="1" dirty="0">
                <a:solidFill>
                  <a:schemeClr val="bg1"/>
                </a:solidFill>
                <a:latin typeface="Verlag Black" pitchFamily="2" charset="0"/>
              </a:rPr>
              <a:t>LECTURA ANTIFONAL</a:t>
            </a:r>
          </a:p>
        </p:txBody>
      </p:sp>
      <p:sp>
        <p:nvSpPr>
          <p:cNvPr id="6" name="CuadroTexto 5">
            <a:extLst>
              <a:ext uri="{FF2B5EF4-FFF2-40B4-BE49-F238E27FC236}">
                <a16:creationId xmlns:a16="http://schemas.microsoft.com/office/drawing/2014/main" id="{79F806B8-AB6A-3DDA-CDC2-05212FDBE2DD}"/>
              </a:ext>
            </a:extLst>
          </p:cNvPr>
          <p:cNvSpPr txBox="1"/>
          <p:nvPr/>
        </p:nvSpPr>
        <p:spPr>
          <a:xfrm>
            <a:off x="120581" y="393090"/>
            <a:ext cx="11857054" cy="6247864"/>
          </a:xfrm>
          <a:prstGeom prst="rect">
            <a:avLst/>
          </a:prstGeom>
          <a:noFill/>
        </p:spPr>
        <p:txBody>
          <a:bodyPr wrap="square">
            <a:noAutofit/>
          </a:bodyPr>
          <a:lstStyle/>
          <a:p>
            <a:pPr algn="just"/>
            <a:r>
              <a:rPr lang="es-DO" sz="4400" dirty="0" b="1">
                <a:solidFill>
                  <a:srgbClr val="FF0000"/>
                </a:solidFill>
              </a:rPr>
              <a:t>33</a:t>
            </a:r>
            <a:r>
              <a:rPr lang="es-DO" sz="4400" dirty="0"/>
              <a:t xml:space="preserve"> como también yo en todas las cosas agrado a todos, no procurando mi propio beneficio, sino el de muchos, para que sean salvos.</a:t>
            </a:r>
          </a:p>
        </p:txBody>
      </p:sp>
    </p:spTree>
    <p:extLst>
      <p:ext uri="{BB962C8B-B14F-4D97-AF65-F5344CB8AC3E}">
        <p14:creationId xmlns:p14="http://schemas.microsoft.com/office/powerpoint/2010/main" val="3687118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B9023A-0696-7280-617E-8F94EF59F4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4688F57-6886-24C0-131C-47773AB89B90}"/>
              </a:ext>
            </a:extLst>
          </p:cNvPr>
          <p:cNvSpPr>
            <a:spLocks noGrp="1"/>
          </p:cNvSpPr>
          <p:nvPr>
            <p:ph type="title"/>
          </p:nvPr>
        </p:nvSpPr>
        <p:spPr>
          <a:xfrm>
            <a:off x="0" y="-35535"/>
            <a:ext cx="12192000" cy="428625"/>
          </a:xfrm>
          <a:solidFill>
            <a:srgbClr val="9E5B4B"/>
          </a:solidFill>
          <a:ln>
            <a:noFill/>
          </a:ln>
        </p:spPr>
        <p:txBody>
          <a:bodyPr/>
          <a:lstStyle/>
          <a:p>
            <a:pPr algn="ctr"/>
            <a:r>
              <a:rPr lang="es-DO" b="1" dirty="0">
                <a:solidFill>
                  <a:schemeClr val="bg1"/>
                </a:solidFill>
                <a:latin typeface="Verlag Black" pitchFamily="2" charset="0"/>
              </a:rPr>
              <a:t>LECTURA ANTIFONAL</a:t>
            </a:r>
          </a:p>
        </p:txBody>
      </p:sp>
      <p:sp>
        <p:nvSpPr>
          <p:cNvPr id="6" name="CuadroTexto 5">
            <a:extLst>
              <a:ext uri="{FF2B5EF4-FFF2-40B4-BE49-F238E27FC236}">
                <a16:creationId xmlns:a16="http://schemas.microsoft.com/office/drawing/2014/main" id="{79F806B8-AB6A-3DDA-CDC2-05212FDBE2DD}"/>
              </a:ext>
            </a:extLst>
          </p:cNvPr>
          <p:cNvSpPr txBox="1"/>
          <p:nvPr/>
        </p:nvSpPr>
        <p:spPr>
          <a:xfrm>
            <a:off x="120581" y="393090"/>
            <a:ext cx="11857054" cy="6247864"/>
          </a:xfrm>
          <a:prstGeom prst="rect">
            <a:avLst/>
          </a:prstGeom>
          <a:noFill/>
        </p:spPr>
        <p:txBody>
          <a:bodyPr wrap="square">
            <a:noAutofit/>
          </a:bodyPr>
          <a:lstStyle/>
          <a:p>
            <a:pPr algn="just"/>
            <a:r>
              <a:rPr lang="es-DO" sz="4400" dirty="0" b="1">
                <a:solidFill>
                  <a:srgbClr val="FF0000"/>
                </a:solidFill>
              </a:rPr>
              <a:t>1 Pedro 5:2-7</a:t>
            </a:r>
          </a:p>
          <a:p>
            <a:pPr algn="just"/>
            <a:r>
              <a:rPr lang="es-DO" sz="4400" dirty="0" b="1">
                <a:solidFill>
                  <a:srgbClr val="FF0000"/>
                </a:solidFill>
              </a:rPr>
              <a:t>2</a:t>
            </a:r>
            <a:r>
              <a:rPr lang="es-DO" sz="4400" dirty="0"/>
              <a:t xml:space="preserve"> Apacentad la grey de Dios que está entre vosotros, cuidando de ella, no por fuerza, sino voluntariamente; no por ganancia deshonesta, sino con ánimo pronto</a:t>
            </a:r>
          </a:p>
          <a:p>
            <a:pPr algn="just"/>
            <a:r>
              <a:rPr lang="es-DO" sz="4400" dirty="0" b="1">
                <a:solidFill>
                  <a:srgbClr val="FF0000"/>
                </a:solidFill>
              </a:rPr>
              <a:t>3</a:t>
            </a:r>
            <a:r>
              <a:rPr lang="es-DO" sz="4400" dirty="0"/>
              <a:t xml:space="preserve"> no como teniendo señorío sobre los que están a vuestro cuidado, sino siendo ejemplos de la grey.</a:t>
            </a:r>
          </a:p>
        </p:txBody>
      </p:sp>
    </p:spTree>
    <p:extLst>
      <p:ext uri="{BB962C8B-B14F-4D97-AF65-F5344CB8AC3E}">
        <p14:creationId xmlns:p14="http://schemas.microsoft.com/office/powerpoint/2010/main" val="3687118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B9023A-0696-7280-617E-8F94EF59F4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4688F57-6886-24C0-131C-47773AB89B90}"/>
              </a:ext>
            </a:extLst>
          </p:cNvPr>
          <p:cNvSpPr>
            <a:spLocks noGrp="1"/>
          </p:cNvSpPr>
          <p:nvPr>
            <p:ph type="title"/>
          </p:nvPr>
        </p:nvSpPr>
        <p:spPr>
          <a:xfrm>
            <a:off x="0" y="-35535"/>
            <a:ext cx="12192000" cy="428625"/>
          </a:xfrm>
          <a:solidFill>
            <a:srgbClr val="9E5B4B"/>
          </a:solidFill>
          <a:ln>
            <a:noFill/>
          </a:ln>
        </p:spPr>
        <p:txBody>
          <a:bodyPr/>
          <a:lstStyle/>
          <a:p>
            <a:pPr algn="ctr"/>
            <a:r>
              <a:rPr lang="es-DO" b="1" dirty="0">
                <a:solidFill>
                  <a:schemeClr val="bg1"/>
                </a:solidFill>
                <a:latin typeface="Verlag Black" pitchFamily="2" charset="0"/>
              </a:rPr>
              <a:t>LECTURA ANTIFONAL</a:t>
            </a:r>
          </a:p>
        </p:txBody>
      </p:sp>
      <p:sp>
        <p:nvSpPr>
          <p:cNvPr id="6" name="CuadroTexto 5">
            <a:extLst>
              <a:ext uri="{FF2B5EF4-FFF2-40B4-BE49-F238E27FC236}">
                <a16:creationId xmlns:a16="http://schemas.microsoft.com/office/drawing/2014/main" id="{79F806B8-AB6A-3DDA-CDC2-05212FDBE2DD}"/>
              </a:ext>
            </a:extLst>
          </p:cNvPr>
          <p:cNvSpPr txBox="1"/>
          <p:nvPr/>
        </p:nvSpPr>
        <p:spPr>
          <a:xfrm>
            <a:off x="120581" y="393090"/>
            <a:ext cx="11857054" cy="6247864"/>
          </a:xfrm>
          <a:prstGeom prst="rect">
            <a:avLst/>
          </a:prstGeom>
          <a:noFill/>
        </p:spPr>
        <p:txBody>
          <a:bodyPr wrap="square">
            <a:noAutofit/>
          </a:bodyPr>
          <a:lstStyle/>
          <a:p>
            <a:pPr algn="just"/>
            <a:r>
              <a:rPr lang="es-DO" sz="4400" dirty="0" b="1">
                <a:solidFill>
                  <a:srgbClr val="FF0000"/>
                </a:solidFill>
              </a:rPr>
              <a:t>4</a:t>
            </a:r>
            <a:r>
              <a:rPr lang="es-DO" sz="4400" dirty="0"/>
              <a:t xml:space="preserve"> Y cuando aparezca el Príncipe de los pastores, vosotros recibiréis la corona incorruptible de gloria.</a:t>
            </a:r>
          </a:p>
          <a:p>
            <a:pPr algn="just"/>
            <a:r>
              <a:rPr lang="es-DO" sz="4400" dirty="0" b="1">
                <a:solidFill>
                  <a:srgbClr val="FF0000"/>
                </a:solidFill>
              </a:rPr>
              <a:t>5</a:t>
            </a:r>
            <a:r>
              <a:rPr lang="es-DO" sz="4400" dirty="0"/>
              <a:t xml:space="preserve"> Igualmente, jóvenes, estad sujetos a los ancianos; y todos, sumisos unos a otros, revestíos de humildad;</a:t>
            </a:r>
          </a:p>
          <a:p>
            <a:pPr algn="just"/>
            <a:r>
              <a:rPr lang="es-DO" sz="4400" dirty="0"/>
              <a:t xml:space="preserve"> Dios resiste a los soberbios</a:t>
            </a:r>
          </a:p>
          <a:p>
            <a:pPr algn="just"/>
            <a:r>
              <a:rPr lang="es-DO" sz="4400" dirty="0"/>
              <a:t xml:space="preserve"> Y da gracia a los humildes.</a:t>
            </a:r>
          </a:p>
        </p:txBody>
      </p:sp>
    </p:spTree>
    <p:extLst>
      <p:ext uri="{BB962C8B-B14F-4D97-AF65-F5344CB8AC3E}">
        <p14:creationId xmlns:p14="http://schemas.microsoft.com/office/powerpoint/2010/main" val="3687118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B9023A-0696-7280-617E-8F94EF59F4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4688F57-6886-24C0-131C-47773AB89B90}"/>
              </a:ext>
            </a:extLst>
          </p:cNvPr>
          <p:cNvSpPr>
            <a:spLocks noGrp="1"/>
          </p:cNvSpPr>
          <p:nvPr>
            <p:ph type="title"/>
          </p:nvPr>
        </p:nvSpPr>
        <p:spPr>
          <a:xfrm>
            <a:off x="0" y="-35535"/>
            <a:ext cx="12192000" cy="428625"/>
          </a:xfrm>
          <a:solidFill>
            <a:srgbClr val="9E5B4B"/>
          </a:solidFill>
          <a:ln>
            <a:noFill/>
          </a:ln>
        </p:spPr>
        <p:txBody>
          <a:bodyPr/>
          <a:lstStyle/>
          <a:p>
            <a:pPr algn="ctr"/>
            <a:r>
              <a:rPr lang="es-DO" b="1" dirty="0">
                <a:solidFill>
                  <a:schemeClr val="bg1"/>
                </a:solidFill>
                <a:latin typeface="Verlag Black" pitchFamily="2" charset="0"/>
              </a:rPr>
              <a:t>LECTURA ANTIFONAL</a:t>
            </a:r>
          </a:p>
        </p:txBody>
      </p:sp>
      <p:sp>
        <p:nvSpPr>
          <p:cNvPr id="6" name="CuadroTexto 5">
            <a:extLst>
              <a:ext uri="{FF2B5EF4-FFF2-40B4-BE49-F238E27FC236}">
                <a16:creationId xmlns:a16="http://schemas.microsoft.com/office/drawing/2014/main" id="{79F806B8-AB6A-3DDA-CDC2-05212FDBE2DD}"/>
              </a:ext>
            </a:extLst>
          </p:cNvPr>
          <p:cNvSpPr txBox="1"/>
          <p:nvPr/>
        </p:nvSpPr>
        <p:spPr>
          <a:xfrm>
            <a:off x="120581" y="393090"/>
            <a:ext cx="11857054" cy="6247864"/>
          </a:xfrm>
          <a:prstGeom prst="rect">
            <a:avLst/>
          </a:prstGeom>
          <a:noFill/>
        </p:spPr>
        <p:txBody>
          <a:bodyPr wrap="square">
            <a:noAutofit/>
          </a:bodyPr>
          <a:lstStyle/>
          <a:p>
            <a:pPr algn="just"/>
            <a:r>
              <a:rPr lang="es-DO" sz="4400" dirty="0" b="1">
                <a:solidFill>
                  <a:srgbClr val="FF0000"/>
                </a:solidFill>
              </a:rPr>
              <a:t>6</a:t>
            </a:r>
            <a:r>
              <a:rPr lang="es-DO" sz="4400" dirty="0"/>
              <a:t xml:space="preserve"> Humillaos, pues, bajo la poderosa mano de Dios, para que él os exalte cuando fuere tiempo</a:t>
            </a:r>
          </a:p>
          <a:p>
            <a:pPr algn="just"/>
            <a:r>
              <a:rPr lang="es-DO" sz="4400" dirty="0" b="1">
                <a:solidFill>
                  <a:srgbClr val="FF0000"/>
                </a:solidFill>
              </a:rPr>
              <a:t>7</a:t>
            </a:r>
            <a:r>
              <a:rPr lang="es-DO" sz="4400" dirty="0"/>
              <a:t xml:space="preserve"> echando toda vuestra ansiedad sobre él, porque él tiene cuidado de vosotros.</a:t>
            </a:r>
          </a:p>
        </p:txBody>
      </p:sp>
    </p:spTree>
    <p:extLst>
      <p:ext uri="{BB962C8B-B14F-4D97-AF65-F5344CB8AC3E}">
        <p14:creationId xmlns:p14="http://schemas.microsoft.com/office/powerpoint/2010/main" val="3687118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E022C7F-0CB8-021E-1302-5E6944E9198B}"/>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5FDA9D46-1391-967D-055F-D13D07FFDAD1}"/>
              </a:ext>
            </a:extLst>
          </p:cNvPr>
          <p:cNvSpPr txBox="1"/>
          <p:nvPr/>
        </p:nvSpPr>
        <p:spPr>
          <a:xfrm>
            <a:off x="3192491" y="99421"/>
            <a:ext cx="5479235" cy="101566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6000" b="1" i="0" u="none" strike="noStrike" kern="1200" cap="none" spc="0" normalizeH="0" baseline="0" noProof="0" dirty="0">
                <a:ln>
                  <a:noFill/>
                </a:ln>
                <a:solidFill>
                  <a:prstClr val="white"/>
                </a:solidFill>
                <a:effectLst/>
                <a:uLnTx/>
                <a:uFillTx/>
                <a:latin typeface="Calibri" panose="020F0502020204030204"/>
                <a:ea typeface="+mn-ea"/>
                <a:cs typeface="+mn-cs"/>
              </a:rPr>
              <a:t>Texto Bíblico</a:t>
            </a:r>
          </a:p>
        </p:txBody>
      </p:sp>
      <p:sp>
        <p:nvSpPr>
          <p:cNvPr id="5" name="TextBox 4">
            <a:extLst>
              <a:ext uri="{FF2B5EF4-FFF2-40B4-BE49-F238E27FC236}">
                <a16:creationId xmlns:a16="http://schemas.microsoft.com/office/drawing/2014/main" id="{E6A51984-7DD1-B8B3-2E6F-3AE340A1053A}"/>
              </a:ext>
            </a:extLst>
          </p:cNvPr>
          <p:cNvSpPr txBox="1"/>
          <p:nvPr/>
        </p:nvSpPr>
        <p:spPr>
          <a:xfrm>
            <a:off x="294515" y="856357"/>
            <a:ext cx="11602969" cy="5755422"/>
          </a:xfrm>
          <a:prstGeom prst="rect">
            <a:avLst/>
          </a:prstGeom>
          <a:noFill/>
        </p:spPr>
        <p:txBody>
          <a:bodyPr wrap="square">
            <a:noAutofit/>
          </a:bodyPr>
          <a:lstStyle/>
          <a:p>
            <a:r>
              <a:rPr lang="es-DO" sz="4400" dirty="0" b="1">
                <a:solidFill>
                  <a:srgbClr val="FFFF00"/>
                </a:solidFill>
              </a:rPr>
              <a:t>2</a:t>
            </a:r>
            <a:r>
              <a:rPr lang="es-DO" sz="4400" dirty="0">
                <a:solidFill>
                  <a:srgbClr val="FFFFFF"/>
                </a:solidFill>
              </a:rPr>
              <a:t xml:space="preserve"> Cuando, pues, des limosna, no hagas tocar trompeta delante de ti, como hacen los hipócritas en las sinagogas y en las calles, para ser alabados por los hombres; de cierto os digo que ya tienen su recompensa.</a:t>
            </a:r>
          </a:p>
        </p:txBody>
      </p:sp>
    </p:spTree>
    <p:extLst>
      <p:ext uri="{BB962C8B-B14F-4D97-AF65-F5344CB8AC3E}">
        <p14:creationId xmlns:p14="http://schemas.microsoft.com/office/powerpoint/2010/main" val="20881275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4A1E2C9-CAE1-72FB-D50A-EACE0A40FD5D}"/>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6D42B251-FFA2-3D73-15EB-D8E182D50A27}"/>
              </a:ext>
            </a:extLst>
          </p:cNvPr>
          <p:cNvSpPr txBox="1"/>
          <p:nvPr/>
        </p:nvSpPr>
        <p:spPr>
          <a:xfrm>
            <a:off x="8680310" y="0"/>
            <a:ext cx="3752850"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4000" b="1" i="0" u="none" strike="noStrike" kern="1200" cap="none" spc="0" normalizeH="0" baseline="0" noProof="0" dirty="0">
                <a:ln>
                  <a:noFill/>
                </a:ln>
                <a:solidFill>
                  <a:prstClr val="white"/>
                </a:solidFill>
                <a:effectLst/>
                <a:uLnTx/>
                <a:uFillTx/>
                <a:latin typeface="Calibri" panose="020F0502020204030204"/>
                <a:ea typeface="+mn-ea"/>
                <a:cs typeface="+mn-cs"/>
              </a:rPr>
              <a:t>Texto Bíblico</a:t>
            </a:r>
          </a:p>
        </p:txBody>
      </p:sp>
      <p:sp>
        <p:nvSpPr>
          <p:cNvPr id="5" name="TextBox 4">
            <a:extLst>
              <a:ext uri="{FF2B5EF4-FFF2-40B4-BE49-F238E27FC236}">
                <a16:creationId xmlns:a16="http://schemas.microsoft.com/office/drawing/2014/main" id="{E5F366DD-3E87-8D76-67EC-3FA48E29FA94}"/>
              </a:ext>
            </a:extLst>
          </p:cNvPr>
          <p:cNvSpPr txBox="1"/>
          <p:nvPr/>
        </p:nvSpPr>
        <p:spPr>
          <a:xfrm>
            <a:off x="294515" y="856357"/>
            <a:ext cx="11602969" cy="5755422"/>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4</a:t>
            </a:r>
            <a:r>
              <a:rPr lang="es-DO" sz="4400" dirty="0">
                <a:solidFill>
                  <a:srgbClr val="FFFFFF"/>
                </a:solidFill>
              </a:rPr>
              <a:t xml:space="preserve"> Y cuando aparezca el Príncipe de los pastores, vosotros recibiréis la corona incorruptible de gloria.</a:t>
            </a:r>
          </a:p>
        </p:txBody>
      </p:sp>
    </p:spTree>
    <p:extLst>
      <p:ext uri="{BB962C8B-B14F-4D97-AF65-F5344CB8AC3E}">
        <p14:creationId xmlns:p14="http://schemas.microsoft.com/office/powerpoint/2010/main" val="32351316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367D8DF-B198-F8E5-65A1-6675AE874E27}"/>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F5D7B8F3-B494-627B-2D3C-14F73A8A916E}"/>
              </a:ext>
            </a:extLst>
          </p:cNvPr>
          <p:cNvSpPr txBox="1"/>
          <p:nvPr/>
        </p:nvSpPr>
        <p:spPr>
          <a:xfrm>
            <a:off x="8308521" y="160774"/>
            <a:ext cx="3752850"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4800" b="1" i="0" u="none" strike="noStrike" kern="1200" cap="none" spc="0" normalizeH="0" baseline="0" noProof="0" dirty="0">
                <a:ln>
                  <a:noFill/>
                </a:ln>
                <a:solidFill>
                  <a:prstClr val="white"/>
                </a:solidFill>
                <a:effectLst/>
                <a:uLnTx/>
                <a:uFillTx/>
                <a:latin typeface="Calibri" panose="020F0502020204030204"/>
                <a:ea typeface="+mn-ea"/>
                <a:cs typeface="+mn-cs"/>
              </a:rPr>
              <a:t>Texto Bíblico</a:t>
            </a:r>
          </a:p>
        </p:txBody>
      </p:sp>
      <p:sp>
        <p:nvSpPr>
          <p:cNvPr id="5" name="TextBox 4">
            <a:extLst>
              <a:ext uri="{FF2B5EF4-FFF2-40B4-BE49-F238E27FC236}">
                <a16:creationId xmlns:a16="http://schemas.microsoft.com/office/drawing/2014/main" id="{F15BD4A6-B02A-F86D-61F9-3343278581D4}"/>
              </a:ext>
            </a:extLst>
          </p:cNvPr>
          <p:cNvSpPr txBox="1"/>
          <p:nvPr/>
        </p:nvSpPr>
        <p:spPr>
          <a:xfrm>
            <a:off x="294515" y="856357"/>
            <a:ext cx="11602969" cy="5755422"/>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DO" sz="4400" dirty="0" b="1">
                <a:solidFill>
                  <a:srgbClr val="FFFF00"/>
                </a:solidFill>
              </a:rPr>
              <a:t>7</a:t>
            </a:r>
            <a:r>
              <a:rPr lang="es-DO" sz="4400" dirty="0">
                <a:solidFill>
                  <a:srgbClr val="FFFFFF"/>
                </a:solidFill>
              </a:rPr>
              <a:t xml:space="preserve"> echando toda vuestra ansiedad sobre él, porque él tiene cuidado de vosotros.</a:t>
            </a:r>
          </a:p>
        </p:txBody>
      </p:sp>
    </p:spTree>
    <p:extLst>
      <p:ext uri="{BB962C8B-B14F-4D97-AF65-F5344CB8AC3E}">
        <p14:creationId xmlns:p14="http://schemas.microsoft.com/office/powerpoint/2010/main" val="48394771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rocess Diagrams by Slidesgo">
  <a:themeElements>
    <a:clrScheme name="Simple Light">
      <a:dk1>
        <a:srgbClr val="000000"/>
      </a:dk1>
      <a:lt1>
        <a:srgbClr val="FFFFFF"/>
      </a:lt1>
      <a:dk2>
        <a:srgbClr val="595959"/>
      </a:dk2>
      <a:lt2>
        <a:srgbClr val="EEEEEE"/>
      </a:lt2>
      <a:accent1>
        <a:srgbClr val="5EB2FC"/>
      </a:accent1>
      <a:accent2>
        <a:srgbClr val="69E781"/>
      </a:accent2>
      <a:accent3>
        <a:srgbClr val="869FB2"/>
      </a:accent3>
      <a:accent4>
        <a:srgbClr val="4949E7"/>
      </a:accent4>
      <a:accent5>
        <a:srgbClr val="FCBD24"/>
      </a:accent5>
      <a:accent6>
        <a:srgbClr val="EC3A3B"/>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FF0D5A6056081469A974BD5550C0B78" ma:contentTypeVersion="14" ma:contentTypeDescription="Create a new document." ma:contentTypeScope="" ma:versionID="89ed2796caf12a0213d437b338955b50">
  <xsd:schema xmlns:xsd="http://www.w3.org/2001/XMLSchema" xmlns:xs="http://www.w3.org/2001/XMLSchema" xmlns:p="http://schemas.microsoft.com/office/2006/metadata/properties" xmlns:x3="7f814935-1649-4730-84cd-4170be96038c" xmlns:x4="fb42cf01-49e3-4ea0-9fdd-daa10040f741" targetNamespace="http://schemas.microsoft.com/office/2006/metadata/properties" ma:root="true" ma:fieldsID="ce2e327db6cac74db56830cc1a602b6a" x3:_="" x4:_="">
    <xsd:import namespace="7f814935-1649-4730-84cd-4170be96038c"/>
    <xsd:import namespace="fb42cf01-49e3-4ea0-9fdd-daa10040f741"/>
    <xsd:element name="properties">
      <xsd:complexType>
        <xsd:sequence>
          <xsd:element name="documentManagement">
            <xsd:complexType>
              <xsd:all>
                <xsd:element ref="x3:SharedWithUsers" minOccurs="0"/>
                <xsd:element ref="x3:SharedWithDetails" minOccurs="0"/>
                <xsd:element ref="x3:SharingHintHash" minOccurs="0"/>
                <xsd:element ref="x4:MediaServiceMetadata" minOccurs="0"/>
                <xsd:element ref="x4:MediaServiceFastMetadata" minOccurs="0"/>
                <xsd:element ref="x4:MediaServiceAutoKeyPoints" minOccurs="0"/>
                <xsd:element ref="x4:MediaServiceKeyPoints" minOccurs="0"/>
                <xsd:element ref="x4:MediaServiceAutoTags" minOccurs="0"/>
                <xsd:element ref="x4:MediaServiceGenerationTime" minOccurs="0"/>
                <xsd:element ref="x4:MediaServiceEventHashCode" minOccurs="0"/>
                <xsd:element ref="x4:MediaServiceDateTaken" minOccurs="0"/>
                <xsd:element ref="x4:MediaServiceOCR" minOccurs="0"/>
                <xsd:element ref="x4:MediaServiceLocation" minOccurs="0"/>
                <xsd:element ref="x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814935-1649-4730-84cd-4170be96038c"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42cf01-49e3-4ea0-9fdd-daa10040f74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51B01C-18CD-4E74-A3C1-C008E72F325A}">
  <ds:schemaRefs>
    <ds:schemaRef ds:uri="http://purl.org/dc/terms/"/>
    <ds:schemaRef ds:uri="http://www.w3.org/XML/1998/namespace"/>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7f814935-1649-4730-84cd-4170be96038c"/>
    <ds:schemaRef ds:uri="fb42cf01-49e3-4ea0-9fdd-daa10040f741"/>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C783BDF1-4561-4E6A-94C4-A4BE6892B5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f814935-1649-4730-84cd-4170be96038c"/>
    <ds:schemaRef ds:uri="fb42cf01-49e3-4ea0-9fdd-daa10040f7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86A0898-52DF-484C-9E60-85640F56BEE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Organic</Template>
  <TotalTime>11351</TotalTime>
  <Words>4800</Words>
  <Application>Microsoft Office PowerPoint</Application>
  <PresentationFormat>Panorámica</PresentationFormat>
  <Paragraphs>242</Paragraphs>
  <Slides>69</Slides>
  <Notes>30</Notes>
  <HiddenSlides>0</HiddenSlides>
  <MMClips>2</MMClips>
  <ScaleCrop>false</ScaleCrop>
  <HeadingPairs>
    <vt:vector size="6" baseType="variant">
      <vt:variant>
        <vt:lpstr>Fuentes usadas</vt:lpstr>
      </vt:variant>
      <vt:variant>
        <vt:i4>11</vt:i4>
      </vt:variant>
      <vt:variant>
        <vt:lpstr>Tema</vt:lpstr>
      </vt:variant>
      <vt:variant>
        <vt:i4>2</vt:i4>
      </vt:variant>
      <vt:variant>
        <vt:lpstr>Títulos de diapositiva</vt:lpstr>
      </vt:variant>
      <vt:variant>
        <vt:i4>62</vt:i4>
      </vt:variant>
    </vt:vector>
  </HeadingPairs>
  <TitlesOfParts>
    <vt:vector size="75" baseType="lpstr">
      <vt:lpstr>Agency FB</vt:lpstr>
      <vt:lpstr>Arial</vt:lpstr>
      <vt:lpstr>Calibri</vt:lpstr>
      <vt:lpstr>Calibri Light</vt:lpstr>
      <vt:lpstr>Fira Sans Extra Condensed Medium</vt:lpstr>
      <vt:lpstr>Fira Sans Extra Condensed SemiBold</vt:lpstr>
      <vt:lpstr>Gill Sans MT</vt:lpstr>
      <vt:lpstr>Roboto</vt:lpstr>
      <vt:lpstr>Times New Roman</vt:lpstr>
      <vt:lpstr>Verlag Black</vt:lpstr>
      <vt:lpstr>Verlag Light</vt:lpstr>
      <vt:lpstr>Tema de Office</vt:lpstr>
      <vt:lpstr>Process Diagrams by Slidesgo</vt:lpstr>
      <vt:lpstr>Presentación de PowerPoint</vt:lpstr>
      <vt:lpstr>LECTURA ANTIFONAL</vt:lpstr>
      <vt:lpstr>LECTURA ANTIFONAL</vt:lpstr>
      <vt:lpstr>LECTURA ANTIFONAL</vt:lpstr>
      <vt:lpstr>LECTURA ANTIFONAL</vt:lpstr>
      <vt:lpstr>Presentación de PowerPoint</vt:lpstr>
      <vt:lpstr>Presentación de PowerPoint</vt:lpstr>
      <vt:lpstr>Presentación de PowerPoint</vt:lpstr>
      <vt:lpstr>Presentación de PowerPoint</vt:lpstr>
      <vt:lpstr>Introducción </vt:lpstr>
      <vt:lpstr>Introducción </vt:lpstr>
      <vt:lpstr>Introducción </vt:lpstr>
      <vt:lpstr>Introducción </vt:lpstr>
      <vt:lpstr>Presentación de PowerPoint</vt:lpstr>
      <vt:lpstr>DEFINICIÓN Y ETIMOLOGÍA</vt:lpstr>
      <vt:lpstr>Presentación de PowerPoint</vt:lpstr>
      <vt:lpstr>Presentación de PowerPoint</vt:lpstr>
      <vt:lpstr>1.A - La limosna que damos al pobre no debe hacerse inmodestamente </vt:lpstr>
      <vt:lpstr>1.A - La limosna que damos al pobre no debe hacerse inmodestamente </vt:lpstr>
      <vt:lpstr>1.A - La limosna que damos al pobre no debe hacerse inmodestamente </vt:lpstr>
      <vt:lpstr>1.A - La limosna que damos al pobre no debe hacerse inmodestamente </vt:lpstr>
      <vt:lpstr>1.B La ayuda financiera que damos a otros debe ser en secreto </vt:lpstr>
      <vt:lpstr>Presentación de PowerPoint</vt:lpstr>
      <vt:lpstr>1.B - La ayuda financiera que damos a otros  debe ser en secreto </vt:lpstr>
      <vt:lpstr>1.B - La ayuda financiera que damos a otros  debe ser en secreto </vt:lpstr>
      <vt:lpstr>1.B - La ayuda financiera que damos a otros  debe ser en secreto </vt:lpstr>
      <vt:lpstr>1.B - La ayuda financiera que damos a otros  debe ser en secreto </vt:lpstr>
      <vt:lpstr>1.B - La ayuda financiera que damos a otros  debe ser en secreto </vt:lpstr>
      <vt:lpstr>TEMA II   SER MODESTO ESTÁ RELACIONADO CON  PROCURAR EL BENEFICIO DE OTROS</vt:lpstr>
      <vt:lpstr>DEFINICIÓN Y ETIMOLOGÍA</vt:lpstr>
      <vt:lpstr>(1 CORINTIOS 10:31)</vt:lpstr>
      <vt:lpstr>Presentación de PowerPoint</vt:lpstr>
      <vt:lpstr>2.A - El creyente modesto lo hace todo para la gloria de Dios </vt:lpstr>
      <vt:lpstr>2.A - El creyente modesto lo hace todo para la gloria de Dios </vt:lpstr>
      <vt:lpstr>2.A - El creyente modesto lo hace todo para la gloria de Dios </vt:lpstr>
      <vt:lpstr>2.A - El creyente modesto lo hace todo para la gloria de Dios </vt:lpstr>
      <vt:lpstr>(1 CORINTIOS 10:32,33)</vt:lpstr>
      <vt:lpstr>Presentación de PowerPoint</vt:lpstr>
      <vt:lpstr>2.B - El cristiano practica la modestia cuando evita hacer tropezar a otros </vt:lpstr>
      <vt:lpstr>2.B - El cristiano practica la modestia cuando evita hacer tropezar a otros </vt:lpstr>
      <vt:lpstr>2.B - El cristiano practica la modestia cuando evita hacer tropezar a otros </vt:lpstr>
      <vt:lpstr>2.B - El cristiano practica la modestia cuando evita hacer tropezar a otros </vt:lpstr>
      <vt:lpstr>2.B - El cristiano practica la modestia cuando evita hacer tropezar a otros </vt:lpstr>
      <vt:lpstr>TEMA III  LA MODESTIA TIENE QUE VER CON LA  HUMILDAD DEL CORAZÓN </vt:lpstr>
      <vt:lpstr>DEFINICIÓN Y ETIMOLOGÍA</vt:lpstr>
      <vt:lpstr>1 PEDRO 5:2-4</vt:lpstr>
      <vt:lpstr>Presentación de PowerPoint</vt:lpstr>
      <vt:lpstr>3.A - Los obreros cristianos modestos, no se enseñorean del rebaño </vt:lpstr>
      <vt:lpstr>3.A - Los obreros cristianos modestos, no se enseñorean del rebaño </vt:lpstr>
      <vt:lpstr>3.A - Los obreros cristianos modestos, no se enseñorean del rebaño </vt:lpstr>
      <vt:lpstr>3.A - Los obreros cristianos modestos, no se enseñorean del rebaño </vt:lpstr>
      <vt:lpstr>3.A - Los obreros cristianos modestos, no se enseñorean del rebaño </vt:lpstr>
      <vt:lpstr>1 PEDRO 5:5-7</vt:lpstr>
      <vt:lpstr>Presentación de PowerPoint</vt:lpstr>
      <vt:lpstr>3.B - La vida modesta requiere estar revestido  de humildad </vt:lpstr>
      <vt:lpstr>3.B - La vida modesta requiere estar revestido  de humildad </vt:lpstr>
      <vt:lpstr>3.B - La vida modesta requiere estar revestido  de humildad </vt:lpstr>
      <vt:lpstr>3.B - La vida modesta requiere estar revestido  de humildad </vt:lpstr>
      <vt:lpstr>3.B - La vida modesta requiere estar revestido  de humildad </vt:lpstr>
      <vt:lpstr>3.B - La vida modesta requiere estar revestido  de humildad </vt:lpstr>
      <vt:lpstr>3.B - La vida modesta requiere estar revestido  de humildad </vt:lpstr>
      <vt:lpstr>Presentación de PowerPoint</vt:lpstr>
    </vt:vector>
  </TitlesOfParts>
  <Company>Humano Seguros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Grupo 1</dc:title>
  <dc:creator>Emmanuel Carela Tejeda</dc:creator>
  <cp:lastModifiedBy>Emmanuel Carela Tejeda</cp:lastModifiedBy>
  <cp:revision>22</cp:revision>
  <dcterms:created xsi:type="dcterms:W3CDTF">2022-10-12T01:55:38Z</dcterms:created>
  <dcterms:modified xsi:type="dcterms:W3CDTF">2026-07-29T03:12:46Z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0x0101001FF0D5A6056081469A974BD5550C0B78</vt:lpwstr>
  </property>
</Properties>
</file>