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2" r:id="rId5"/>
  </p:sldMasterIdLst>
  <p:notesMasterIdLst>
    <p:notesMasterId r:id="rId68"/>
  </p:notesMasterIdLst>
  <p:sldIdLst>
    <p:sldId id="256" r:id="rId900"/>
    <p:sldId id="257" r:id="rId901"/>
    <p:sldId id="258" r:id="rId902"/>
    <p:sldId id="259" r:id="rId903"/>
    <p:sldId id="260" r:id="rId904"/>
    <p:sldId id="261" r:id="rId905"/>
    <p:sldId id="262" r:id="rId906"/>
    <p:sldId id="263" r:id="rId907"/>
    <p:sldId id="264" r:id="rId908"/>
    <p:sldId id="265" r:id="rId909"/>
    <p:sldId id="266" r:id="rId910"/>
    <p:sldId id="267" r:id="rId911"/>
    <p:sldId id="268" r:id="rId912"/>
    <p:sldId id="269" r:id="rId913"/>
    <p:sldId id="270" r:id="rId914"/>
    <p:sldId id="271" r:id="rId915"/>
    <p:sldId id="272" r:id="rId916"/>
    <p:sldId id="273" r:id="rId917"/>
    <p:sldId id="274" r:id="rId918"/>
    <p:sldId id="275" r:id="rId919"/>
    <p:sldId id="276" r:id="rId920"/>
    <p:sldId id="277" r:id="rId921"/>
    <p:sldId id="278" r:id="rId922"/>
    <p:sldId id="279" r:id="rId923"/>
    <p:sldId id="280" r:id="rId924"/>
    <p:sldId id="281" r:id="rId925"/>
    <p:sldId id="282" r:id="rId926"/>
    <p:sldId id="283" r:id="rId927"/>
    <p:sldId id="284" r:id="rId928"/>
    <p:sldId id="285" r:id="rId929"/>
    <p:sldId id="286" r:id="rId930"/>
    <p:sldId id="287" r:id="rId931"/>
    <p:sldId id="288" r:id="rId932"/>
    <p:sldId id="289" r:id="rId933"/>
    <p:sldId id="290" r:id="rId934"/>
    <p:sldId id="291" r:id="rId935"/>
    <p:sldId id="292" r:id="rId936"/>
    <p:sldId id="293" r:id="rId937"/>
    <p:sldId id="294" r:id="rId938"/>
    <p:sldId id="295" r:id="rId939"/>
    <p:sldId id="296" r:id="rId940"/>
    <p:sldId id="297" r:id="rId941"/>
    <p:sldId id="298" r:id="rId942"/>
    <p:sldId id="299" r:id="rId943"/>
    <p:sldId id="300" r:id="rId944"/>
    <p:sldId id="301" r:id="rId945"/>
    <p:sldId id="302" r:id="rId946"/>
    <p:sldId id="303" r:id="rId947"/>
    <p:sldId id="304" r:id="rId948"/>
    <p:sldId id="305" r:id="rId949"/>
    <p:sldId id="306" r:id="rId950"/>
    <p:sldId id="307" r:id="rId951"/>
    <p:sldId id="308" r:id="rId952"/>
    <p:sldId id="309" r:id="rId953"/>
    <p:sldId id="310" r:id="rId954"/>
    <p:sldId id="311" r:id="rId955"/>
    <p:sldId id="312" r:id="rId956"/>
    <p:sldId id="313" r:id="rId957"/>
    <p:sldId id="314" r:id="rId958"/>
    <p:sldId id="315" r:id="rId959"/>
    <p:sldId id="316" r:id="rId960"/>
    <p:sldId id="317" r:id="rId961"/>
  </p:sldIdLst>
  <p:sldSz cx="12192000" cy="6858000"/>
  <p:notesSz cx="6858000" cy="9144000"/>
  <p:defaultTextStyle>
    <a:defPPr>
      <a:defRPr lang="es-D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EB2FC"/>
    <a:srgbClr val="FDA110"/>
    <a:srgbClr val="EED19C"/>
    <a:srgbClr val="00A2E3"/>
    <a:srgbClr val="2650A3"/>
    <a:srgbClr val="869FB2"/>
    <a:srgbClr val="E4B956"/>
    <a:srgbClr val="C3267B"/>
    <a:srgbClr val="A0BE3F"/>
    <a:srgbClr val="C855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31C2F4-E415-405F-A15A-F522A9F84FDA}" v="17" dt="2026-07-29T03:12:39.238"/>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Estilo claro 2 - Acento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Estilo claro 3 - Acento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FECB4D8-DB02-4DC6-A0A2-4F2EBAE1DC90}" styleName="Estilo medio 1 - Énfasis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3B4B98B0-60AC-42C2-AFA5-B58CD77FA1E5}" styleName="Estilo claro 1 - Acento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Estilo medio 3 - Énfasis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89" autoAdjust="0"/>
    <p:restoredTop sz="89104" autoAdjust="0"/>
  </p:normalViewPr>
  <p:slideViewPr>
    <p:cSldViewPr snapToGrid="0">
      <p:cViewPr varScale="1">
        <p:scale>
          <a:sx n="95" d="100"/>
          <a:sy n="95" d="100"/>
        </p:scale>
        <p:origin x="1188" y="78"/>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68" Type="http://schemas.openxmlformats.org/officeDocument/2006/relationships/notesMaster" Target="notesMasters/notesMaster1.xml"/><Relationship Id="rId2" Type="http://schemas.openxmlformats.org/officeDocument/2006/relationships/customXml" Target="../customXml/item2.xml"/><Relationship Id="rId74" Type="http://schemas.microsoft.com/office/2015/10/relationships/revisionInfo" Target="revisionInfo.xml"/><Relationship Id="rId5" Type="http://schemas.openxmlformats.org/officeDocument/2006/relationships/slideMaster" Target="slideMasters/slideMaster2.xml"/><Relationship Id="rId69" Type="http://schemas.openxmlformats.org/officeDocument/2006/relationships/presProps" Target="presProps.xml"/><Relationship Id="rId72" Type="http://schemas.openxmlformats.org/officeDocument/2006/relationships/tableStyles" Target="tableStyles.xml"/><Relationship Id="rId3" Type="http://schemas.openxmlformats.org/officeDocument/2006/relationships/customXml" Target="../customXml/item3.xml"/><Relationship Id="rId70" Type="http://schemas.openxmlformats.org/officeDocument/2006/relationships/viewProps" Target="viewProps.xml"/><Relationship Id="rId1" Type="http://schemas.openxmlformats.org/officeDocument/2006/relationships/customXml" Target="../customXml/item1.xml"/><Relationship Id="rId73" Type="http://schemas.microsoft.com/office/2016/11/relationships/changesInfo" Target="changesInfos/changesInfo1.xml"/><Relationship Id="rId4" Type="http://schemas.openxmlformats.org/officeDocument/2006/relationships/slideMaster" Target="slideMasters/slideMaster1.xml"/><Relationship Id="rId71" Type="http://schemas.openxmlformats.org/officeDocument/2006/relationships/theme" Target="theme/theme1.xml"/><Relationship Id="rId900" Type="http://schemas.openxmlformats.org/officeDocument/2006/relationships/slide" Target="slides/slide1.xml"/><Relationship Id="rId901" Type="http://schemas.openxmlformats.org/officeDocument/2006/relationships/slide" Target="slides/slide2.xml"/><Relationship Id="rId902" Type="http://schemas.openxmlformats.org/officeDocument/2006/relationships/slide" Target="slides/slide3.xml"/><Relationship Id="rId903" Type="http://schemas.openxmlformats.org/officeDocument/2006/relationships/slide" Target="slides/slide4.xml"/><Relationship Id="rId904" Type="http://schemas.openxmlformats.org/officeDocument/2006/relationships/slide" Target="slides/slide5.xml"/><Relationship Id="rId905" Type="http://schemas.openxmlformats.org/officeDocument/2006/relationships/slide" Target="slides/slide6.xml"/><Relationship Id="rId906" Type="http://schemas.openxmlformats.org/officeDocument/2006/relationships/slide" Target="slides/slide7.xml"/><Relationship Id="rId907" Type="http://schemas.openxmlformats.org/officeDocument/2006/relationships/slide" Target="slides/slide8.xml"/><Relationship Id="rId908" Type="http://schemas.openxmlformats.org/officeDocument/2006/relationships/slide" Target="slides/slide9.xml"/><Relationship Id="rId909" Type="http://schemas.openxmlformats.org/officeDocument/2006/relationships/slide" Target="slides/slide10.xml"/><Relationship Id="rId910" Type="http://schemas.openxmlformats.org/officeDocument/2006/relationships/slide" Target="slides/slide11.xml"/><Relationship Id="rId911" Type="http://schemas.openxmlformats.org/officeDocument/2006/relationships/slide" Target="slides/slide12.xml"/><Relationship Id="rId912" Type="http://schemas.openxmlformats.org/officeDocument/2006/relationships/slide" Target="slides/slide13.xml"/><Relationship Id="rId913" Type="http://schemas.openxmlformats.org/officeDocument/2006/relationships/slide" Target="slides/slide14.xml"/><Relationship Id="rId914" Type="http://schemas.openxmlformats.org/officeDocument/2006/relationships/slide" Target="slides/slide15.xml"/><Relationship Id="rId915" Type="http://schemas.openxmlformats.org/officeDocument/2006/relationships/slide" Target="slides/slide16.xml"/><Relationship Id="rId916" Type="http://schemas.openxmlformats.org/officeDocument/2006/relationships/slide" Target="slides/slide17.xml"/><Relationship Id="rId917" Type="http://schemas.openxmlformats.org/officeDocument/2006/relationships/slide" Target="slides/slide18.xml"/><Relationship Id="rId918" Type="http://schemas.openxmlformats.org/officeDocument/2006/relationships/slide" Target="slides/slide19.xml"/><Relationship Id="rId919" Type="http://schemas.openxmlformats.org/officeDocument/2006/relationships/slide" Target="slides/slide20.xml"/><Relationship Id="rId920" Type="http://schemas.openxmlformats.org/officeDocument/2006/relationships/slide" Target="slides/slide21.xml"/><Relationship Id="rId921" Type="http://schemas.openxmlformats.org/officeDocument/2006/relationships/slide" Target="slides/slide22.xml"/><Relationship Id="rId922" Type="http://schemas.openxmlformats.org/officeDocument/2006/relationships/slide" Target="slides/slide23.xml"/><Relationship Id="rId923" Type="http://schemas.openxmlformats.org/officeDocument/2006/relationships/slide" Target="slides/slide24.xml"/><Relationship Id="rId924" Type="http://schemas.openxmlformats.org/officeDocument/2006/relationships/slide" Target="slides/slide25.xml"/><Relationship Id="rId925" Type="http://schemas.openxmlformats.org/officeDocument/2006/relationships/slide" Target="slides/slide26.xml"/><Relationship Id="rId926" Type="http://schemas.openxmlformats.org/officeDocument/2006/relationships/slide" Target="slides/slide27.xml"/><Relationship Id="rId927" Type="http://schemas.openxmlformats.org/officeDocument/2006/relationships/slide" Target="slides/slide28.xml"/><Relationship Id="rId928" Type="http://schemas.openxmlformats.org/officeDocument/2006/relationships/slide" Target="slides/slide29.xml"/><Relationship Id="rId929" Type="http://schemas.openxmlformats.org/officeDocument/2006/relationships/slide" Target="slides/slide30.xml"/><Relationship Id="rId930" Type="http://schemas.openxmlformats.org/officeDocument/2006/relationships/slide" Target="slides/slide31.xml"/><Relationship Id="rId931" Type="http://schemas.openxmlformats.org/officeDocument/2006/relationships/slide" Target="slides/slide32.xml"/><Relationship Id="rId932" Type="http://schemas.openxmlformats.org/officeDocument/2006/relationships/slide" Target="slides/slide33.xml"/><Relationship Id="rId933" Type="http://schemas.openxmlformats.org/officeDocument/2006/relationships/slide" Target="slides/slide34.xml"/><Relationship Id="rId934" Type="http://schemas.openxmlformats.org/officeDocument/2006/relationships/slide" Target="slides/slide35.xml"/><Relationship Id="rId935" Type="http://schemas.openxmlformats.org/officeDocument/2006/relationships/slide" Target="slides/slide36.xml"/><Relationship Id="rId936" Type="http://schemas.openxmlformats.org/officeDocument/2006/relationships/slide" Target="slides/slide37.xml"/><Relationship Id="rId937" Type="http://schemas.openxmlformats.org/officeDocument/2006/relationships/slide" Target="slides/slide38.xml"/><Relationship Id="rId938" Type="http://schemas.openxmlformats.org/officeDocument/2006/relationships/slide" Target="slides/slide39.xml"/><Relationship Id="rId939" Type="http://schemas.openxmlformats.org/officeDocument/2006/relationships/slide" Target="slides/slide40.xml"/><Relationship Id="rId940" Type="http://schemas.openxmlformats.org/officeDocument/2006/relationships/slide" Target="slides/slide41.xml"/><Relationship Id="rId941" Type="http://schemas.openxmlformats.org/officeDocument/2006/relationships/slide" Target="slides/slide42.xml"/><Relationship Id="rId942" Type="http://schemas.openxmlformats.org/officeDocument/2006/relationships/slide" Target="slides/slide43.xml"/><Relationship Id="rId943" Type="http://schemas.openxmlformats.org/officeDocument/2006/relationships/slide" Target="slides/slide44.xml"/><Relationship Id="rId944" Type="http://schemas.openxmlformats.org/officeDocument/2006/relationships/slide" Target="slides/slide45.xml"/><Relationship Id="rId945" Type="http://schemas.openxmlformats.org/officeDocument/2006/relationships/slide" Target="slides/slide46.xml"/><Relationship Id="rId946" Type="http://schemas.openxmlformats.org/officeDocument/2006/relationships/slide" Target="slides/slide47.xml"/><Relationship Id="rId947" Type="http://schemas.openxmlformats.org/officeDocument/2006/relationships/slide" Target="slides/slide48.xml"/><Relationship Id="rId948" Type="http://schemas.openxmlformats.org/officeDocument/2006/relationships/slide" Target="slides/slide49.xml"/><Relationship Id="rId949" Type="http://schemas.openxmlformats.org/officeDocument/2006/relationships/slide" Target="slides/slide50.xml"/><Relationship Id="rId950" Type="http://schemas.openxmlformats.org/officeDocument/2006/relationships/slide" Target="slides/slide51.xml"/><Relationship Id="rId951" Type="http://schemas.openxmlformats.org/officeDocument/2006/relationships/slide" Target="slides/slide52.xml"/><Relationship Id="rId952" Type="http://schemas.openxmlformats.org/officeDocument/2006/relationships/slide" Target="slides/slide53.xml"/><Relationship Id="rId953" Type="http://schemas.openxmlformats.org/officeDocument/2006/relationships/slide" Target="slides/slide54.xml"/><Relationship Id="rId954" Type="http://schemas.openxmlformats.org/officeDocument/2006/relationships/slide" Target="slides/slide55.xml"/><Relationship Id="rId955" Type="http://schemas.openxmlformats.org/officeDocument/2006/relationships/slide" Target="slides/slide56.xml"/><Relationship Id="rId956" Type="http://schemas.openxmlformats.org/officeDocument/2006/relationships/slide" Target="slides/slide57.xml"/><Relationship Id="rId957" Type="http://schemas.openxmlformats.org/officeDocument/2006/relationships/slide" Target="slides/slide58.xml"/><Relationship Id="rId958" Type="http://schemas.openxmlformats.org/officeDocument/2006/relationships/slide" Target="slides/slide59.xml"/><Relationship Id="rId959" Type="http://schemas.openxmlformats.org/officeDocument/2006/relationships/slide" Target="slides/slide60.xml"/><Relationship Id="rId960" Type="http://schemas.openxmlformats.org/officeDocument/2006/relationships/slide" Target="slides/slide61.xml"/><Relationship Id="rId961"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manuel Carela Tejeda" userId="6571813b-6108-4fda-b261-b0d0c7b64ed2" providerId="ADAL" clId="{BEF48E07-C45C-4130-8E46-AD40F50A2570}"/>
    <pc:docChg chg="undo redo custSel addSld delSld modSld sldOrd">
      <pc:chgData name="Emmanuel Carela Tejeda" userId="6571813b-6108-4fda-b261-b0d0c7b64ed2" providerId="ADAL" clId="{BEF48E07-C45C-4130-8E46-AD40F50A2570}" dt="2026-07-29T03:12:41.036" v="9519" actId="1076"/>
      <pc:docMkLst>
        <pc:docMk/>
      </pc:docMkLst>
      <pc:sldChg chg="addSp delSp modSp mod delAnim modAnim">
        <pc:chgData name="Emmanuel Carela Tejeda" userId="6571813b-6108-4fda-b261-b0d0c7b64ed2" providerId="ADAL" clId="{BEF48E07-C45C-4130-8E46-AD40F50A2570}" dt="2026-07-29T03:02:49.790" v="9436" actId="1076"/>
        <pc:sldMkLst>
          <pc:docMk/>
          <pc:sldMk cId="2411940300" sldId="329"/>
        </pc:sldMkLst>
        <pc:spChg chg="mod">
          <ac:chgData name="Emmanuel Carela Tejeda" userId="6571813b-6108-4fda-b261-b0d0c7b64ed2" providerId="ADAL" clId="{BEF48E07-C45C-4130-8E46-AD40F50A2570}" dt="2026-07-29T03:02:38.236" v="9434" actId="1076"/>
          <ac:spMkLst>
            <pc:docMk/>
            <pc:sldMk cId="2411940300" sldId="329"/>
            <ac:spMk id="4" creationId="{1AA22AEF-2EA5-B718-E6D6-DC9C490F866E}"/>
          </ac:spMkLst>
        </pc:spChg>
        <pc:spChg chg="mod">
          <ac:chgData name="Emmanuel Carela Tejeda" userId="6571813b-6108-4fda-b261-b0d0c7b64ed2" providerId="ADAL" clId="{BEF48E07-C45C-4130-8E46-AD40F50A2570}" dt="2026-07-29T03:02:33.621" v="9433" actId="1076"/>
          <ac:spMkLst>
            <pc:docMk/>
            <pc:sldMk cId="2411940300" sldId="329"/>
            <ac:spMk id="6" creationId="{6729E8B7-EFEF-592E-3C11-DC2EE56B3D6A}"/>
          </ac:spMkLst>
        </pc:spChg>
        <pc:picChg chg="add mod">
          <ac:chgData name="Emmanuel Carela Tejeda" userId="6571813b-6108-4fda-b261-b0d0c7b64ed2" providerId="ADAL" clId="{BEF48E07-C45C-4130-8E46-AD40F50A2570}" dt="2026-07-29T03:02:49.790" v="9436" actId="1076"/>
          <ac:picMkLst>
            <pc:docMk/>
            <pc:sldMk cId="2411940300" sldId="329"/>
            <ac:picMk id="3" creationId="{93CCF8FD-4BD3-999D-35E6-13EC4C0E0E54}"/>
          </ac:picMkLst>
        </pc:picChg>
        <pc:picChg chg="add del mod">
          <ac:chgData name="Emmanuel Carela Tejeda" userId="6571813b-6108-4fda-b261-b0d0c7b64ed2" providerId="ADAL" clId="{BEF48E07-C45C-4130-8E46-AD40F50A2570}" dt="2026-07-29T03:02:18.589" v="9428" actId="478"/>
          <ac:picMkLst>
            <pc:docMk/>
            <pc:sldMk cId="2411940300" sldId="329"/>
            <ac:picMk id="5" creationId="{6BDD20E6-1DE9-6556-E55C-C7EE24DC7CF9}"/>
          </ac:picMkLst>
        </pc:picChg>
      </pc:sldChg>
      <pc:sldChg chg="addSp delSp modSp mod">
        <pc:chgData name="Emmanuel Carela Tejeda" userId="6571813b-6108-4fda-b261-b0d0c7b64ed2" providerId="ADAL" clId="{BEF48E07-C45C-4130-8E46-AD40F50A2570}" dt="2026-07-29T03:03:10.101" v="9441" actId="1076"/>
        <pc:sldMkLst>
          <pc:docMk/>
          <pc:sldMk cId="2083384461" sldId="335"/>
        </pc:sldMkLst>
        <pc:spChg chg="mod">
          <ac:chgData name="Emmanuel Carela Tejeda" userId="6571813b-6108-4fda-b261-b0d0c7b64ed2" providerId="ADAL" clId="{BEF48E07-C45C-4130-8E46-AD40F50A2570}" dt="2026-07-29T02:42:00.397" v="9106" actId="6549"/>
          <ac:spMkLst>
            <pc:docMk/>
            <pc:sldMk cId="2083384461" sldId="335"/>
            <ac:spMk id="4" creationId="{0BB6ECF5-120B-D81A-6094-A2CBB96C9EB8}"/>
          </ac:spMkLst>
        </pc:spChg>
        <pc:spChg chg="mod">
          <ac:chgData name="Emmanuel Carela Tejeda" userId="6571813b-6108-4fda-b261-b0d0c7b64ed2" providerId="ADAL" clId="{BEF48E07-C45C-4130-8E46-AD40F50A2570}" dt="2026-07-29T02:41:43.261" v="9100" actId="20577"/>
          <ac:spMkLst>
            <pc:docMk/>
            <pc:sldMk cId="2083384461" sldId="335"/>
            <ac:spMk id="7" creationId="{0A7692BB-0923-EF95-DBB0-2D7D55031610}"/>
          </ac:spMkLst>
        </pc:spChg>
        <pc:picChg chg="add del mod">
          <ac:chgData name="Emmanuel Carela Tejeda" userId="6571813b-6108-4fda-b261-b0d0c7b64ed2" providerId="ADAL" clId="{BEF48E07-C45C-4130-8E46-AD40F50A2570}" dt="2026-07-29T03:03:02.735" v="9437" actId="478"/>
          <ac:picMkLst>
            <pc:docMk/>
            <pc:sldMk cId="2083384461" sldId="335"/>
            <ac:picMk id="3" creationId="{F63B355B-8DB5-A5F6-307B-B45A44FF2067}"/>
          </ac:picMkLst>
        </pc:picChg>
        <pc:picChg chg="add mod">
          <ac:chgData name="Emmanuel Carela Tejeda" userId="6571813b-6108-4fda-b261-b0d0c7b64ed2" providerId="ADAL" clId="{BEF48E07-C45C-4130-8E46-AD40F50A2570}" dt="2026-07-29T03:03:10.101" v="9441" actId="1076"/>
          <ac:picMkLst>
            <pc:docMk/>
            <pc:sldMk cId="2083384461" sldId="335"/>
            <ac:picMk id="5" creationId="{BECA27D4-CF9A-DADA-FA1B-A3A94DE59BD7}"/>
          </ac:picMkLst>
        </pc:picChg>
      </pc:sldChg>
      <pc:sldChg chg="modSp mod">
        <pc:chgData name="Emmanuel Carela Tejeda" userId="6571813b-6108-4fda-b261-b0d0c7b64ed2" providerId="ADAL" clId="{BEF48E07-C45C-4130-8E46-AD40F50A2570}" dt="2026-07-29T02:43:32.040" v="9121" actId="113"/>
        <pc:sldMkLst>
          <pc:docMk/>
          <pc:sldMk cId="4228405475" sldId="361"/>
        </pc:sldMkLst>
        <pc:spChg chg="mod">
          <ac:chgData name="Emmanuel Carela Tejeda" userId="6571813b-6108-4fda-b261-b0d0c7b64ed2" providerId="ADAL" clId="{BEF48E07-C45C-4130-8E46-AD40F50A2570}" dt="2026-07-29T02:42:49.916" v="9114"/>
          <ac:spMkLst>
            <pc:docMk/>
            <pc:sldMk cId="4228405475" sldId="361"/>
            <ac:spMk id="2" creationId="{4CB775AD-3D33-84B8-64DE-EA116093CBCF}"/>
          </ac:spMkLst>
        </pc:spChg>
        <pc:spChg chg="mod">
          <ac:chgData name="Emmanuel Carela Tejeda" userId="6571813b-6108-4fda-b261-b0d0c7b64ed2" providerId="ADAL" clId="{BEF48E07-C45C-4130-8E46-AD40F50A2570}" dt="2026-07-29T02:43:32.040" v="9121" actId="113"/>
          <ac:spMkLst>
            <pc:docMk/>
            <pc:sldMk cId="4228405475" sldId="361"/>
            <ac:spMk id="3" creationId="{F8DA3710-BC3F-A6B2-FD40-D0E310CD30FC}"/>
          </ac:spMkLst>
        </pc:spChg>
      </pc:sldChg>
      <pc:sldChg chg="addSp delSp modSp mod">
        <pc:chgData name="Emmanuel Carela Tejeda" userId="6571813b-6108-4fda-b261-b0d0c7b64ed2" providerId="ADAL" clId="{BEF48E07-C45C-4130-8E46-AD40F50A2570}" dt="2026-07-29T03:04:18.711" v="9444" actId="1076"/>
        <pc:sldMkLst>
          <pc:docMk/>
          <pc:sldMk cId="3854895495" sldId="364"/>
        </pc:sldMkLst>
        <pc:spChg chg="mod">
          <ac:chgData name="Emmanuel Carela Tejeda" userId="6571813b-6108-4fda-b261-b0d0c7b64ed2" providerId="ADAL" clId="{BEF48E07-C45C-4130-8E46-AD40F50A2570}" dt="2026-07-29T02:44:57.796" v="9155" actId="20577"/>
          <ac:spMkLst>
            <pc:docMk/>
            <pc:sldMk cId="3854895495" sldId="364"/>
            <ac:spMk id="5" creationId="{0A7692BB-0923-EF95-DBB0-2D7D55031610}"/>
          </ac:spMkLst>
        </pc:spChg>
        <pc:spChg chg="mod">
          <ac:chgData name="Emmanuel Carela Tejeda" userId="6571813b-6108-4fda-b261-b0d0c7b64ed2" providerId="ADAL" clId="{BEF48E07-C45C-4130-8E46-AD40F50A2570}" dt="2026-07-29T02:44:47.741" v="9143" actId="14100"/>
          <ac:spMkLst>
            <pc:docMk/>
            <pc:sldMk cId="3854895495" sldId="364"/>
            <ac:spMk id="7" creationId="{0062B040-75A8-0CF6-4CB9-2468C42C7C1B}"/>
          </ac:spMkLst>
        </pc:spChg>
        <pc:picChg chg="add mod">
          <ac:chgData name="Emmanuel Carela Tejeda" userId="6571813b-6108-4fda-b261-b0d0c7b64ed2" providerId="ADAL" clId="{BEF48E07-C45C-4130-8E46-AD40F50A2570}" dt="2026-07-29T03:04:18.711" v="9444" actId="1076"/>
          <ac:picMkLst>
            <pc:docMk/>
            <pc:sldMk cId="3854895495" sldId="364"/>
            <ac:picMk id="3" creationId="{357548CB-8A7A-9485-A9A0-55DC27922D96}"/>
          </ac:picMkLst>
        </pc:picChg>
        <pc:picChg chg="add del mod">
          <ac:chgData name="Emmanuel Carela Tejeda" userId="6571813b-6108-4fda-b261-b0d0c7b64ed2" providerId="ADAL" clId="{BEF48E07-C45C-4130-8E46-AD40F50A2570}" dt="2026-07-29T03:04:14.908" v="9442" actId="478"/>
          <ac:picMkLst>
            <pc:docMk/>
            <pc:sldMk cId="3854895495" sldId="364"/>
            <ac:picMk id="4" creationId="{034CA8A6-B9EA-238D-C34A-2BC56C7B44A1}"/>
          </ac:picMkLst>
        </pc:picChg>
      </pc:sldChg>
      <pc:sldChg chg="modSp mod">
        <pc:chgData name="Emmanuel Carela Tejeda" userId="6571813b-6108-4fda-b261-b0d0c7b64ed2" providerId="ADAL" clId="{BEF48E07-C45C-4130-8E46-AD40F50A2570}" dt="2026-07-29T02:38:13.264" v="9046"/>
        <pc:sldMkLst>
          <pc:docMk/>
          <pc:sldMk cId="700539630" sldId="394"/>
        </pc:sldMkLst>
        <pc:graphicFrameChg chg="mod modGraphic">
          <ac:chgData name="Emmanuel Carela Tejeda" userId="6571813b-6108-4fda-b261-b0d0c7b64ed2" providerId="ADAL" clId="{BEF48E07-C45C-4130-8E46-AD40F50A2570}" dt="2026-07-29T02:38:13.264" v="9046"/>
          <ac:graphicFrameMkLst>
            <pc:docMk/>
            <pc:sldMk cId="700539630" sldId="394"/>
            <ac:graphicFrameMk id="3092" creationId="{A5DB8D33-CAB4-A22A-C819-B986906284B9}"/>
          </ac:graphicFrameMkLst>
        </pc:graphicFrameChg>
      </pc:sldChg>
      <pc:sldChg chg="modSp mod">
        <pc:chgData name="Emmanuel Carela Tejeda" userId="6571813b-6108-4fda-b261-b0d0c7b64ed2" providerId="ADAL" clId="{BEF48E07-C45C-4130-8E46-AD40F50A2570}" dt="2026-07-29T02:46:01.757" v="9173" actId="113"/>
        <pc:sldMkLst>
          <pc:docMk/>
          <pc:sldMk cId="430084201" sldId="398"/>
        </pc:sldMkLst>
        <pc:spChg chg="mod">
          <ac:chgData name="Emmanuel Carela Tejeda" userId="6571813b-6108-4fda-b261-b0d0c7b64ed2" providerId="ADAL" clId="{BEF48E07-C45C-4130-8E46-AD40F50A2570}" dt="2026-07-29T02:45:42.044" v="9167" actId="1076"/>
          <ac:spMkLst>
            <pc:docMk/>
            <pc:sldMk cId="430084201" sldId="398"/>
            <ac:spMk id="2" creationId="{8FD70A5C-A939-05B3-C8AA-D7F1B41A6DAF}"/>
          </ac:spMkLst>
        </pc:spChg>
        <pc:spChg chg="mod">
          <ac:chgData name="Emmanuel Carela Tejeda" userId="6571813b-6108-4fda-b261-b0d0c7b64ed2" providerId="ADAL" clId="{BEF48E07-C45C-4130-8E46-AD40F50A2570}" dt="2026-07-29T02:46:01.757" v="9173" actId="113"/>
          <ac:spMkLst>
            <pc:docMk/>
            <pc:sldMk cId="430084201" sldId="398"/>
            <ac:spMk id="3" creationId="{3232788B-1425-B5D1-57DE-CB0007ECE13D}"/>
          </ac:spMkLst>
        </pc:spChg>
      </pc:sldChg>
      <pc:sldChg chg="addSp delSp modSp mod setBg addAnim modAnim setClrOvrMap">
        <pc:chgData name="Emmanuel Carela Tejeda" userId="6571813b-6108-4fda-b261-b0d0c7b64ed2" providerId="ADAL" clId="{BEF48E07-C45C-4130-8E46-AD40F50A2570}" dt="2026-07-29T03:04:55.318" v="9457" actId="22"/>
        <pc:sldMkLst>
          <pc:docMk/>
          <pc:sldMk cId="371465228" sldId="414"/>
        </pc:sldMkLst>
        <pc:spChg chg="add">
          <ac:chgData name="Emmanuel Carela Tejeda" userId="6571813b-6108-4fda-b261-b0d0c7b64ed2" providerId="ADAL" clId="{BEF48E07-C45C-4130-8E46-AD40F50A2570}" dt="2026-07-29T03:04:55.318" v="9457" actId="22"/>
          <ac:spMkLst>
            <pc:docMk/>
            <pc:sldMk cId="371465228" sldId="414"/>
            <ac:spMk id="6" creationId="{D28EAFD8-6C1A-DFE7-9B6D-1720A8D30B70}"/>
          </ac:spMkLst>
        </pc:spChg>
        <pc:spChg chg="add mod ord">
          <ac:chgData name="Emmanuel Carela Tejeda" userId="6571813b-6108-4fda-b261-b0d0c7b64ed2" providerId="ADAL" clId="{BEF48E07-C45C-4130-8E46-AD40F50A2570}" dt="2026-07-29T03:04:54.668" v="9456" actId="1076"/>
          <ac:spMkLst>
            <pc:docMk/>
            <pc:sldMk cId="371465228" sldId="414"/>
            <ac:spMk id="7" creationId="{073DBD69-108D-6B7E-4642-BD105ECA0482}"/>
          </ac:spMkLst>
        </pc:spChg>
        <pc:spChg chg="add del mod">
          <ac:chgData name="Emmanuel Carela Tejeda" userId="6571813b-6108-4fda-b261-b0d0c7b64ed2" providerId="ADAL" clId="{BEF48E07-C45C-4130-8E46-AD40F50A2570}" dt="2026-07-29T03:04:38.800" v="9447" actId="21"/>
          <ac:spMkLst>
            <pc:docMk/>
            <pc:sldMk cId="371465228" sldId="414"/>
            <ac:spMk id="8" creationId="{D857F13C-D029-D734-18C3-23183E9BC9CA}"/>
          </ac:spMkLst>
        </pc:spChg>
        <pc:spChg chg="add del">
          <ac:chgData name="Emmanuel Carela Tejeda" userId="6571813b-6108-4fda-b261-b0d0c7b64ed2" providerId="ADAL" clId="{BEF48E07-C45C-4130-8E46-AD40F50A2570}" dt="2026-07-29T03:04:43.166" v="9448" actId="26606"/>
          <ac:spMkLst>
            <pc:docMk/>
            <pc:sldMk cId="371465228" sldId="414"/>
            <ac:spMk id="5418" creationId="{5A59F003-E00A-43F9-91DC-CC54E3B87466}"/>
          </ac:spMkLst>
        </pc:spChg>
        <pc:spChg chg="add del">
          <ac:chgData name="Emmanuel Carela Tejeda" userId="6571813b-6108-4fda-b261-b0d0c7b64ed2" providerId="ADAL" clId="{BEF48E07-C45C-4130-8E46-AD40F50A2570}" dt="2026-07-29T03:04:43.166" v="9448" actId="26606"/>
          <ac:spMkLst>
            <pc:docMk/>
            <pc:sldMk cId="371465228" sldId="414"/>
            <ac:spMk id="5420" creationId="{D74A4382-E3AD-430A-9A1F-DFA3E0E77A7D}"/>
          </ac:spMkLst>
        </pc:spChg>
        <pc:spChg chg="add del">
          <ac:chgData name="Emmanuel Carela Tejeda" userId="6571813b-6108-4fda-b261-b0d0c7b64ed2" providerId="ADAL" clId="{BEF48E07-C45C-4130-8E46-AD40F50A2570}" dt="2026-07-29T03:04:43.166" v="9448" actId="26606"/>
          <ac:spMkLst>
            <pc:docMk/>
            <pc:sldMk cId="371465228" sldId="414"/>
            <ac:spMk id="5422" creationId="{79F40191-0F44-4FD1-82CC-ACB507C14BE6}"/>
          </ac:spMkLst>
        </pc:spChg>
        <pc:spChg chg="add">
          <ac:chgData name="Emmanuel Carela Tejeda" userId="6571813b-6108-4fda-b261-b0d0c7b64ed2" providerId="ADAL" clId="{BEF48E07-C45C-4130-8E46-AD40F50A2570}" dt="2026-07-29T03:04:43.166" v="9448" actId="26606"/>
          <ac:spMkLst>
            <pc:docMk/>
            <pc:sldMk cId="371465228" sldId="414"/>
            <ac:spMk id="5427" creationId="{5A59F003-E00A-43F9-91DC-CC54E3B87466}"/>
          </ac:spMkLst>
        </pc:spChg>
        <pc:spChg chg="add">
          <ac:chgData name="Emmanuel Carela Tejeda" userId="6571813b-6108-4fda-b261-b0d0c7b64ed2" providerId="ADAL" clId="{BEF48E07-C45C-4130-8E46-AD40F50A2570}" dt="2026-07-29T03:04:43.166" v="9448" actId="26606"/>
          <ac:spMkLst>
            <pc:docMk/>
            <pc:sldMk cId="371465228" sldId="414"/>
            <ac:spMk id="5429" creationId="{D74A4382-E3AD-430A-9A1F-DFA3E0E77A7D}"/>
          </ac:spMkLst>
        </pc:spChg>
        <pc:spChg chg="add">
          <ac:chgData name="Emmanuel Carela Tejeda" userId="6571813b-6108-4fda-b261-b0d0c7b64ed2" providerId="ADAL" clId="{BEF48E07-C45C-4130-8E46-AD40F50A2570}" dt="2026-07-29T03:04:43.166" v="9448" actId="26606"/>
          <ac:spMkLst>
            <pc:docMk/>
            <pc:sldMk cId="371465228" sldId="414"/>
            <ac:spMk id="5431" creationId="{79F40191-0F44-4FD1-82CC-ACB507C14BE6}"/>
          </ac:spMkLst>
        </pc:spChg>
        <pc:picChg chg="add mod">
          <ac:chgData name="Emmanuel Carela Tejeda" userId="6571813b-6108-4fda-b261-b0d0c7b64ed2" providerId="ADAL" clId="{BEF48E07-C45C-4130-8E46-AD40F50A2570}" dt="2026-07-29T03:04:43.166" v="9448" actId="26606"/>
          <ac:picMkLst>
            <pc:docMk/>
            <pc:sldMk cId="371465228" sldId="414"/>
            <ac:picMk id="3" creationId="{FBA15E90-9151-B050-FF7D-68DD3E324148}"/>
          </ac:picMkLst>
        </pc:picChg>
        <pc:picChg chg="add del mod">
          <ac:chgData name="Emmanuel Carela Tejeda" userId="6571813b-6108-4fda-b261-b0d0c7b64ed2" providerId="ADAL" clId="{BEF48E07-C45C-4130-8E46-AD40F50A2570}" dt="2026-07-29T03:04:32.413" v="9445" actId="478"/>
          <ac:picMkLst>
            <pc:docMk/>
            <pc:sldMk cId="371465228" sldId="414"/>
            <ac:picMk id="4" creationId="{215C2AE6-7E5C-EEC3-0AA3-B16CC3428A00}"/>
          </ac:picMkLst>
        </pc:picChg>
      </pc:sldChg>
      <pc:sldChg chg="addSp delSp modSp mod addAnim delAnim modAnim">
        <pc:chgData name="Emmanuel Carela Tejeda" userId="6571813b-6108-4fda-b261-b0d0c7b64ed2" providerId="ADAL" clId="{BEF48E07-C45C-4130-8E46-AD40F50A2570}" dt="2026-07-29T03:06:30.578" v="9472" actId="22"/>
        <pc:sldMkLst>
          <pc:docMk/>
          <pc:sldMk cId="3617346384" sldId="418"/>
        </pc:sldMkLst>
        <pc:spChg chg="add">
          <ac:chgData name="Emmanuel Carela Tejeda" userId="6571813b-6108-4fda-b261-b0d0c7b64ed2" providerId="ADAL" clId="{BEF48E07-C45C-4130-8E46-AD40F50A2570}" dt="2026-07-29T03:06:30.578" v="9472" actId="22"/>
          <ac:spMkLst>
            <pc:docMk/>
            <pc:sldMk cId="3617346384" sldId="418"/>
            <ac:spMk id="6" creationId="{16017FA5-0341-BEA4-29C9-D91B1E03389B}"/>
          </ac:spMkLst>
        </pc:spChg>
        <pc:spChg chg="add del mod">
          <ac:chgData name="Emmanuel Carela Tejeda" userId="6571813b-6108-4fda-b261-b0d0c7b64ed2" providerId="ADAL" clId="{BEF48E07-C45C-4130-8E46-AD40F50A2570}" dt="2026-07-29T03:06:10.641" v="9460" actId="21"/>
          <ac:spMkLst>
            <pc:docMk/>
            <pc:sldMk cId="3617346384" sldId="418"/>
            <ac:spMk id="7" creationId="{717597BD-EF0C-5B25-CEF8-10FA4588B513}"/>
          </ac:spMkLst>
        </pc:spChg>
        <pc:spChg chg="add mod ord">
          <ac:chgData name="Emmanuel Carela Tejeda" userId="6571813b-6108-4fda-b261-b0d0c7b64ed2" providerId="ADAL" clId="{BEF48E07-C45C-4130-8E46-AD40F50A2570}" dt="2026-07-29T03:06:29.766" v="9471" actId="1076"/>
          <ac:spMkLst>
            <pc:docMk/>
            <pc:sldMk cId="3617346384" sldId="418"/>
            <ac:spMk id="8" creationId="{23F18478-F2C5-C974-50E8-20877ECFB013}"/>
          </ac:spMkLst>
        </pc:spChg>
        <pc:spChg chg="add del">
          <ac:chgData name="Emmanuel Carela Tejeda" userId="6571813b-6108-4fda-b261-b0d0c7b64ed2" providerId="ADAL" clId="{BEF48E07-C45C-4130-8E46-AD40F50A2570}" dt="2026-07-29T03:06:14.636" v="9461" actId="26606"/>
          <ac:spMkLst>
            <pc:docMk/>
            <pc:sldMk cId="3617346384" sldId="418"/>
            <ac:spMk id="7392" creationId="{5A59F003-E00A-43F9-91DC-CC54E3B87466}"/>
          </ac:spMkLst>
        </pc:spChg>
        <pc:spChg chg="add del">
          <ac:chgData name="Emmanuel Carela Tejeda" userId="6571813b-6108-4fda-b261-b0d0c7b64ed2" providerId="ADAL" clId="{BEF48E07-C45C-4130-8E46-AD40F50A2570}" dt="2026-07-29T03:06:14.636" v="9461" actId="26606"/>
          <ac:spMkLst>
            <pc:docMk/>
            <pc:sldMk cId="3617346384" sldId="418"/>
            <ac:spMk id="7394" creationId="{D74A4382-E3AD-430A-9A1F-DFA3E0E77A7D}"/>
          </ac:spMkLst>
        </pc:spChg>
        <pc:spChg chg="add del">
          <ac:chgData name="Emmanuel Carela Tejeda" userId="6571813b-6108-4fda-b261-b0d0c7b64ed2" providerId="ADAL" clId="{BEF48E07-C45C-4130-8E46-AD40F50A2570}" dt="2026-07-29T03:06:14.636" v="9461" actId="26606"/>
          <ac:spMkLst>
            <pc:docMk/>
            <pc:sldMk cId="3617346384" sldId="418"/>
            <ac:spMk id="7396" creationId="{79F40191-0F44-4FD1-82CC-ACB507C14BE6}"/>
          </ac:spMkLst>
        </pc:spChg>
        <pc:spChg chg="add">
          <ac:chgData name="Emmanuel Carela Tejeda" userId="6571813b-6108-4fda-b261-b0d0c7b64ed2" providerId="ADAL" clId="{BEF48E07-C45C-4130-8E46-AD40F50A2570}" dt="2026-07-29T03:06:14.636" v="9461" actId="26606"/>
          <ac:spMkLst>
            <pc:docMk/>
            <pc:sldMk cId="3617346384" sldId="418"/>
            <ac:spMk id="7401" creationId="{5A59F003-E00A-43F9-91DC-CC54E3B87466}"/>
          </ac:spMkLst>
        </pc:spChg>
        <pc:spChg chg="add">
          <ac:chgData name="Emmanuel Carela Tejeda" userId="6571813b-6108-4fda-b261-b0d0c7b64ed2" providerId="ADAL" clId="{BEF48E07-C45C-4130-8E46-AD40F50A2570}" dt="2026-07-29T03:06:14.636" v="9461" actId="26606"/>
          <ac:spMkLst>
            <pc:docMk/>
            <pc:sldMk cId="3617346384" sldId="418"/>
            <ac:spMk id="7403" creationId="{D74A4382-E3AD-430A-9A1F-DFA3E0E77A7D}"/>
          </ac:spMkLst>
        </pc:spChg>
        <pc:spChg chg="add">
          <ac:chgData name="Emmanuel Carela Tejeda" userId="6571813b-6108-4fda-b261-b0d0c7b64ed2" providerId="ADAL" clId="{BEF48E07-C45C-4130-8E46-AD40F50A2570}" dt="2026-07-29T03:06:14.636" v="9461" actId="26606"/>
          <ac:spMkLst>
            <pc:docMk/>
            <pc:sldMk cId="3617346384" sldId="418"/>
            <ac:spMk id="7405" creationId="{79F40191-0F44-4FD1-82CC-ACB507C14BE6}"/>
          </ac:spMkLst>
        </pc:spChg>
        <pc:picChg chg="add mod">
          <ac:chgData name="Emmanuel Carela Tejeda" userId="6571813b-6108-4fda-b261-b0d0c7b64ed2" providerId="ADAL" clId="{BEF48E07-C45C-4130-8E46-AD40F50A2570}" dt="2026-07-29T03:06:14.636" v="9461" actId="26606"/>
          <ac:picMkLst>
            <pc:docMk/>
            <pc:sldMk cId="3617346384" sldId="418"/>
            <ac:picMk id="3" creationId="{62AA5169-BE54-39CB-F474-CFB503E46842}"/>
          </ac:picMkLst>
        </pc:picChg>
        <pc:picChg chg="add del mod">
          <ac:chgData name="Emmanuel Carela Tejeda" userId="6571813b-6108-4fda-b261-b0d0c7b64ed2" providerId="ADAL" clId="{BEF48E07-C45C-4130-8E46-AD40F50A2570}" dt="2026-07-29T03:06:05.869" v="9458" actId="478"/>
          <ac:picMkLst>
            <pc:docMk/>
            <pc:sldMk cId="3617346384" sldId="418"/>
            <ac:picMk id="4" creationId="{5EFA2374-875F-5AC2-8BB3-F0AA986EF6CC}"/>
          </ac:picMkLst>
        </pc:picChg>
      </pc:sldChg>
      <pc:sldChg chg="modSp mod">
        <pc:chgData name="Emmanuel Carela Tejeda" userId="6571813b-6108-4fda-b261-b0d0c7b64ed2" providerId="ADAL" clId="{BEF48E07-C45C-4130-8E46-AD40F50A2570}" dt="2026-07-29T02:38:45.385" v="9051" actId="404"/>
        <pc:sldMkLst>
          <pc:docMk/>
          <pc:sldMk cId="3893826197" sldId="437"/>
        </pc:sldMkLst>
        <pc:graphicFrameChg chg="mod modGraphic">
          <ac:chgData name="Emmanuel Carela Tejeda" userId="6571813b-6108-4fda-b261-b0d0c7b64ed2" providerId="ADAL" clId="{BEF48E07-C45C-4130-8E46-AD40F50A2570}" dt="2026-07-29T02:38:45.385" v="9051" actId="404"/>
          <ac:graphicFrameMkLst>
            <pc:docMk/>
            <pc:sldMk cId="3893826197" sldId="437"/>
            <ac:graphicFrameMk id="3092" creationId="{CCE999CC-64B1-92DC-14C9-F006D5C741B0}"/>
          </ac:graphicFrameMkLst>
        </pc:graphicFrameChg>
      </pc:sldChg>
      <pc:sldChg chg="modSp mod">
        <pc:chgData name="Emmanuel Carela Tejeda" userId="6571813b-6108-4fda-b261-b0d0c7b64ed2" providerId="ADAL" clId="{BEF48E07-C45C-4130-8E46-AD40F50A2570}" dt="2026-07-29T02:40:01.982" v="9070" actId="403"/>
        <pc:sldMkLst>
          <pc:docMk/>
          <pc:sldMk cId="3425283314" sldId="626"/>
        </pc:sldMkLst>
        <pc:spChg chg="mod">
          <ac:chgData name="Emmanuel Carela Tejeda" userId="6571813b-6108-4fda-b261-b0d0c7b64ed2" providerId="ADAL" clId="{BEF48E07-C45C-4130-8E46-AD40F50A2570}" dt="2026-07-29T02:40:01.982" v="9070" actId="403"/>
          <ac:spMkLst>
            <pc:docMk/>
            <pc:sldMk cId="3425283314" sldId="626"/>
            <ac:spMk id="3" creationId="{6358F904-25E9-711F-79B8-C872930AA95B}"/>
          </ac:spMkLst>
        </pc:spChg>
      </pc:sldChg>
      <pc:sldChg chg="modSp mod">
        <pc:chgData name="Emmanuel Carela Tejeda" userId="6571813b-6108-4fda-b261-b0d0c7b64ed2" providerId="ADAL" clId="{BEF48E07-C45C-4130-8E46-AD40F50A2570}" dt="2026-07-29T02:51:46.959" v="9274" actId="113"/>
        <pc:sldMkLst>
          <pc:docMk/>
          <pc:sldMk cId="3304006081" sldId="797"/>
        </pc:sldMkLst>
        <pc:spChg chg="mod">
          <ac:chgData name="Emmanuel Carela Tejeda" userId="6571813b-6108-4fda-b261-b0d0c7b64ed2" providerId="ADAL" clId="{BEF48E07-C45C-4130-8E46-AD40F50A2570}" dt="2026-07-29T02:50:32.775" v="9255"/>
          <ac:spMkLst>
            <pc:docMk/>
            <pc:sldMk cId="3304006081" sldId="797"/>
            <ac:spMk id="2" creationId="{C85F807A-BE38-8B37-3CB5-A5140085AFB3}"/>
          </ac:spMkLst>
        </pc:spChg>
        <pc:spChg chg="mod">
          <ac:chgData name="Emmanuel Carela Tejeda" userId="6571813b-6108-4fda-b261-b0d0c7b64ed2" providerId="ADAL" clId="{BEF48E07-C45C-4130-8E46-AD40F50A2570}" dt="2026-07-29T02:51:46.959" v="9274" actId="113"/>
          <ac:spMkLst>
            <pc:docMk/>
            <pc:sldMk cId="3304006081" sldId="797"/>
            <ac:spMk id="3" creationId="{818817F1-D5AD-D999-C607-D80F3FC29D35}"/>
          </ac:spMkLst>
        </pc:spChg>
      </pc:sldChg>
      <pc:sldChg chg="modSp mod">
        <pc:chgData name="Emmanuel Carela Tejeda" userId="6571813b-6108-4fda-b261-b0d0c7b64ed2" providerId="ADAL" clId="{BEF48E07-C45C-4130-8E46-AD40F50A2570}" dt="2026-07-29T02:41:23.447" v="9095" actId="13926"/>
        <pc:sldMkLst>
          <pc:docMk/>
          <pc:sldMk cId="1558859699" sldId="860"/>
        </pc:sldMkLst>
        <pc:spChg chg="mod">
          <ac:chgData name="Emmanuel Carela Tejeda" userId="6571813b-6108-4fda-b261-b0d0c7b64ed2" providerId="ADAL" clId="{BEF48E07-C45C-4130-8E46-AD40F50A2570}" dt="2026-07-11T21:33:46.490" v="7844" actId="1076"/>
          <ac:spMkLst>
            <pc:docMk/>
            <pc:sldMk cId="1558859699" sldId="860"/>
            <ac:spMk id="2" creationId="{860CCEA2-7EFA-C26B-319E-9138F5D8DB5C}"/>
          </ac:spMkLst>
        </pc:spChg>
        <pc:spChg chg="mod">
          <ac:chgData name="Emmanuel Carela Tejeda" userId="6571813b-6108-4fda-b261-b0d0c7b64ed2" providerId="ADAL" clId="{BEF48E07-C45C-4130-8E46-AD40F50A2570}" dt="2026-07-29T02:41:23.447" v="9095" actId="13926"/>
          <ac:spMkLst>
            <pc:docMk/>
            <pc:sldMk cId="1558859699" sldId="860"/>
            <ac:spMk id="3" creationId="{FDF66FDC-22CB-4CB2-B83A-4B3AA762547C}"/>
          </ac:spMkLst>
        </pc:spChg>
      </pc:sldChg>
      <pc:sldChg chg="modSp mod">
        <pc:chgData name="Emmanuel Carela Tejeda" userId="6571813b-6108-4fda-b261-b0d0c7b64ed2" providerId="ADAL" clId="{BEF48E07-C45C-4130-8E46-AD40F50A2570}" dt="2026-07-29T02:49:08.388" v="9239" actId="403"/>
        <pc:sldMkLst>
          <pc:docMk/>
          <pc:sldMk cId="659996478" sldId="873"/>
        </pc:sldMkLst>
        <pc:spChg chg="mod">
          <ac:chgData name="Emmanuel Carela Tejeda" userId="6571813b-6108-4fda-b261-b0d0c7b64ed2" providerId="ADAL" clId="{BEF48E07-C45C-4130-8E46-AD40F50A2570}" dt="2026-07-29T02:49:08.388" v="9239" actId="403"/>
          <ac:spMkLst>
            <pc:docMk/>
            <pc:sldMk cId="659996478" sldId="873"/>
            <ac:spMk id="5" creationId="{E5F366DD-3E87-8D76-67EC-3FA48E29FA94}"/>
          </ac:spMkLst>
        </pc:spChg>
      </pc:sldChg>
      <pc:sldChg chg="addSp delSp modSp mod">
        <pc:chgData name="Emmanuel Carela Tejeda" userId="6571813b-6108-4fda-b261-b0d0c7b64ed2" providerId="ADAL" clId="{BEF48E07-C45C-4130-8E46-AD40F50A2570}" dt="2026-07-29T02:39:42.645" v="9066" actId="1076"/>
        <pc:sldMkLst>
          <pc:docMk/>
          <pc:sldMk cId="3003508546" sldId="935"/>
        </pc:sldMkLst>
        <pc:spChg chg="mod">
          <ac:chgData name="Emmanuel Carela Tejeda" userId="6571813b-6108-4fda-b261-b0d0c7b64ed2" providerId="ADAL" clId="{BEF48E07-C45C-4130-8E46-AD40F50A2570}" dt="2026-07-22T03:17:23.933" v="8351" actId="164"/>
          <ac:spMkLst>
            <pc:docMk/>
            <pc:sldMk cId="3003508546" sldId="935"/>
            <ac:spMk id="3" creationId="{E633C216-EFF9-6DE6-B8D7-4DC29C73C89C}"/>
          </ac:spMkLst>
        </pc:spChg>
        <pc:spChg chg="mod">
          <ac:chgData name="Emmanuel Carela Tejeda" userId="6571813b-6108-4fda-b261-b0d0c7b64ed2" providerId="ADAL" clId="{BEF48E07-C45C-4130-8E46-AD40F50A2570}" dt="2026-07-22T03:17:23.933" v="8351" actId="164"/>
          <ac:spMkLst>
            <pc:docMk/>
            <pc:sldMk cId="3003508546" sldId="935"/>
            <ac:spMk id="4" creationId="{0F22DEC2-F88F-E664-9A68-828DC51A909A}"/>
          </ac:spMkLst>
        </pc:spChg>
        <pc:spChg chg="mod">
          <ac:chgData name="Emmanuel Carela Tejeda" userId="6571813b-6108-4fda-b261-b0d0c7b64ed2" providerId="ADAL" clId="{BEF48E07-C45C-4130-8E46-AD40F50A2570}" dt="2026-07-22T03:17:23.933" v="8351" actId="164"/>
          <ac:spMkLst>
            <pc:docMk/>
            <pc:sldMk cId="3003508546" sldId="935"/>
            <ac:spMk id="6" creationId="{46DA858E-0801-3DAE-8A43-5C439A1E7C67}"/>
          </ac:spMkLst>
        </pc:spChg>
        <pc:spChg chg="mod">
          <ac:chgData name="Emmanuel Carela Tejeda" userId="6571813b-6108-4fda-b261-b0d0c7b64ed2" providerId="ADAL" clId="{BEF48E07-C45C-4130-8E46-AD40F50A2570}" dt="2026-07-22T03:17:23.933" v="8351" actId="164"/>
          <ac:spMkLst>
            <pc:docMk/>
            <pc:sldMk cId="3003508546" sldId="935"/>
            <ac:spMk id="7" creationId="{04089A99-6CAA-2220-29FA-530CFF551245}"/>
          </ac:spMkLst>
        </pc:spChg>
        <pc:spChg chg="mod">
          <ac:chgData name="Emmanuel Carela Tejeda" userId="6571813b-6108-4fda-b261-b0d0c7b64ed2" providerId="ADAL" clId="{BEF48E07-C45C-4130-8E46-AD40F50A2570}" dt="2026-07-22T03:17:23.933" v="8351" actId="164"/>
          <ac:spMkLst>
            <pc:docMk/>
            <pc:sldMk cId="3003508546" sldId="935"/>
            <ac:spMk id="8" creationId="{C9052BFD-70DC-3621-63A1-E85C2582168C}"/>
          </ac:spMkLst>
        </pc:spChg>
        <pc:spChg chg="mod">
          <ac:chgData name="Emmanuel Carela Tejeda" userId="6571813b-6108-4fda-b261-b0d0c7b64ed2" providerId="ADAL" clId="{BEF48E07-C45C-4130-8E46-AD40F50A2570}" dt="2026-07-29T02:39:38.996" v="9065" actId="1076"/>
          <ac:spMkLst>
            <pc:docMk/>
            <pc:sldMk cId="3003508546" sldId="935"/>
            <ac:spMk id="10" creationId="{03E18C94-4733-36CA-A68D-9B41CEB0F183}"/>
          </ac:spMkLst>
        </pc:spChg>
        <pc:spChg chg="mod">
          <ac:chgData name="Emmanuel Carela Tejeda" userId="6571813b-6108-4fda-b261-b0d0c7b64ed2" providerId="ADAL" clId="{BEF48E07-C45C-4130-8E46-AD40F50A2570}" dt="2026-07-22T03:17:23.933" v="8351" actId="164"/>
          <ac:spMkLst>
            <pc:docMk/>
            <pc:sldMk cId="3003508546" sldId="935"/>
            <ac:spMk id="12" creationId="{0A4A9A06-A8A2-F973-B9D2-3619050EDC83}"/>
          </ac:spMkLst>
        </pc:spChg>
        <pc:spChg chg="mod">
          <ac:chgData name="Emmanuel Carela Tejeda" userId="6571813b-6108-4fda-b261-b0d0c7b64ed2" providerId="ADAL" clId="{BEF48E07-C45C-4130-8E46-AD40F50A2570}" dt="2026-07-29T02:39:05.316" v="9055" actId="1076"/>
          <ac:spMkLst>
            <pc:docMk/>
            <pc:sldMk cId="3003508546" sldId="935"/>
            <ac:spMk id="14" creationId="{E41E5DFE-8820-271D-8471-D1C9383EAFE4}"/>
          </ac:spMkLst>
        </pc:spChg>
        <pc:spChg chg="mod">
          <ac:chgData name="Emmanuel Carela Tejeda" userId="6571813b-6108-4fda-b261-b0d0c7b64ed2" providerId="ADAL" clId="{BEF48E07-C45C-4130-8E46-AD40F50A2570}" dt="2026-07-22T03:17:23.933" v="8351" actId="164"/>
          <ac:spMkLst>
            <pc:docMk/>
            <pc:sldMk cId="3003508546" sldId="935"/>
            <ac:spMk id="19" creationId="{C77423C5-3E55-838D-BA36-0875A7303327}"/>
          </ac:spMkLst>
        </pc:spChg>
        <pc:spChg chg="mod">
          <ac:chgData name="Emmanuel Carela Tejeda" userId="6571813b-6108-4fda-b261-b0d0c7b64ed2" providerId="ADAL" clId="{BEF48E07-C45C-4130-8E46-AD40F50A2570}" dt="2026-07-29T02:39:42.645" v="9066" actId="1076"/>
          <ac:spMkLst>
            <pc:docMk/>
            <pc:sldMk cId="3003508546" sldId="935"/>
            <ac:spMk id="22" creationId="{D3AA5A42-DE3B-9CCA-1DE2-3706D5002D44}"/>
          </ac:spMkLst>
        </pc:spChg>
        <pc:spChg chg="mod">
          <ac:chgData name="Emmanuel Carela Tejeda" userId="6571813b-6108-4fda-b261-b0d0c7b64ed2" providerId="ADAL" clId="{BEF48E07-C45C-4130-8E46-AD40F50A2570}" dt="2026-07-22T03:17:23.933" v="8351" actId="164"/>
          <ac:spMkLst>
            <pc:docMk/>
            <pc:sldMk cId="3003508546" sldId="935"/>
            <ac:spMk id="26" creationId="{DB4B1F59-6796-BEED-D4A0-4DB3CC0BA16A}"/>
          </ac:spMkLst>
        </pc:spChg>
        <pc:spChg chg="mod">
          <ac:chgData name="Emmanuel Carela Tejeda" userId="6571813b-6108-4fda-b261-b0d0c7b64ed2" providerId="ADAL" clId="{BEF48E07-C45C-4130-8E46-AD40F50A2570}" dt="2026-07-29T02:39:26.357" v="9059"/>
          <ac:spMkLst>
            <pc:docMk/>
            <pc:sldMk cId="3003508546" sldId="935"/>
            <ac:spMk id="33" creationId="{8EDCD981-41A8-3552-EBA3-229DB4FC2934}"/>
          </ac:spMkLst>
        </pc:spChg>
        <pc:spChg chg="mod">
          <ac:chgData name="Emmanuel Carela Tejeda" userId="6571813b-6108-4fda-b261-b0d0c7b64ed2" providerId="ADAL" clId="{BEF48E07-C45C-4130-8E46-AD40F50A2570}" dt="2026-07-22T03:17:23.933" v="8351" actId="164"/>
          <ac:spMkLst>
            <pc:docMk/>
            <pc:sldMk cId="3003508546" sldId="935"/>
            <ac:spMk id="37" creationId="{D5FA2C3A-CFAE-2920-14C4-79361348A456}"/>
          </ac:spMkLst>
        </pc:spChg>
        <pc:spChg chg="add mod">
          <ac:chgData name="Emmanuel Carela Tejeda" userId="6571813b-6108-4fda-b261-b0d0c7b64ed2" providerId="ADAL" clId="{BEF48E07-C45C-4130-8E46-AD40F50A2570}" dt="2026-07-29T02:39:03.333" v="9054" actId="1076"/>
          <ac:spMkLst>
            <pc:docMk/>
            <pc:sldMk cId="3003508546" sldId="935"/>
            <ac:spMk id="39" creationId="{3A89C4BF-E5B8-B014-D4E3-A2901458B067}"/>
          </ac:spMkLst>
        </pc:spChg>
        <pc:spChg chg="add del">
          <ac:chgData name="Emmanuel Carela Tejeda" userId="6571813b-6108-4fda-b261-b0d0c7b64ed2" providerId="ADAL" clId="{BEF48E07-C45C-4130-8E46-AD40F50A2570}" dt="2026-07-29T02:39:36.839" v="9064" actId="22"/>
          <ac:spMkLst>
            <pc:docMk/>
            <pc:sldMk cId="3003508546" sldId="935"/>
            <ac:spMk id="42" creationId="{FD58D052-9A55-1FD1-6FD5-46E9DE4FF8C7}"/>
          </ac:spMkLst>
        </pc:spChg>
        <pc:spChg chg="mod">
          <ac:chgData name="Emmanuel Carela Tejeda" userId="6571813b-6108-4fda-b261-b0d0c7b64ed2" providerId="ADAL" clId="{BEF48E07-C45C-4130-8E46-AD40F50A2570}" dt="2026-07-22T03:17:23.933" v="8351" actId="164"/>
          <ac:spMkLst>
            <pc:docMk/>
            <pc:sldMk cId="3003508546" sldId="935"/>
            <ac:spMk id="664" creationId="{4D0A26E1-F234-83DE-FE70-88D195F4822A}"/>
          </ac:spMkLst>
        </pc:spChg>
        <pc:grpChg chg="mod">
          <ac:chgData name="Emmanuel Carela Tejeda" userId="6571813b-6108-4fda-b261-b0d0c7b64ed2" providerId="ADAL" clId="{BEF48E07-C45C-4130-8E46-AD40F50A2570}" dt="2026-07-22T03:17:07.124" v="8342" actId="164"/>
          <ac:grpSpMkLst>
            <pc:docMk/>
            <pc:sldMk cId="3003508546" sldId="935"/>
            <ac:grpSpMk id="2" creationId="{E773434D-B196-90C3-A9DF-6C42538516F6}"/>
          </ac:grpSpMkLst>
        </pc:grpChg>
        <pc:grpChg chg="mod">
          <ac:chgData name="Emmanuel Carela Tejeda" userId="6571813b-6108-4fda-b261-b0d0c7b64ed2" providerId="ADAL" clId="{BEF48E07-C45C-4130-8E46-AD40F50A2570}" dt="2026-07-22T03:17:07.124" v="8342" actId="164"/>
          <ac:grpSpMkLst>
            <pc:docMk/>
            <pc:sldMk cId="3003508546" sldId="935"/>
            <ac:grpSpMk id="11" creationId="{815E2BA3-5B70-9806-AE63-E37AFB2FBCAC}"/>
          </ac:grpSpMkLst>
        </pc:grpChg>
        <pc:grpChg chg="mod">
          <ac:chgData name="Emmanuel Carela Tejeda" userId="6571813b-6108-4fda-b261-b0d0c7b64ed2" providerId="ADAL" clId="{BEF48E07-C45C-4130-8E46-AD40F50A2570}" dt="2026-07-22T03:17:07.124" v="8342" actId="164"/>
          <ac:grpSpMkLst>
            <pc:docMk/>
            <pc:sldMk cId="3003508546" sldId="935"/>
            <ac:grpSpMk id="18" creationId="{6983F4E3-6AD4-0251-921A-BAE00687CC19}"/>
          </ac:grpSpMkLst>
        </pc:grpChg>
        <pc:grpChg chg="mod">
          <ac:chgData name="Emmanuel Carela Tejeda" userId="6571813b-6108-4fda-b261-b0d0c7b64ed2" providerId="ADAL" clId="{BEF48E07-C45C-4130-8E46-AD40F50A2570}" dt="2026-07-22T03:17:07.124" v="8342" actId="164"/>
          <ac:grpSpMkLst>
            <pc:docMk/>
            <pc:sldMk cId="3003508546" sldId="935"/>
            <ac:grpSpMk id="25" creationId="{A9F8BA8C-FFB0-07E9-4FA9-C4B5A63AFC34}"/>
          </ac:grpSpMkLst>
        </pc:grpChg>
        <pc:grpChg chg="mod">
          <ac:chgData name="Emmanuel Carela Tejeda" userId="6571813b-6108-4fda-b261-b0d0c7b64ed2" providerId="ADAL" clId="{BEF48E07-C45C-4130-8E46-AD40F50A2570}" dt="2026-07-22T03:17:07.124" v="8342" actId="164"/>
          <ac:grpSpMkLst>
            <pc:docMk/>
            <pc:sldMk cId="3003508546" sldId="935"/>
            <ac:grpSpMk id="659" creationId="{C28945FB-49BD-C151-8E72-82C5E5BA0DC1}"/>
          </ac:grpSpMkLst>
        </pc:grpChg>
        <pc:picChg chg="mod">
          <ac:chgData name="Emmanuel Carela Tejeda" userId="6571813b-6108-4fda-b261-b0d0c7b64ed2" providerId="ADAL" clId="{BEF48E07-C45C-4130-8E46-AD40F50A2570}" dt="2026-07-22T03:17:07.124" v="8342" actId="164"/>
          <ac:picMkLst>
            <pc:docMk/>
            <pc:sldMk cId="3003508546" sldId="935"/>
            <ac:picMk id="9" creationId="{DCC4846E-3AB7-6821-0D09-68D9EFDEE3F9}"/>
          </ac:picMkLst>
        </pc:picChg>
        <pc:picChg chg="mod">
          <ac:chgData name="Emmanuel Carela Tejeda" userId="6571813b-6108-4fda-b261-b0d0c7b64ed2" providerId="ADAL" clId="{BEF48E07-C45C-4130-8E46-AD40F50A2570}" dt="2026-07-22T03:17:07.124" v="8342" actId="164"/>
          <ac:picMkLst>
            <pc:docMk/>
            <pc:sldMk cId="3003508546" sldId="935"/>
            <ac:picMk id="21" creationId="{156466E3-6C48-5963-7F46-55369FEDBF73}"/>
          </ac:picMkLst>
        </pc:picChg>
        <pc:picChg chg="mod">
          <ac:chgData name="Emmanuel Carela Tejeda" userId="6571813b-6108-4fda-b261-b0d0c7b64ed2" providerId="ADAL" clId="{BEF48E07-C45C-4130-8E46-AD40F50A2570}" dt="2026-07-22T03:17:07.124" v="8342" actId="164"/>
          <ac:picMkLst>
            <pc:docMk/>
            <pc:sldMk cId="3003508546" sldId="935"/>
            <ac:picMk id="32" creationId="{F523F989-E2E7-ADDA-0D19-E538A940EAE7}"/>
          </ac:picMkLst>
        </pc:picChg>
        <pc:picChg chg="mod">
          <ac:chgData name="Emmanuel Carela Tejeda" userId="6571813b-6108-4fda-b261-b0d0c7b64ed2" providerId="ADAL" clId="{BEF48E07-C45C-4130-8E46-AD40F50A2570}" dt="2026-07-22T03:17:07.124" v="8342" actId="164"/>
          <ac:picMkLst>
            <pc:docMk/>
            <pc:sldMk cId="3003508546" sldId="935"/>
            <ac:picMk id="40" creationId="{CE35C823-5FE3-1F22-6340-FF70E08427B6}"/>
          </ac:picMkLst>
        </pc:picChg>
      </pc:sldChg>
      <pc:sldChg chg="modSp mod">
        <pc:chgData name="Emmanuel Carela Tejeda" userId="6571813b-6108-4fda-b261-b0d0c7b64ed2" providerId="ADAL" clId="{BEF48E07-C45C-4130-8E46-AD40F50A2570}" dt="2026-07-29T02:45:26.660" v="9163" actId="403"/>
        <pc:sldMkLst>
          <pc:docMk/>
          <pc:sldMk cId="1751041830" sldId="1026"/>
        </pc:sldMkLst>
        <pc:spChg chg="mod">
          <ac:chgData name="Emmanuel Carela Tejeda" userId="6571813b-6108-4fda-b261-b0d0c7b64ed2" providerId="ADAL" clId="{BEF48E07-C45C-4130-8E46-AD40F50A2570}" dt="2026-07-29T02:45:26.660" v="9163" actId="403"/>
          <ac:spMkLst>
            <pc:docMk/>
            <pc:sldMk cId="1751041830" sldId="1026"/>
            <ac:spMk id="5" creationId="{FA35A618-E9A9-A7CC-01C5-D72F518B786B}"/>
          </ac:spMkLst>
        </pc:spChg>
      </pc:sldChg>
      <pc:sldChg chg="modSp mod">
        <pc:chgData name="Emmanuel Carela Tejeda" userId="6571813b-6108-4fda-b261-b0d0c7b64ed2" providerId="ADAL" clId="{BEF48E07-C45C-4130-8E46-AD40F50A2570}" dt="2026-07-29T02:42:42.388" v="9113" actId="207"/>
        <pc:sldMkLst>
          <pc:docMk/>
          <pc:sldMk cId="2088127541" sldId="1059"/>
        </pc:sldMkLst>
        <pc:spChg chg="mod">
          <ac:chgData name="Emmanuel Carela Tejeda" userId="6571813b-6108-4fda-b261-b0d0c7b64ed2" providerId="ADAL" clId="{BEF48E07-C45C-4130-8E46-AD40F50A2570}" dt="2026-07-29T02:42:42.388" v="9113" actId="207"/>
          <ac:spMkLst>
            <pc:docMk/>
            <pc:sldMk cId="2088127541" sldId="1059"/>
            <ac:spMk id="5" creationId="{E6A51984-7DD1-B8B3-2E6F-3AE340A1053A}"/>
          </ac:spMkLst>
        </pc:spChg>
      </pc:sldChg>
      <pc:sldChg chg="modSp mod">
        <pc:chgData name="Emmanuel Carela Tejeda" userId="6571813b-6108-4fda-b261-b0d0c7b64ed2" providerId="ADAL" clId="{BEF48E07-C45C-4130-8E46-AD40F50A2570}" dt="2026-07-29T02:51:29.610" v="9270" actId="403"/>
        <pc:sldMkLst>
          <pc:docMk/>
          <pc:sldMk cId="3195645652" sldId="1122"/>
        </pc:sldMkLst>
        <pc:spChg chg="mod">
          <ac:chgData name="Emmanuel Carela Tejeda" userId="6571813b-6108-4fda-b261-b0d0c7b64ed2" providerId="ADAL" clId="{BEF48E07-C45C-4130-8E46-AD40F50A2570}" dt="2026-07-22T03:32:27.839" v="8529" actId="1076"/>
          <ac:spMkLst>
            <pc:docMk/>
            <pc:sldMk cId="3195645652" sldId="1122"/>
            <ac:spMk id="4" creationId="{50C168B3-5904-03B7-3DEA-BCB92DC41952}"/>
          </ac:spMkLst>
        </pc:spChg>
        <pc:spChg chg="mod">
          <ac:chgData name="Emmanuel Carela Tejeda" userId="6571813b-6108-4fda-b261-b0d0c7b64ed2" providerId="ADAL" clId="{BEF48E07-C45C-4130-8E46-AD40F50A2570}" dt="2026-07-29T02:51:29.610" v="9270" actId="403"/>
          <ac:spMkLst>
            <pc:docMk/>
            <pc:sldMk cId="3195645652" sldId="1122"/>
            <ac:spMk id="5" creationId="{955C67AE-872C-7A14-4C56-138E8722CB21}"/>
          </ac:spMkLst>
        </pc:spChg>
      </pc:sldChg>
      <pc:sldChg chg="addSp delSp modSp mod delAnim modAnim">
        <pc:chgData name="Emmanuel Carela Tejeda" userId="6571813b-6108-4fda-b261-b0d0c7b64ed2" providerId="ADAL" clId="{BEF48E07-C45C-4130-8E46-AD40F50A2570}" dt="2026-07-29T03:10:09.868" v="9511"/>
        <pc:sldMkLst>
          <pc:docMk/>
          <pc:sldMk cId="926855493" sldId="1531"/>
        </pc:sldMkLst>
        <pc:spChg chg="mod">
          <ac:chgData name="Emmanuel Carela Tejeda" userId="6571813b-6108-4fda-b261-b0d0c7b64ed2" providerId="ADAL" clId="{BEF48E07-C45C-4130-8E46-AD40F50A2570}" dt="2026-07-29T02:48:04.755" v="9216" actId="1076"/>
          <ac:spMkLst>
            <pc:docMk/>
            <pc:sldMk cId="926855493" sldId="1531"/>
            <ac:spMk id="5" creationId="{808D7465-17BC-ECD0-B8C2-5E8D69AD5175}"/>
          </ac:spMkLst>
        </pc:spChg>
        <pc:spChg chg="mod">
          <ac:chgData name="Emmanuel Carela Tejeda" userId="6571813b-6108-4fda-b261-b0d0c7b64ed2" providerId="ADAL" clId="{BEF48E07-C45C-4130-8E46-AD40F50A2570}" dt="2026-07-29T02:48:01.298" v="9215" actId="14100"/>
          <ac:spMkLst>
            <pc:docMk/>
            <pc:sldMk cId="926855493" sldId="1531"/>
            <ac:spMk id="9" creationId="{D0BC2EF9-EA4C-CE8E-C0A7-2D8A791A2379}"/>
          </ac:spMkLst>
        </pc:spChg>
        <pc:picChg chg="add mod">
          <ac:chgData name="Emmanuel Carela Tejeda" userId="6571813b-6108-4fda-b261-b0d0c7b64ed2" providerId="ADAL" clId="{BEF48E07-C45C-4130-8E46-AD40F50A2570}" dt="2026-07-29T03:10:06.179" v="9509" actId="1076"/>
          <ac:picMkLst>
            <pc:docMk/>
            <pc:sldMk cId="926855493" sldId="1531"/>
            <ac:picMk id="2" creationId="{CD832797-2D99-9D15-E95F-0AAAE39C0CE9}"/>
          </ac:picMkLst>
        </pc:picChg>
        <pc:picChg chg="add del mod">
          <ac:chgData name="Emmanuel Carela Tejeda" userId="6571813b-6108-4fda-b261-b0d0c7b64ed2" providerId="ADAL" clId="{BEF48E07-C45C-4130-8E46-AD40F50A2570}" dt="2026-07-29T03:09:57.940" v="9505" actId="478"/>
          <ac:picMkLst>
            <pc:docMk/>
            <pc:sldMk cId="926855493" sldId="1531"/>
            <ac:picMk id="3" creationId="{55807EAE-4C6C-24D5-C972-85C93A3F77BE}"/>
          </ac:picMkLst>
        </pc:picChg>
      </pc:sldChg>
      <pc:sldChg chg="modSp mod">
        <pc:chgData name="Emmanuel Carela Tejeda" userId="6571813b-6108-4fda-b261-b0d0c7b64ed2" providerId="ADAL" clId="{BEF48E07-C45C-4130-8E46-AD40F50A2570}" dt="2026-07-29T02:40:09.561" v="9071"/>
        <pc:sldMkLst>
          <pc:docMk/>
          <pc:sldMk cId="1782243486" sldId="1674"/>
        </pc:sldMkLst>
        <pc:spChg chg="mod">
          <ac:chgData name="Emmanuel Carela Tejeda" userId="6571813b-6108-4fda-b261-b0d0c7b64ed2" providerId="ADAL" clId="{BEF48E07-C45C-4130-8E46-AD40F50A2570}" dt="2026-07-29T02:40:09.561" v="9071"/>
          <ac:spMkLst>
            <pc:docMk/>
            <pc:sldMk cId="1782243486" sldId="1674"/>
            <ac:spMk id="3" creationId="{CBC4E33C-B76E-07B4-888B-9AC416D7DD5F}"/>
          </ac:spMkLst>
        </pc:spChg>
      </pc:sldChg>
      <pc:sldChg chg="addSp delSp modSp mod">
        <pc:chgData name="Emmanuel Carela Tejeda" userId="6571813b-6108-4fda-b261-b0d0c7b64ed2" providerId="ADAL" clId="{BEF48E07-C45C-4130-8E46-AD40F50A2570}" dt="2026-07-29T02:40:32.271" v="9078" actId="403"/>
        <pc:sldMkLst>
          <pc:docMk/>
          <pc:sldMk cId="718268723" sldId="1675"/>
        </pc:sldMkLst>
        <pc:spChg chg="mod">
          <ac:chgData name="Emmanuel Carela Tejeda" userId="6571813b-6108-4fda-b261-b0d0c7b64ed2" providerId="ADAL" clId="{BEF48E07-C45C-4130-8E46-AD40F50A2570}" dt="2026-07-29T02:40:32.271" v="9078" actId="403"/>
          <ac:spMkLst>
            <pc:docMk/>
            <pc:sldMk cId="718268723" sldId="1675"/>
            <ac:spMk id="3" creationId="{9846145C-918F-DDD5-BED5-CFC3B2B840DF}"/>
          </ac:spMkLst>
        </pc:spChg>
      </pc:sldChg>
      <pc:sldChg chg="addSp delSp modSp add mod ord">
        <pc:chgData name="Emmanuel Carela Tejeda" userId="6571813b-6108-4fda-b261-b0d0c7b64ed2" providerId="ADAL" clId="{BEF48E07-C45C-4130-8E46-AD40F50A2570}" dt="2026-07-29T02:48:24.119" v="9225" actId="13926"/>
        <pc:sldMkLst>
          <pc:docMk/>
          <pc:sldMk cId="1453304703" sldId="1866"/>
        </pc:sldMkLst>
        <pc:spChg chg="mod">
          <ac:chgData name="Emmanuel Carela Tejeda" userId="6571813b-6108-4fda-b261-b0d0c7b64ed2" providerId="ADAL" clId="{BEF48E07-C45C-4130-8E46-AD40F50A2570}" dt="2026-07-29T02:48:24.119" v="9225" actId="13926"/>
          <ac:spMkLst>
            <pc:docMk/>
            <pc:sldMk cId="1453304703" sldId="1866"/>
            <ac:spMk id="3" creationId="{895EF375-7764-786E-C9F3-6C018AC56DE6}"/>
          </ac:spMkLst>
        </pc:spChg>
      </pc:sldChg>
      <pc:sldChg chg="addSp delSp modSp add mod ord delAnim modAnim">
        <pc:chgData name="Emmanuel Carela Tejeda" userId="6571813b-6108-4fda-b261-b0d0c7b64ed2" providerId="ADAL" clId="{BEF48E07-C45C-4130-8E46-AD40F50A2570}" dt="2026-07-29T03:12:41.036" v="9519" actId="1076"/>
        <pc:sldMkLst>
          <pc:docMk/>
          <pc:sldMk cId="1791447487" sldId="1878"/>
        </pc:sldMkLst>
        <pc:spChg chg="mod">
          <ac:chgData name="Emmanuel Carela Tejeda" userId="6571813b-6108-4fda-b261-b0d0c7b64ed2" providerId="ADAL" clId="{BEF48E07-C45C-4130-8E46-AD40F50A2570}" dt="2026-07-29T02:53:25.507" v="9313" actId="20577"/>
          <ac:spMkLst>
            <pc:docMk/>
            <pc:sldMk cId="1791447487" sldId="1878"/>
            <ac:spMk id="5" creationId="{808D7465-17BC-ECD0-B8C2-5E8D69AD5175}"/>
          </ac:spMkLst>
        </pc:spChg>
        <pc:spChg chg="mod">
          <ac:chgData name="Emmanuel Carela Tejeda" userId="6571813b-6108-4fda-b261-b0d0c7b64ed2" providerId="ADAL" clId="{BEF48E07-C45C-4130-8E46-AD40F50A2570}" dt="2026-07-29T02:53:16.710" v="9300" actId="20577"/>
          <ac:spMkLst>
            <pc:docMk/>
            <pc:sldMk cId="1791447487" sldId="1878"/>
            <ac:spMk id="9" creationId="{D0BC2EF9-EA4C-CE8E-C0A7-2D8A791A2379}"/>
          </ac:spMkLst>
        </pc:spChg>
        <pc:picChg chg="add del mod">
          <ac:chgData name="Emmanuel Carela Tejeda" userId="6571813b-6108-4fda-b261-b0d0c7b64ed2" providerId="ADAL" clId="{BEF48E07-C45C-4130-8E46-AD40F50A2570}" dt="2026-07-29T03:12:21.915" v="9512" actId="478"/>
          <ac:picMkLst>
            <pc:docMk/>
            <pc:sldMk cId="1791447487" sldId="1878"/>
            <ac:picMk id="2" creationId="{9CFAB6B0-CFA6-3207-6D35-B6C95E639DF4}"/>
          </ac:picMkLst>
        </pc:picChg>
        <pc:picChg chg="add mod">
          <ac:chgData name="Emmanuel Carela Tejeda" userId="6571813b-6108-4fda-b261-b0d0c7b64ed2" providerId="ADAL" clId="{BEF48E07-C45C-4130-8E46-AD40F50A2570}" dt="2026-07-29T03:12:41.036" v="9519" actId="1076"/>
          <ac:picMkLst>
            <pc:docMk/>
            <pc:sldMk cId="1791447487" sldId="1878"/>
            <ac:picMk id="3" creationId="{87FFE66F-66BE-3379-B6E9-78D44840E04E}"/>
          </ac:picMkLst>
        </pc:picChg>
      </pc:sldChg>
      <pc:sldChg chg="modSp add mod ord">
        <pc:chgData name="Emmanuel Carela Tejeda" userId="6571813b-6108-4fda-b261-b0d0c7b64ed2" providerId="ADAL" clId="{BEF48E07-C45C-4130-8E46-AD40F50A2570}" dt="2026-07-29T02:53:53.245" v="9324" actId="403"/>
        <pc:sldMkLst>
          <pc:docMk/>
          <pc:sldMk cId="1561068841" sldId="1879"/>
        </pc:sldMkLst>
        <pc:spChg chg="mod">
          <ac:chgData name="Emmanuel Carela Tejeda" userId="6571813b-6108-4fda-b261-b0d0c7b64ed2" providerId="ADAL" clId="{BEF48E07-C45C-4130-8E46-AD40F50A2570}" dt="2026-07-29T02:53:53.245" v="9324" actId="403"/>
          <ac:spMkLst>
            <pc:docMk/>
            <pc:sldMk cId="1561068841" sldId="1879"/>
            <ac:spMk id="3" creationId="{895EF375-7764-786E-C9F3-6C018AC56DE6}"/>
          </ac:spMkLst>
        </pc:spChg>
      </pc:sldChg>
      <pc:sldChg chg="addSp delSp modSp add mod ord addAnim delAnim modAnim">
        <pc:chgData name="Emmanuel Carela Tejeda" userId="6571813b-6108-4fda-b261-b0d0c7b64ed2" providerId="ADAL" clId="{BEF48E07-C45C-4130-8E46-AD40F50A2570}" dt="2026-07-29T03:09:04.947" v="9503"/>
        <pc:sldMkLst>
          <pc:docMk/>
          <pc:sldMk cId="3429551975" sldId="1880"/>
        </pc:sldMkLst>
        <pc:spChg chg="add">
          <ac:chgData name="Emmanuel Carela Tejeda" userId="6571813b-6108-4fda-b261-b0d0c7b64ed2" providerId="ADAL" clId="{BEF48E07-C45C-4130-8E46-AD40F50A2570}" dt="2026-07-29T03:07:20.997" v="9486" actId="22"/>
          <ac:spMkLst>
            <pc:docMk/>
            <pc:sldMk cId="3429551975" sldId="1880"/>
            <ac:spMk id="6" creationId="{C4BD6365-99BE-1205-9BC7-B26E3F1B60C0}"/>
          </ac:spMkLst>
        </pc:spChg>
        <pc:spChg chg="mod ord">
          <ac:chgData name="Emmanuel Carela Tejeda" userId="6571813b-6108-4fda-b261-b0d0c7b64ed2" providerId="ADAL" clId="{BEF48E07-C45C-4130-8E46-AD40F50A2570}" dt="2026-07-29T03:07:20.292" v="9485" actId="1076"/>
          <ac:spMkLst>
            <pc:docMk/>
            <pc:sldMk cId="3429551975" sldId="1880"/>
            <ac:spMk id="7" creationId="{073DBD69-108D-6B7E-4642-BD105ECA0482}"/>
          </ac:spMkLst>
        </pc:spChg>
        <pc:spChg chg="add del mod">
          <ac:chgData name="Emmanuel Carela Tejeda" userId="6571813b-6108-4fda-b261-b0d0c7b64ed2" providerId="ADAL" clId="{BEF48E07-C45C-4130-8E46-AD40F50A2570}" dt="2026-07-29T03:07:04.959" v="9475" actId="21"/>
          <ac:spMkLst>
            <pc:docMk/>
            <pc:sldMk cId="3429551975" sldId="1880"/>
            <ac:spMk id="8" creationId="{F196F56B-E620-1322-B114-790A7990FD56}"/>
          </ac:spMkLst>
        </pc:spChg>
        <pc:spChg chg="add del">
          <ac:chgData name="Emmanuel Carela Tejeda" userId="6571813b-6108-4fda-b261-b0d0c7b64ed2" providerId="ADAL" clId="{BEF48E07-C45C-4130-8E46-AD40F50A2570}" dt="2026-07-29T03:07:08.150" v="9476" actId="26606"/>
          <ac:spMkLst>
            <pc:docMk/>
            <pc:sldMk cId="3429551975" sldId="1880"/>
            <ac:spMk id="5406" creationId="{5A59F003-E00A-43F9-91DC-CC54E3B87466}"/>
          </ac:spMkLst>
        </pc:spChg>
        <pc:spChg chg="add del">
          <ac:chgData name="Emmanuel Carela Tejeda" userId="6571813b-6108-4fda-b261-b0d0c7b64ed2" providerId="ADAL" clId="{BEF48E07-C45C-4130-8E46-AD40F50A2570}" dt="2026-07-29T03:07:08.150" v="9476" actId="26606"/>
          <ac:spMkLst>
            <pc:docMk/>
            <pc:sldMk cId="3429551975" sldId="1880"/>
            <ac:spMk id="5408" creationId="{D74A4382-E3AD-430A-9A1F-DFA3E0E77A7D}"/>
          </ac:spMkLst>
        </pc:spChg>
        <pc:spChg chg="add del">
          <ac:chgData name="Emmanuel Carela Tejeda" userId="6571813b-6108-4fda-b261-b0d0c7b64ed2" providerId="ADAL" clId="{BEF48E07-C45C-4130-8E46-AD40F50A2570}" dt="2026-07-29T03:07:08.150" v="9476" actId="26606"/>
          <ac:spMkLst>
            <pc:docMk/>
            <pc:sldMk cId="3429551975" sldId="1880"/>
            <ac:spMk id="5410" creationId="{79F40191-0F44-4FD1-82CC-ACB507C14BE6}"/>
          </ac:spMkLst>
        </pc:spChg>
        <pc:spChg chg="add">
          <ac:chgData name="Emmanuel Carela Tejeda" userId="6571813b-6108-4fda-b261-b0d0c7b64ed2" providerId="ADAL" clId="{BEF48E07-C45C-4130-8E46-AD40F50A2570}" dt="2026-07-29T03:07:08.150" v="9476" actId="26606"/>
          <ac:spMkLst>
            <pc:docMk/>
            <pc:sldMk cId="3429551975" sldId="1880"/>
            <ac:spMk id="5415" creationId="{5A59F003-E00A-43F9-91DC-CC54E3B87466}"/>
          </ac:spMkLst>
        </pc:spChg>
        <pc:spChg chg="add">
          <ac:chgData name="Emmanuel Carela Tejeda" userId="6571813b-6108-4fda-b261-b0d0c7b64ed2" providerId="ADAL" clId="{BEF48E07-C45C-4130-8E46-AD40F50A2570}" dt="2026-07-29T03:07:08.150" v="9476" actId="26606"/>
          <ac:spMkLst>
            <pc:docMk/>
            <pc:sldMk cId="3429551975" sldId="1880"/>
            <ac:spMk id="5417" creationId="{D74A4382-E3AD-430A-9A1F-DFA3E0E77A7D}"/>
          </ac:spMkLst>
        </pc:spChg>
        <pc:spChg chg="add">
          <ac:chgData name="Emmanuel Carela Tejeda" userId="6571813b-6108-4fda-b261-b0d0c7b64ed2" providerId="ADAL" clId="{BEF48E07-C45C-4130-8E46-AD40F50A2570}" dt="2026-07-29T03:07:08.150" v="9476" actId="26606"/>
          <ac:spMkLst>
            <pc:docMk/>
            <pc:sldMk cId="3429551975" sldId="1880"/>
            <ac:spMk id="5419" creationId="{79F40191-0F44-4FD1-82CC-ACB507C14BE6}"/>
          </ac:spMkLst>
        </pc:spChg>
        <pc:picChg chg="add mod">
          <ac:chgData name="Emmanuel Carela Tejeda" userId="6571813b-6108-4fda-b261-b0d0c7b64ed2" providerId="ADAL" clId="{BEF48E07-C45C-4130-8E46-AD40F50A2570}" dt="2026-07-29T03:07:08.150" v="9476" actId="26606"/>
          <ac:picMkLst>
            <pc:docMk/>
            <pc:sldMk cId="3429551975" sldId="1880"/>
            <ac:picMk id="3" creationId="{0F87E48E-8B19-6653-EB7B-42DA6B9D9060}"/>
          </ac:picMkLst>
        </pc:picChg>
        <pc:picChg chg="add del mod">
          <ac:chgData name="Emmanuel Carela Tejeda" userId="6571813b-6108-4fda-b261-b0d0c7b64ed2" providerId="ADAL" clId="{BEF48E07-C45C-4130-8E46-AD40F50A2570}" dt="2026-07-29T03:07:00.436" v="9473" actId="478"/>
          <ac:picMkLst>
            <pc:docMk/>
            <pc:sldMk cId="3429551975" sldId="1880"/>
            <ac:picMk id="4" creationId="{1F33AA73-C4EE-4DCC-3BF3-AF579D310F95}"/>
          </ac:picMkLst>
        </pc:picChg>
      </pc:sldChg>
      <pc:sldChg chg="modSp add mod ord">
        <pc:chgData name="Emmanuel Carela Tejeda" userId="6571813b-6108-4fda-b261-b0d0c7b64ed2" providerId="ADAL" clId="{BEF48E07-C45C-4130-8E46-AD40F50A2570}" dt="2026-07-29T02:54:51.860" v="9338" actId="207"/>
        <pc:sldMkLst>
          <pc:docMk/>
          <pc:sldMk cId="3235131670" sldId="1881"/>
        </pc:sldMkLst>
        <pc:spChg chg="mod">
          <ac:chgData name="Emmanuel Carela Tejeda" userId="6571813b-6108-4fda-b261-b0d0c7b64ed2" providerId="ADAL" clId="{BEF48E07-C45C-4130-8E46-AD40F50A2570}" dt="2026-07-29T02:54:41.451" v="9335" actId="1076"/>
          <ac:spMkLst>
            <pc:docMk/>
            <pc:sldMk cId="3235131670" sldId="1881"/>
            <ac:spMk id="4" creationId="{6D42B251-FFA2-3D73-15EB-D8E182D50A27}"/>
          </ac:spMkLst>
        </pc:spChg>
        <pc:spChg chg="mod">
          <ac:chgData name="Emmanuel Carela Tejeda" userId="6571813b-6108-4fda-b261-b0d0c7b64ed2" providerId="ADAL" clId="{BEF48E07-C45C-4130-8E46-AD40F50A2570}" dt="2026-07-29T02:54:51.860" v="9338" actId="207"/>
          <ac:spMkLst>
            <pc:docMk/>
            <pc:sldMk cId="3235131670" sldId="1881"/>
            <ac:spMk id="5" creationId="{E5F366DD-3E87-8D76-67EC-3FA48E29FA94}"/>
          </ac:spMkLst>
        </pc:spChg>
      </pc:sldChg>
      <pc:sldChg chg="modSp add mod ord">
        <pc:chgData name="Emmanuel Carela Tejeda" userId="6571813b-6108-4fda-b261-b0d0c7b64ed2" providerId="ADAL" clId="{BEF48E07-C45C-4130-8E46-AD40F50A2570}" dt="2026-07-29T02:55:39.838" v="9348" actId="1076"/>
        <pc:sldMkLst>
          <pc:docMk/>
          <pc:sldMk cId="1679954506" sldId="1882"/>
        </pc:sldMkLst>
        <pc:spChg chg="mod">
          <ac:chgData name="Emmanuel Carela Tejeda" userId="6571813b-6108-4fda-b261-b0d0c7b64ed2" providerId="ADAL" clId="{BEF48E07-C45C-4130-8E46-AD40F50A2570}" dt="2026-07-29T02:54:58.822" v="9339"/>
          <ac:spMkLst>
            <pc:docMk/>
            <pc:sldMk cId="1679954506" sldId="1882"/>
            <ac:spMk id="2" creationId="{408FC027-8D36-F215-5F7F-F606FCD39324}"/>
          </ac:spMkLst>
        </pc:spChg>
        <pc:spChg chg="mod">
          <ac:chgData name="Emmanuel Carela Tejeda" userId="6571813b-6108-4fda-b261-b0d0c7b64ed2" providerId="ADAL" clId="{BEF48E07-C45C-4130-8E46-AD40F50A2570}" dt="2026-07-29T02:55:39.838" v="9348" actId="1076"/>
          <ac:spMkLst>
            <pc:docMk/>
            <pc:sldMk cId="1679954506" sldId="1882"/>
            <ac:spMk id="3" creationId="{5D50D848-3583-647C-3FBC-749330D176E7}"/>
          </ac:spMkLst>
        </pc:spChg>
      </pc:sldChg>
      <pc:sldChg chg="addSp delSp modSp add del mod ord addAnim modAnim">
        <pc:chgData name="Emmanuel Carela Tejeda" userId="6571813b-6108-4fda-b261-b0d0c7b64ed2" providerId="ADAL" clId="{BEF48E07-C45C-4130-8E46-AD40F50A2570}" dt="2026-07-29T03:09:08.454" v="9504"/>
        <pc:sldMkLst>
          <pc:docMk/>
          <pc:sldMk cId="714726563" sldId="1892"/>
        </pc:sldMkLst>
        <pc:spChg chg="add del mod">
          <ac:chgData name="Emmanuel Carela Tejeda" userId="6571813b-6108-4fda-b261-b0d0c7b64ed2" providerId="ADAL" clId="{BEF48E07-C45C-4130-8E46-AD40F50A2570}" dt="2026-07-29T03:07:36.956" v="9491" actId="21"/>
          <ac:spMkLst>
            <pc:docMk/>
            <pc:sldMk cId="714726563" sldId="1892"/>
            <ac:spMk id="5" creationId="{797619F7-77CB-DD0C-62D2-86825B6B7345}"/>
          </ac:spMkLst>
        </pc:spChg>
        <pc:spChg chg="mod ord">
          <ac:chgData name="Emmanuel Carela Tejeda" userId="6571813b-6108-4fda-b261-b0d0c7b64ed2" providerId="ADAL" clId="{BEF48E07-C45C-4130-8E46-AD40F50A2570}" dt="2026-07-29T03:07:50.476" v="9501" actId="1076"/>
          <ac:spMkLst>
            <pc:docMk/>
            <pc:sldMk cId="714726563" sldId="1892"/>
            <ac:spMk id="7" creationId="{E0CF2665-B690-90C7-DE5B-C8D91AF6E793}"/>
          </ac:spMkLst>
        </pc:spChg>
        <pc:spChg chg="add">
          <ac:chgData name="Emmanuel Carela Tejeda" userId="6571813b-6108-4fda-b261-b0d0c7b64ed2" providerId="ADAL" clId="{BEF48E07-C45C-4130-8E46-AD40F50A2570}" dt="2026-07-29T03:07:51.178" v="9502" actId="22"/>
          <ac:spMkLst>
            <pc:docMk/>
            <pc:sldMk cId="714726563" sldId="1892"/>
            <ac:spMk id="8" creationId="{8FE79E35-108A-6249-D134-191BB8A71BFB}"/>
          </ac:spMkLst>
        </pc:spChg>
        <pc:spChg chg="add del">
          <ac:chgData name="Emmanuel Carela Tejeda" userId="6571813b-6108-4fda-b261-b0d0c7b64ed2" providerId="ADAL" clId="{BEF48E07-C45C-4130-8E46-AD40F50A2570}" dt="2026-07-29T03:07:40.791" v="9492" actId="26606"/>
          <ac:spMkLst>
            <pc:docMk/>
            <pc:sldMk cId="714726563" sldId="1892"/>
            <ac:spMk id="5409" creationId="{5A59F003-E00A-43F9-91DC-CC54E3B87466}"/>
          </ac:spMkLst>
        </pc:spChg>
        <pc:spChg chg="add del">
          <ac:chgData name="Emmanuel Carela Tejeda" userId="6571813b-6108-4fda-b261-b0d0c7b64ed2" providerId="ADAL" clId="{BEF48E07-C45C-4130-8E46-AD40F50A2570}" dt="2026-07-29T03:07:40.791" v="9492" actId="26606"/>
          <ac:spMkLst>
            <pc:docMk/>
            <pc:sldMk cId="714726563" sldId="1892"/>
            <ac:spMk id="5411" creationId="{D74A4382-E3AD-430A-9A1F-DFA3E0E77A7D}"/>
          </ac:spMkLst>
        </pc:spChg>
        <pc:spChg chg="add del">
          <ac:chgData name="Emmanuel Carela Tejeda" userId="6571813b-6108-4fda-b261-b0d0c7b64ed2" providerId="ADAL" clId="{BEF48E07-C45C-4130-8E46-AD40F50A2570}" dt="2026-07-29T03:07:40.791" v="9492" actId="26606"/>
          <ac:spMkLst>
            <pc:docMk/>
            <pc:sldMk cId="714726563" sldId="1892"/>
            <ac:spMk id="5413" creationId="{79F40191-0F44-4FD1-82CC-ACB507C14BE6}"/>
          </ac:spMkLst>
        </pc:spChg>
        <pc:spChg chg="add">
          <ac:chgData name="Emmanuel Carela Tejeda" userId="6571813b-6108-4fda-b261-b0d0c7b64ed2" providerId="ADAL" clId="{BEF48E07-C45C-4130-8E46-AD40F50A2570}" dt="2026-07-29T03:07:40.791" v="9492" actId="26606"/>
          <ac:spMkLst>
            <pc:docMk/>
            <pc:sldMk cId="714726563" sldId="1892"/>
            <ac:spMk id="5418" creationId="{5A59F003-E00A-43F9-91DC-CC54E3B87466}"/>
          </ac:spMkLst>
        </pc:spChg>
        <pc:spChg chg="add">
          <ac:chgData name="Emmanuel Carela Tejeda" userId="6571813b-6108-4fda-b261-b0d0c7b64ed2" providerId="ADAL" clId="{BEF48E07-C45C-4130-8E46-AD40F50A2570}" dt="2026-07-29T03:07:40.791" v="9492" actId="26606"/>
          <ac:spMkLst>
            <pc:docMk/>
            <pc:sldMk cId="714726563" sldId="1892"/>
            <ac:spMk id="5420" creationId="{D74A4382-E3AD-430A-9A1F-DFA3E0E77A7D}"/>
          </ac:spMkLst>
        </pc:spChg>
        <pc:spChg chg="add">
          <ac:chgData name="Emmanuel Carela Tejeda" userId="6571813b-6108-4fda-b261-b0d0c7b64ed2" providerId="ADAL" clId="{BEF48E07-C45C-4130-8E46-AD40F50A2570}" dt="2026-07-29T03:07:40.791" v="9492" actId="26606"/>
          <ac:spMkLst>
            <pc:docMk/>
            <pc:sldMk cId="714726563" sldId="1892"/>
            <ac:spMk id="5422" creationId="{79F40191-0F44-4FD1-82CC-ACB507C14BE6}"/>
          </ac:spMkLst>
        </pc:spChg>
        <pc:picChg chg="add del mod">
          <ac:chgData name="Emmanuel Carela Tejeda" userId="6571813b-6108-4fda-b261-b0d0c7b64ed2" providerId="ADAL" clId="{BEF48E07-C45C-4130-8E46-AD40F50A2570}" dt="2026-07-29T03:07:32.269" v="9489" actId="478"/>
          <ac:picMkLst>
            <pc:docMk/>
            <pc:sldMk cId="714726563" sldId="1892"/>
            <ac:picMk id="3" creationId="{F107E5D0-54B6-0516-702C-3789672040EB}"/>
          </ac:picMkLst>
        </pc:picChg>
        <pc:picChg chg="add mod">
          <ac:chgData name="Emmanuel Carela Tejeda" userId="6571813b-6108-4fda-b261-b0d0c7b64ed2" providerId="ADAL" clId="{BEF48E07-C45C-4130-8E46-AD40F50A2570}" dt="2026-07-29T03:07:40.791" v="9492" actId="26606"/>
          <ac:picMkLst>
            <pc:docMk/>
            <pc:sldMk cId="714726563" sldId="1892"/>
            <ac:picMk id="4" creationId="{23371A02-2DF9-0A6C-2397-210CB03E0DBE}"/>
          </ac:picMkLst>
        </pc:picChg>
      </pc:sldChg>
      <pc:sldChg chg="modSp add mod ord replId">
        <pc:chgData name="Emmanuel Carela Tejeda" userId="6571813b-6108-4fda-b261-b0d0c7b64ed2" providerId="ADAL" clId="{BEF48E07-C45C-4130-8E46-AD40F50A2570}" dt="2026-07-29T02:58:44.542" v="9397" actId="113"/>
        <pc:sldMkLst>
          <pc:docMk/>
          <pc:sldMk cId="1157788228" sldId="1894"/>
        </pc:sldMkLst>
        <pc:spChg chg="mod">
          <ac:chgData name="Emmanuel Carela Tejeda" userId="6571813b-6108-4fda-b261-b0d0c7b64ed2" providerId="ADAL" clId="{BEF48E07-C45C-4130-8E46-AD40F50A2570}" dt="2026-07-29T02:58:17.978" v="9393" actId="20577"/>
          <ac:spMkLst>
            <pc:docMk/>
            <pc:sldMk cId="1157788228" sldId="1894"/>
            <ac:spMk id="2" creationId="{E95D0630-6543-3F49-03D0-B63D558CDB3D}"/>
          </ac:spMkLst>
        </pc:spChg>
        <pc:spChg chg="mod">
          <ac:chgData name="Emmanuel Carela Tejeda" userId="6571813b-6108-4fda-b261-b0d0c7b64ed2" providerId="ADAL" clId="{BEF48E07-C45C-4130-8E46-AD40F50A2570}" dt="2026-07-29T02:58:44.542" v="9397" actId="113"/>
          <ac:spMkLst>
            <pc:docMk/>
            <pc:sldMk cId="1157788228" sldId="1894"/>
            <ac:spMk id="3" creationId="{EC772BA1-65F2-6E29-8218-080191AC508F}"/>
          </ac:spMkLst>
        </pc:spChg>
      </pc:sldChg>
      <pc:sldChg chg="modSp add mod">
        <pc:chgData name="Emmanuel Carela Tejeda" userId="6571813b-6108-4fda-b261-b0d0c7b64ed2" providerId="ADAL" clId="{BEF48E07-C45C-4130-8E46-AD40F50A2570}" dt="2026-07-29T02:34:00.199" v="9009" actId="113"/>
        <pc:sldMkLst>
          <pc:docMk/>
          <pc:sldMk cId="368711858" sldId="1992"/>
        </pc:sldMkLst>
        <pc:spChg chg="mod">
          <ac:chgData name="Emmanuel Carela Tejeda" userId="6571813b-6108-4fda-b261-b0d0c7b64ed2" providerId="ADAL" clId="{BEF48E07-C45C-4130-8E46-AD40F50A2570}" dt="2026-07-29T02:34:00.199" v="9009" actId="113"/>
          <ac:spMkLst>
            <pc:docMk/>
            <pc:sldMk cId="368711858" sldId="1992"/>
            <ac:spMk id="6" creationId="{79F806B8-AB6A-3DDA-CDC2-05212FDBE2DD}"/>
          </ac:spMkLst>
        </pc:spChg>
      </pc:sldChg>
      <pc:sldChg chg="modSp add mod ord">
        <pc:chgData name="Emmanuel Carela Tejeda" userId="6571813b-6108-4fda-b261-b0d0c7b64ed2" providerId="ADAL" clId="{BEF48E07-C45C-4130-8E46-AD40F50A2570}" dt="2026-07-29T02:58:08.132" v="9391" actId="15"/>
        <pc:sldMkLst>
          <pc:docMk/>
          <pc:sldMk cId="483947719" sldId="2048"/>
        </pc:sldMkLst>
        <pc:spChg chg="mod">
          <ac:chgData name="Emmanuel Carela Tejeda" userId="6571813b-6108-4fda-b261-b0d0c7b64ed2" providerId="ADAL" clId="{BEF48E07-C45C-4130-8E46-AD40F50A2570}" dt="2026-07-29T02:57:58.415" v="9386" actId="1076"/>
          <ac:spMkLst>
            <pc:docMk/>
            <pc:sldMk cId="483947719" sldId="2048"/>
            <ac:spMk id="4" creationId="{F5D7B8F3-B494-627B-2D3C-14F73A8A916E}"/>
          </ac:spMkLst>
        </pc:spChg>
        <pc:spChg chg="mod">
          <ac:chgData name="Emmanuel Carela Tejeda" userId="6571813b-6108-4fda-b261-b0d0c7b64ed2" providerId="ADAL" clId="{BEF48E07-C45C-4130-8E46-AD40F50A2570}" dt="2026-07-29T02:58:08.132" v="9391" actId="15"/>
          <ac:spMkLst>
            <pc:docMk/>
            <pc:sldMk cId="483947719" sldId="2048"/>
            <ac:spMk id="5" creationId="{F15BD4A6-B02A-F86D-61F9-3343278581D4}"/>
          </ac:spMkLst>
        </pc:spChg>
      </pc:sldChg>
      <pc:sldChg chg="modSp add mod ord">
        <pc:chgData name="Emmanuel Carela Tejeda" userId="6571813b-6108-4fda-b261-b0d0c7b64ed2" providerId="ADAL" clId="{BEF48E07-C45C-4130-8E46-AD40F50A2570}" dt="2026-07-29T02:49:37.886" v="9243" actId="113"/>
        <pc:sldMkLst>
          <pc:docMk/>
          <pc:sldMk cId="3814697602" sldId="2086"/>
        </pc:sldMkLst>
        <pc:spChg chg="mod">
          <ac:chgData name="Emmanuel Carela Tejeda" userId="6571813b-6108-4fda-b261-b0d0c7b64ed2" providerId="ADAL" clId="{BEF48E07-C45C-4130-8E46-AD40F50A2570}" dt="2026-07-29T02:49:20.687" v="9240"/>
          <ac:spMkLst>
            <pc:docMk/>
            <pc:sldMk cId="3814697602" sldId="2086"/>
            <ac:spMk id="2" creationId="{010E8C1F-C64D-09B7-7CFA-7F0D0F205AED}"/>
          </ac:spMkLst>
        </pc:spChg>
        <pc:spChg chg="mod">
          <ac:chgData name="Emmanuel Carela Tejeda" userId="6571813b-6108-4fda-b261-b0d0c7b64ed2" providerId="ADAL" clId="{BEF48E07-C45C-4130-8E46-AD40F50A2570}" dt="2026-07-29T02:49:37.886" v="9243" actId="113"/>
          <ac:spMkLst>
            <pc:docMk/>
            <pc:sldMk cId="3814697602" sldId="2086"/>
            <ac:spMk id="3" creationId="{B40173E3-3289-125C-DEC2-E1898067A1CD}"/>
          </ac:spMkLst>
        </pc:spChg>
      </pc:sldChg>
      <pc:sldChg chg="modSp add del mod ord">
        <pc:chgData name="Emmanuel Carela Tejeda" userId="6571813b-6108-4fda-b261-b0d0c7b64ed2" providerId="ADAL" clId="{BEF48E07-C45C-4130-8E46-AD40F50A2570}" dt="2026-07-29T02:01:32.097" v="8857" actId="47"/>
        <pc:sldMkLst>
          <pc:docMk/>
          <pc:sldMk cId="3884804499" sldId="2104"/>
        </pc:sldMkLst>
      </pc:sldChg>
      <pc:sldChg chg="modSp add mod">
        <pc:chgData name="Emmanuel Carela Tejeda" userId="6571813b-6108-4fda-b261-b0d0c7b64ed2" providerId="ADAL" clId="{BEF48E07-C45C-4130-8E46-AD40F50A2570}" dt="2026-07-29T02:40:41.441" v="9082" actId="20577"/>
        <pc:sldMkLst>
          <pc:docMk/>
          <pc:sldMk cId="1795730611" sldId="2109"/>
        </pc:sldMkLst>
        <pc:spChg chg="mod">
          <ac:chgData name="Emmanuel Carela Tejeda" userId="6571813b-6108-4fda-b261-b0d0c7b64ed2" providerId="ADAL" clId="{BEF48E07-C45C-4130-8E46-AD40F50A2570}" dt="2026-07-29T02:40:41.441" v="9082" actId="20577"/>
          <ac:spMkLst>
            <pc:docMk/>
            <pc:sldMk cId="1795730611" sldId="2109"/>
            <ac:spMk id="3" creationId="{E0C1E57B-F54F-39B7-96FC-07D290F7C955}"/>
          </ac:spMkLst>
        </pc:spChg>
      </pc:sldChg>
      <pc:sldChg chg="modSp add mod ord">
        <pc:chgData name="Emmanuel Carela Tejeda" userId="6571813b-6108-4fda-b261-b0d0c7b64ed2" providerId="ADAL" clId="{BEF48E07-C45C-4130-8E46-AD40F50A2570}" dt="2026-07-29T02:01:35.607" v="8858" actId="20577"/>
        <pc:sldMkLst>
          <pc:docMk/>
          <pc:sldMk cId="2242280303" sldId="2133"/>
        </pc:sldMkLst>
        <pc:spChg chg="mod">
          <ac:chgData name="Emmanuel Carela Tejeda" userId="6571813b-6108-4fda-b261-b0d0c7b64ed2" providerId="ADAL" clId="{BEF48E07-C45C-4130-8E46-AD40F50A2570}" dt="2026-07-22T04:03:56.883" v="8698" actId="13926"/>
          <ac:spMkLst>
            <pc:docMk/>
            <pc:sldMk cId="2242280303" sldId="2133"/>
            <ac:spMk id="2" creationId="{8EF8DFDC-F158-AE39-A49E-30187AF2522C}"/>
          </ac:spMkLst>
        </pc:spChg>
        <pc:spChg chg="mod">
          <ac:chgData name="Emmanuel Carela Tejeda" userId="6571813b-6108-4fda-b261-b0d0c7b64ed2" providerId="ADAL" clId="{BEF48E07-C45C-4130-8E46-AD40F50A2570}" dt="2026-07-22T04:04:44.201" v="8746" actId="20577"/>
          <ac:spMkLst>
            <pc:docMk/>
            <pc:sldMk cId="2242280303" sldId="2133"/>
            <ac:spMk id="4" creationId="{DD6B1BBF-36B9-95D0-CDA3-62CE9E850725}"/>
          </ac:spMkLst>
        </pc:spChg>
        <pc:spChg chg="mod">
          <ac:chgData name="Emmanuel Carela Tejeda" userId="6571813b-6108-4fda-b261-b0d0c7b64ed2" providerId="ADAL" clId="{BEF48E07-C45C-4130-8E46-AD40F50A2570}" dt="2026-07-22T04:04:49.028" v="8749" actId="20577"/>
          <ac:spMkLst>
            <pc:docMk/>
            <pc:sldMk cId="2242280303" sldId="2133"/>
            <ac:spMk id="9" creationId="{31348547-24D5-BD9F-5079-60DB07265429}"/>
          </ac:spMkLst>
        </pc:spChg>
        <pc:spChg chg="mod">
          <ac:chgData name="Emmanuel Carela Tejeda" userId="6571813b-6108-4fda-b261-b0d0c7b64ed2" providerId="ADAL" clId="{BEF48E07-C45C-4130-8E46-AD40F50A2570}" dt="2026-07-22T04:04:53.864" v="8750" actId="1076"/>
          <ac:spMkLst>
            <pc:docMk/>
            <pc:sldMk cId="2242280303" sldId="2133"/>
            <ac:spMk id="10" creationId="{EFC4EF45-921D-420F-CE05-5D75E433CA05}"/>
          </ac:spMkLst>
        </pc:spChg>
        <pc:spChg chg="mod">
          <ac:chgData name="Emmanuel Carela Tejeda" userId="6571813b-6108-4fda-b261-b0d0c7b64ed2" providerId="ADAL" clId="{BEF48E07-C45C-4130-8E46-AD40F50A2570}" dt="2026-07-29T02:01:35.607" v="8858" actId="20577"/>
          <ac:spMkLst>
            <pc:docMk/>
            <pc:sldMk cId="2242280303" sldId="2133"/>
            <ac:spMk id="15" creationId="{263BBD27-5A6F-588A-8585-DC59D5B767EE}"/>
          </ac:spMkLst>
        </pc:spChg>
      </pc:sldChg>
      <pc:sldChg chg="modSp add del mod">
        <pc:chgData name="Emmanuel Carela Tejeda" userId="6571813b-6108-4fda-b261-b0d0c7b64ed2" providerId="ADAL" clId="{BEF48E07-C45C-4130-8E46-AD40F50A2570}" dt="2026-07-29T02:01:47.732" v="8860" actId="47"/>
        <pc:sldMkLst>
          <pc:docMk/>
          <pc:sldMk cId="840706156" sldId="2134"/>
        </pc:sldMkLst>
      </pc:sldChg>
      <pc:sldChg chg="modSp add del mod">
        <pc:chgData name="Emmanuel Carela Tejeda" userId="6571813b-6108-4fda-b261-b0d0c7b64ed2" providerId="ADAL" clId="{BEF48E07-C45C-4130-8E46-AD40F50A2570}" dt="2026-07-29T02:01:47.732" v="8860" actId="47"/>
        <pc:sldMkLst>
          <pc:docMk/>
          <pc:sldMk cId="1692249134" sldId="2135"/>
        </pc:sldMkLst>
      </pc:sldChg>
      <pc:sldChg chg="modSp add del mod">
        <pc:chgData name="Emmanuel Carela Tejeda" userId="6571813b-6108-4fda-b261-b0d0c7b64ed2" providerId="ADAL" clId="{BEF48E07-C45C-4130-8E46-AD40F50A2570}" dt="2026-07-29T02:01:47.732" v="8860" actId="47"/>
        <pc:sldMkLst>
          <pc:docMk/>
          <pc:sldMk cId="613315039" sldId="2136"/>
        </pc:sldMkLst>
      </pc:sldChg>
      <pc:sldChg chg="modSp add del mod">
        <pc:chgData name="Emmanuel Carela Tejeda" userId="6571813b-6108-4fda-b261-b0d0c7b64ed2" providerId="ADAL" clId="{BEF48E07-C45C-4130-8E46-AD40F50A2570}" dt="2026-07-29T02:42:53.259" v="9115" actId="47"/>
        <pc:sldMkLst>
          <pc:docMk/>
          <pc:sldMk cId="2165877104" sldId="2137"/>
        </pc:sldMkLst>
      </pc:sldChg>
      <pc:sldChg chg="modSp add del mod">
        <pc:chgData name="Emmanuel Carela Tejeda" userId="6571813b-6108-4fda-b261-b0d0c7b64ed2" providerId="ADAL" clId="{BEF48E07-C45C-4130-8E46-AD40F50A2570}" dt="2026-07-29T02:42:53.259" v="9115" actId="47"/>
        <pc:sldMkLst>
          <pc:docMk/>
          <pc:sldMk cId="61920246" sldId="2138"/>
        </pc:sldMkLst>
      </pc:sldChg>
      <pc:sldChg chg="modSp add del mod">
        <pc:chgData name="Emmanuel Carela Tejeda" userId="6571813b-6108-4fda-b261-b0d0c7b64ed2" providerId="ADAL" clId="{BEF48E07-C45C-4130-8E46-AD40F50A2570}" dt="2026-07-29T02:42:53.259" v="9115" actId="47"/>
        <pc:sldMkLst>
          <pc:docMk/>
          <pc:sldMk cId="3549315000" sldId="2139"/>
        </pc:sldMkLst>
      </pc:sldChg>
      <pc:sldChg chg="modSp add del mod">
        <pc:chgData name="Emmanuel Carela Tejeda" userId="6571813b-6108-4fda-b261-b0d0c7b64ed2" providerId="ADAL" clId="{BEF48E07-C45C-4130-8E46-AD40F50A2570}" dt="2026-07-29T02:45:47.149" v="9169" actId="47"/>
        <pc:sldMkLst>
          <pc:docMk/>
          <pc:sldMk cId="108273761" sldId="2140"/>
        </pc:sldMkLst>
      </pc:sldChg>
      <pc:sldChg chg="modSp add del mod">
        <pc:chgData name="Emmanuel Carela Tejeda" userId="6571813b-6108-4fda-b261-b0d0c7b64ed2" providerId="ADAL" clId="{BEF48E07-C45C-4130-8E46-AD40F50A2570}" dt="2026-07-29T02:45:47.149" v="9169" actId="47"/>
        <pc:sldMkLst>
          <pc:docMk/>
          <pc:sldMk cId="3795283085" sldId="2141"/>
        </pc:sldMkLst>
      </pc:sldChg>
      <pc:sldChg chg="modSp add del mod">
        <pc:chgData name="Emmanuel Carela Tejeda" userId="6571813b-6108-4fda-b261-b0d0c7b64ed2" providerId="ADAL" clId="{BEF48E07-C45C-4130-8E46-AD40F50A2570}" dt="2026-07-29T02:45:47.149" v="9169" actId="47"/>
        <pc:sldMkLst>
          <pc:docMk/>
          <pc:sldMk cId="308949371" sldId="2142"/>
        </pc:sldMkLst>
      </pc:sldChg>
      <pc:sldChg chg="modSp add del mod">
        <pc:chgData name="Emmanuel Carela Tejeda" userId="6571813b-6108-4fda-b261-b0d0c7b64ed2" providerId="ADAL" clId="{BEF48E07-C45C-4130-8E46-AD40F50A2570}" dt="2026-07-29T02:45:47.149" v="9169" actId="47"/>
        <pc:sldMkLst>
          <pc:docMk/>
          <pc:sldMk cId="2221356482" sldId="2143"/>
        </pc:sldMkLst>
      </pc:sldChg>
      <pc:sldChg chg="modSp add del mod">
        <pc:chgData name="Emmanuel Carela Tejeda" userId="6571813b-6108-4fda-b261-b0d0c7b64ed2" providerId="ADAL" clId="{BEF48E07-C45C-4130-8E46-AD40F50A2570}" dt="2026-07-29T02:45:47.149" v="9169" actId="47"/>
        <pc:sldMkLst>
          <pc:docMk/>
          <pc:sldMk cId="2006292000" sldId="2144"/>
        </pc:sldMkLst>
      </pc:sldChg>
      <pc:sldChg chg="modSp add del mod">
        <pc:chgData name="Emmanuel Carela Tejeda" userId="6571813b-6108-4fda-b261-b0d0c7b64ed2" providerId="ADAL" clId="{BEF48E07-C45C-4130-8E46-AD40F50A2570}" dt="2026-07-29T02:49:24.149" v="9241" actId="47"/>
        <pc:sldMkLst>
          <pc:docMk/>
          <pc:sldMk cId="2566798205" sldId="2145"/>
        </pc:sldMkLst>
      </pc:sldChg>
      <pc:sldChg chg="modSp add del mod">
        <pc:chgData name="Emmanuel Carela Tejeda" userId="6571813b-6108-4fda-b261-b0d0c7b64ed2" providerId="ADAL" clId="{BEF48E07-C45C-4130-8E46-AD40F50A2570}" dt="2026-07-29T02:49:24.149" v="9241" actId="47"/>
        <pc:sldMkLst>
          <pc:docMk/>
          <pc:sldMk cId="2059453731" sldId="2146"/>
        </pc:sldMkLst>
      </pc:sldChg>
      <pc:sldChg chg="modSp add del mod">
        <pc:chgData name="Emmanuel Carela Tejeda" userId="6571813b-6108-4fda-b261-b0d0c7b64ed2" providerId="ADAL" clId="{BEF48E07-C45C-4130-8E46-AD40F50A2570}" dt="2026-07-29T02:49:24.149" v="9241" actId="47"/>
        <pc:sldMkLst>
          <pc:docMk/>
          <pc:sldMk cId="1211323250" sldId="2147"/>
        </pc:sldMkLst>
      </pc:sldChg>
      <pc:sldChg chg="modSp add del mod">
        <pc:chgData name="Emmanuel Carela Tejeda" userId="6571813b-6108-4fda-b261-b0d0c7b64ed2" providerId="ADAL" clId="{BEF48E07-C45C-4130-8E46-AD40F50A2570}" dt="2026-07-29T02:49:24.149" v="9241" actId="47"/>
        <pc:sldMkLst>
          <pc:docMk/>
          <pc:sldMk cId="1010208811" sldId="2148"/>
        </pc:sldMkLst>
      </pc:sldChg>
      <pc:sldChg chg="modSp add del mod">
        <pc:chgData name="Emmanuel Carela Tejeda" userId="6571813b-6108-4fda-b261-b0d0c7b64ed2" providerId="ADAL" clId="{BEF48E07-C45C-4130-8E46-AD40F50A2570}" dt="2026-07-29T02:49:24.149" v="9241" actId="47"/>
        <pc:sldMkLst>
          <pc:docMk/>
          <pc:sldMk cId="2888121854" sldId="2149"/>
        </pc:sldMkLst>
      </pc:sldChg>
      <pc:sldChg chg="modSp add del mod">
        <pc:chgData name="Emmanuel Carela Tejeda" userId="6571813b-6108-4fda-b261-b0d0c7b64ed2" providerId="ADAL" clId="{BEF48E07-C45C-4130-8E46-AD40F50A2570}" dt="2026-07-29T02:51:33.859" v="9271" actId="47"/>
        <pc:sldMkLst>
          <pc:docMk/>
          <pc:sldMk cId="2035078242" sldId="2150"/>
        </pc:sldMkLst>
      </pc:sldChg>
      <pc:sldChg chg="modSp add del mod">
        <pc:chgData name="Emmanuel Carela Tejeda" userId="6571813b-6108-4fda-b261-b0d0c7b64ed2" providerId="ADAL" clId="{BEF48E07-C45C-4130-8E46-AD40F50A2570}" dt="2026-07-29T02:51:33.859" v="9271" actId="47"/>
        <pc:sldMkLst>
          <pc:docMk/>
          <pc:sldMk cId="2125423739" sldId="2151"/>
        </pc:sldMkLst>
      </pc:sldChg>
      <pc:sldChg chg="modSp add del mod">
        <pc:chgData name="Emmanuel Carela Tejeda" userId="6571813b-6108-4fda-b261-b0d0c7b64ed2" providerId="ADAL" clId="{BEF48E07-C45C-4130-8E46-AD40F50A2570}" dt="2026-07-29T02:51:33.859" v="9271" actId="47"/>
        <pc:sldMkLst>
          <pc:docMk/>
          <pc:sldMk cId="1592085251" sldId="2152"/>
        </pc:sldMkLst>
      </pc:sldChg>
      <pc:sldChg chg="modSp add del mod">
        <pc:chgData name="Emmanuel Carela Tejeda" userId="6571813b-6108-4fda-b261-b0d0c7b64ed2" providerId="ADAL" clId="{BEF48E07-C45C-4130-8E46-AD40F50A2570}" dt="2026-07-29T02:51:33.859" v="9271" actId="47"/>
        <pc:sldMkLst>
          <pc:docMk/>
          <pc:sldMk cId="1900021536" sldId="2153"/>
        </pc:sldMkLst>
      </pc:sldChg>
      <pc:sldChg chg="modSp add del mod">
        <pc:chgData name="Emmanuel Carela Tejeda" userId="6571813b-6108-4fda-b261-b0d0c7b64ed2" providerId="ADAL" clId="{BEF48E07-C45C-4130-8E46-AD40F50A2570}" dt="2026-07-29T02:55:02.599" v="9340" actId="47"/>
        <pc:sldMkLst>
          <pc:docMk/>
          <pc:sldMk cId="3035050973" sldId="2154"/>
        </pc:sldMkLst>
      </pc:sldChg>
      <pc:sldChg chg="modSp add del mod">
        <pc:chgData name="Emmanuel Carela Tejeda" userId="6571813b-6108-4fda-b261-b0d0c7b64ed2" providerId="ADAL" clId="{BEF48E07-C45C-4130-8E46-AD40F50A2570}" dt="2026-07-29T02:55:02.599" v="9340" actId="47"/>
        <pc:sldMkLst>
          <pc:docMk/>
          <pc:sldMk cId="2070278175" sldId="2155"/>
        </pc:sldMkLst>
      </pc:sldChg>
      <pc:sldChg chg="modSp add del mod">
        <pc:chgData name="Emmanuel Carela Tejeda" userId="6571813b-6108-4fda-b261-b0d0c7b64ed2" providerId="ADAL" clId="{BEF48E07-C45C-4130-8E46-AD40F50A2570}" dt="2026-07-29T02:55:02.599" v="9340" actId="47"/>
        <pc:sldMkLst>
          <pc:docMk/>
          <pc:sldMk cId="1810383505" sldId="2156"/>
        </pc:sldMkLst>
      </pc:sldChg>
      <pc:sldChg chg="modSp add del mod">
        <pc:chgData name="Emmanuel Carela Tejeda" userId="6571813b-6108-4fda-b261-b0d0c7b64ed2" providerId="ADAL" clId="{BEF48E07-C45C-4130-8E46-AD40F50A2570}" dt="2026-07-29T02:58:21.013" v="9394" actId="47"/>
        <pc:sldMkLst>
          <pc:docMk/>
          <pc:sldMk cId="3845041081" sldId="2157"/>
        </pc:sldMkLst>
      </pc:sldChg>
      <pc:sldChg chg="modSp add del mod">
        <pc:chgData name="Emmanuel Carela Tejeda" userId="6571813b-6108-4fda-b261-b0d0c7b64ed2" providerId="ADAL" clId="{BEF48E07-C45C-4130-8E46-AD40F50A2570}" dt="2026-07-29T02:58:21.013" v="9394" actId="47"/>
        <pc:sldMkLst>
          <pc:docMk/>
          <pc:sldMk cId="4208472188" sldId="2158"/>
        </pc:sldMkLst>
      </pc:sldChg>
      <pc:sldChg chg="modSp add del mod">
        <pc:chgData name="Emmanuel Carela Tejeda" userId="6571813b-6108-4fda-b261-b0d0c7b64ed2" providerId="ADAL" clId="{BEF48E07-C45C-4130-8E46-AD40F50A2570}" dt="2026-07-29T02:58:21.013" v="9394" actId="47"/>
        <pc:sldMkLst>
          <pc:docMk/>
          <pc:sldMk cId="360603353" sldId="2159"/>
        </pc:sldMkLst>
      </pc:sldChg>
      <pc:sldChg chg="modSp add mod">
        <pc:chgData name="Emmanuel Carela Tejeda" userId="6571813b-6108-4fda-b261-b0d0c7b64ed2" providerId="ADAL" clId="{BEF48E07-C45C-4130-8E46-AD40F50A2570}" dt="2026-07-29T02:03:26.472" v="8938" actId="1076"/>
        <pc:sldMkLst>
          <pc:docMk/>
          <pc:sldMk cId="524916814" sldId="2160"/>
        </pc:sldMkLst>
        <pc:spChg chg="mod">
          <ac:chgData name="Emmanuel Carela Tejeda" userId="6571813b-6108-4fda-b261-b0d0c7b64ed2" providerId="ADAL" clId="{BEF48E07-C45C-4130-8E46-AD40F50A2570}" dt="2026-07-29T02:03:26.472" v="8938" actId="1076"/>
          <ac:spMkLst>
            <pc:docMk/>
            <pc:sldMk cId="524916814" sldId="2160"/>
            <ac:spMk id="2" creationId="{D7B768C2-804C-6EF0-CCBF-FC759096B3C6}"/>
          </ac:spMkLst>
        </pc:spChg>
        <pc:spChg chg="mod">
          <ac:chgData name="Emmanuel Carela Tejeda" userId="6571813b-6108-4fda-b261-b0d0c7b64ed2" providerId="ADAL" clId="{BEF48E07-C45C-4130-8E46-AD40F50A2570}" dt="2026-07-29T02:03:11.166" v="8932" actId="20577"/>
          <ac:spMkLst>
            <pc:docMk/>
            <pc:sldMk cId="524916814" sldId="2160"/>
            <ac:spMk id="4" creationId="{45D7E085-70A9-BE9D-5A10-A19B4EA45ED0}"/>
          </ac:spMkLst>
        </pc:spChg>
        <pc:spChg chg="mod">
          <ac:chgData name="Emmanuel Carela Tejeda" userId="6571813b-6108-4fda-b261-b0d0c7b64ed2" providerId="ADAL" clId="{BEF48E07-C45C-4130-8E46-AD40F50A2570}" dt="2026-07-29T02:03:15.337" v="8935" actId="20577"/>
          <ac:spMkLst>
            <pc:docMk/>
            <pc:sldMk cId="524916814" sldId="2160"/>
            <ac:spMk id="9" creationId="{8921ACBF-39D6-1D83-FC2E-BFF29A99A1BC}"/>
          </ac:spMkLst>
        </pc:spChg>
        <pc:spChg chg="mod">
          <ac:chgData name="Emmanuel Carela Tejeda" userId="6571813b-6108-4fda-b261-b0d0c7b64ed2" providerId="ADAL" clId="{BEF48E07-C45C-4130-8E46-AD40F50A2570}" dt="2026-07-29T02:03:23.010" v="8937" actId="1076"/>
          <ac:spMkLst>
            <pc:docMk/>
            <pc:sldMk cId="524916814" sldId="2160"/>
            <ac:spMk id="10" creationId="{6904EEB9-5BB4-95DD-A17B-E66CBF38ABE5}"/>
          </ac:spMkLst>
        </pc:spChg>
      </pc:sldChg>
      <pc:sldChg chg="modSp add mod">
        <pc:chgData name="Emmanuel Carela Tejeda" userId="6571813b-6108-4fda-b261-b0d0c7b64ed2" providerId="ADAL" clId="{BEF48E07-C45C-4130-8E46-AD40F50A2570}" dt="2026-07-29T02:31:24.002" v="8969" actId="14100"/>
        <pc:sldMkLst>
          <pc:docMk/>
          <pc:sldMk cId="920136198" sldId="2161"/>
        </pc:sldMkLst>
        <pc:spChg chg="mod">
          <ac:chgData name="Emmanuel Carela Tejeda" userId="6571813b-6108-4fda-b261-b0d0c7b64ed2" providerId="ADAL" clId="{BEF48E07-C45C-4130-8E46-AD40F50A2570}" dt="2026-07-29T02:31:24.002" v="8969" actId="14100"/>
          <ac:spMkLst>
            <pc:docMk/>
            <pc:sldMk cId="920136198" sldId="2161"/>
            <ac:spMk id="6" creationId="{2B5F9459-1364-F12E-AE41-FA48F37FF956}"/>
          </ac:spMkLst>
        </pc:spChg>
      </pc:sldChg>
      <pc:sldChg chg="modSp add mod">
        <pc:chgData name="Emmanuel Carela Tejeda" userId="6571813b-6108-4fda-b261-b0d0c7b64ed2" providerId="ADAL" clId="{BEF48E07-C45C-4130-8E46-AD40F50A2570}" dt="2026-07-29T02:33:51.845" v="9007" actId="14100"/>
        <pc:sldMkLst>
          <pc:docMk/>
          <pc:sldMk cId="1342472054" sldId="2162"/>
        </pc:sldMkLst>
        <pc:spChg chg="mod">
          <ac:chgData name="Emmanuel Carela Tejeda" userId="6571813b-6108-4fda-b261-b0d0c7b64ed2" providerId="ADAL" clId="{BEF48E07-C45C-4130-8E46-AD40F50A2570}" dt="2026-07-29T02:33:51.845" v="9007" actId="14100"/>
          <ac:spMkLst>
            <pc:docMk/>
            <pc:sldMk cId="1342472054" sldId="2162"/>
            <ac:spMk id="6" creationId="{489D2E4D-67FB-6F3D-4BF0-4CA9105DC408}"/>
          </ac:spMkLst>
        </pc:spChg>
      </pc:sldChg>
      <pc:sldChg chg="modSp add mod">
        <pc:chgData name="Emmanuel Carela Tejeda" userId="6571813b-6108-4fda-b261-b0d0c7b64ed2" providerId="ADAL" clId="{BEF48E07-C45C-4130-8E46-AD40F50A2570}" dt="2026-07-29T02:33:44.140" v="9004" actId="403"/>
        <pc:sldMkLst>
          <pc:docMk/>
          <pc:sldMk cId="3044750272" sldId="2163"/>
        </pc:sldMkLst>
        <pc:spChg chg="mod">
          <ac:chgData name="Emmanuel Carela Tejeda" userId="6571813b-6108-4fda-b261-b0d0c7b64ed2" providerId="ADAL" clId="{BEF48E07-C45C-4130-8E46-AD40F50A2570}" dt="2026-07-29T02:33:44.140" v="9004" actId="403"/>
          <ac:spMkLst>
            <pc:docMk/>
            <pc:sldMk cId="3044750272" sldId="2163"/>
            <ac:spMk id="6" creationId="{37C057D1-584D-5F47-5233-E155ADFDFC62}"/>
          </ac:spMkLst>
        </pc:spChg>
      </pc:sldChg>
      <pc:sldChg chg="modSp add mod">
        <pc:chgData name="Emmanuel Carela Tejeda" userId="6571813b-6108-4fda-b261-b0d0c7b64ed2" providerId="ADAL" clId="{BEF48E07-C45C-4130-8E46-AD40F50A2570}" dt="2026-07-29T02:43:53.147" v="9125" actId="403"/>
        <pc:sldMkLst>
          <pc:docMk/>
          <pc:sldMk cId="1559160117" sldId="2164"/>
        </pc:sldMkLst>
        <pc:spChg chg="mod">
          <ac:chgData name="Emmanuel Carela Tejeda" userId="6571813b-6108-4fda-b261-b0d0c7b64ed2" providerId="ADAL" clId="{BEF48E07-C45C-4130-8E46-AD40F50A2570}" dt="2026-07-29T02:43:53.147" v="9125" actId="403"/>
          <ac:spMkLst>
            <pc:docMk/>
            <pc:sldMk cId="1559160117" sldId="2164"/>
            <ac:spMk id="3" creationId="{6A761551-B4FF-46ED-2253-25038C85A2B6}"/>
          </ac:spMkLst>
        </pc:spChg>
      </pc:sldChg>
      <pc:sldChg chg="modSp add mod">
        <pc:chgData name="Emmanuel Carela Tejeda" userId="6571813b-6108-4fda-b261-b0d0c7b64ed2" providerId="ADAL" clId="{BEF48E07-C45C-4130-8E46-AD40F50A2570}" dt="2026-07-29T02:44:10.749" v="9130" actId="403"/>
        <pc:sldMkLst>
          <pc:docMk/>
          <pc:sldMk cId="159832989" sldId="2165"/>
        </pc:sldMkLst>
        <pc:spChg chg="mod">
          <ac:chgData name="Emmanuel Carela Tejeda" userId="6571813b-6108-4fda-b261-b0d0c7b64ed2" providerId="ADAL" clId="{BEF48E07-C45C-4130-8E46-AD40F50A2570}" dt="2026-07-29T02:44:10.749" v="9130" actId="403"/>
          <ac:spMkLst>
            <pc:docMk/>
            <pc:sldMk cId="159832989" sldId="2165"/>
            <ac:spMk id="3" creationId="{223779DF-B2D7-4FF1-A0E7-AA738629E0F0}"/>
          </ac:spMkLst>
        </pc:spChg>
      </pc:sldChg>
      <pc:sldChg chg="modSp add mod">
        <pc:chgData name="Emmanuel Carela Tejeda" userId="6571813b-6108-4fda-b261-b0d0c7b64ed2" providerId="ADAL" clId="{BEF48E07-C45C-4130-8E46-AD40F50A2570}" dt="2026-07-29T02:44:33.591" v="9141" actId="113"/>
        <pc:sldMkLst>
          <pc:docMk/>
          <pc:sldMk cId="88779635" sldId="2166"/>
        </pc:sldMkLst>
        <pc:spChg chg="mod">
          <ac:chgData name="Emmanuel Carela Tejeda" userId="6571813b-6108-4fda-b261-b0d0c7b64ed2" providerId="ADAL" clId="{BEF48E07-C45C-4130-8E46-AD40F50A2570}" dt="2026-07-29T02:44:33.591" v="9141" actId="113"/>
          <ac:spMkLst>
            <pc:docMk/>
            <pc:sldMk cId="88779635" sldId="2166"/>
            <ac:spMk id="3" creationId="{F36F9741-6195-B1E8-5BDC-D244D523D779}"/>
          </ac:spMkLst>
        </pc:spChg>
      </pc:sldChg>
      <pc:sldChg chg="modSp add mod">
        <pc:chgData name="Emmanuel Carela Tejeda" userId="6571813b-6108-4fda-b261-b0d0c7b64ed2" providerId="ADAL" clId="{BEF48E07-C45C-4130-8E46-AD40F50A2570}" dt="2026-07-29T02:46:13.874" v="9177" actId="403"/>
        <pc:sldMkLst>
          <pc:docMk/>
          <pc:sldMk cId="2777837786" sldId="2167"/>
        </pc:sldMkLst>
        <pc:spChg chg="mod">
          <ac:chgData name="Emmanuel Carela Tejeda" userId="6571813b-6108-4fda-b261-b0d0c7b64ed2" providerId="ADAL" clId="{BEF48E07-C45C-4130-8E46-AD40F50A2570}" dt="2026-07-29T02:46:13.874" v="9177" actId="403"/>
          <ac:spMkLst>
            <pc:docMk/>
            <pc:sldMk cId="2777837786" sldId="2167"/>
            <ac:spMk id="3" creationId="{8D02259F-824F-8245-B374-01EDDEB0C2C0}"/>
          </ac:spMkLst>
        </pc:spChg>
      </pc:sldChg>
      <pc:sldChg chg="modSp add mod">
        <pc:chgData name="Emmanuel Carela Tejeda" userId="6571813b-6108-4fda-b261-b0d0c7b64ed2" providerId="ADAL" clId="{BEF48E07-C45C-4130-8E46-AD40F50A2570}" dt="2026-07-29T02:46:44.092" v="9182" actId="20577"/>
        <pc:sldMkLst>
          <pc:docMk/>
          <pc:sldMk cId="2483549331" sldId="2168"/>
        </pc:sldMkLst>
        <pc:spChg chg="mod">
          <ac:chgData name="Emmanuel Carela Tejeda" userId="6571813b-6108-4fda-b261-b0d0c7b64ed2" providerId="ADAL" clId="{BEF48E07-C45C-4130-8E46-AD40F50A2570}" dt="2026-07-29T02:46:44.092" v="9182" actId="20577"/>
          <ac:spMkLst>
            <pc:docMk/>
            <pc:sldMk cId="2483549331" sldId="2168"/>
            <ac:spMk id="3" creationId="{83BC4120-DE7B-CE0E-8FDC-0DA8568406D6}"/>
          </ac:spMkLst>
        </pc:spChg>
      </pc:sldChg>
      <pc:sldChg chg="modSp add mod">
        <pc:chgData name="Emmanuel Carela Tejeda" userId="6571813b-6108-4fda-b261-b0d0c7b64ed2" providerId="ADAL" clId="{BEF48E07-C45C-4130-8E46-AD40F50A2570}" dt="2026-07-29T02:47:10.942" v="9188" actId="14100"/>
        <pc:sldMkLst>
          <pc:docMk/>
          <pc:sldMk cId="127702369" sldId="2169"/>
        </pc:sldMkLst>
        <pc:spChg chg="mod">
          <ac:chgData name="Emmanuel Carela Tejeda" userId="6571813b-6108-4fda-b261-b0d0c7b64ed2" providerId="ADAL" clId="{BEF48E07-C45C-4130-8E46-AD40F50A2570}" dt="2026-07-29T02:47:10.942" v="9188" actId="14100"/>
          <ac:spMkLst>
            <pc:docMk/>
            <pc:sldMk cId="127702369" sldId="2169"/>
            <ac:spMk id="3" creationId="{B50CB7A9-5170-FB5A-CA50-DD1BF69A9B4E}"/>
          </ac:spMkLst>
        </pc:spChg>
      </pc:sldChg>
      <pc:sldChg chg="modSp add mod">
        <pc:chgData name="Emmanuel Carela Tejeda" userId="6571813b-6108-4fda-b261-b0d0c7b64ed2" providerId="ADAL" clId="{BEF48E07-C45C-4130-8E46-AD40F50A2570}" dt="2026-07-29T02:47:23.321" v="9191"/>
        <pc:sldMkLst>
          <pc:docMk/>
          <pc:sldMk cId="2981431681" sldId="2170"/>
        </pc:sldMkLst>
        <pc:spChg chg="mod">
          <ac:chgData name="Emmanuel Carela Tejeda" userId="6571813b-6108-4fda-b261-b0d0c7b64ed2" providerId="ADAL" clId="{BEF48E07-C45C-4130-8E46-AD40F50A2570}" dt="2026-07-29T02:47:23.321" v="9191"/>
          <ac:spMkLst>
            <pc:docMk/>
            <pc:sldMk cId="2981431681" sldId="2170"/>
            <ac:spMk id="3" creationId="{CA226FC1-ECB6-B8F3-305A-3E04529EFD49}"/>
          </ac:spMkLst>
        </pc:spChg>
      </pc:sldChg>
      <pc:sldChg chg="modSp add mod">
        <pc:chgData name="Emmanuel Carela Tejeda" userId="6571813b-6108-4fda-b261-b0d0c7b64ed2" providerId="ADAL" clId="{BEF48E07-C45C-4130-8E46-AD40F50A2570}" dt="2026-07-29T02:49:52.080" v="9246" actId="113"/>
        <pc:sldMkLst>
          <pc:docMk/>
          <pc:sldMk cId="2655390200" sldId="2171"/>
        </pc:sldMkLst>
        <pc:spChg chg="mod">
          <ac:chgData name="Emmanuel Carela Tejeda" userId="6571813b-6108-4fda-b261-b0d0c7b64ed2" providerId="ADAL" clId="{BEF48E07-C45C-4130-8E46-AD40F50A2570}" dt="2026-07-29T02:49:52.080" v="9246" actId="113"/>
          <ac:spMkLst>
            <pc:docMk/>
            <pc:sldMk cId="2655390200" sldId="2171"/>
            <ac:spMk id="3" creationId="{945014A5-C163-4EBC-53FC-79E27225A7CB}"/>
          </ac:spMkLst>
        </pc:spChg>
      </pc:sldChg>
      <pc:sldChg chg="modSp add mod">
        <pc:chgData name="Emmanuel Carela Tejeda" userId="6571813b-6108-4fda-b261-b0d0c7b64ed2" providerId="ADAL" clId="{BEF48E07-C45C-4130-8E46-AD40F50A2570}" dt="2026-07-29T02:50:06.338" v="9249"/>
        <pc:sldMkLst>
          <pc:docMk/>
          <pc:sldMk cId="3328694869" sldId="2172"/>
        </pc:sldMkLst>
        <pc:spChg chg="mod">
          <ac:chgData name="Emmanuel Carela Tejeda" userId="6571813b-6108-4fda-b261-b0d0c7b64ed2" providerId="ADAL" clId="{BEF48E07-C45C-4130-8E46-AD40F50A2570}" dt="2026-07-29T02:50:06.338" v="9249"/>
          <ac:spMkLst>
            <pc:docMk/>
            <pc:sldMk cId="3328694869" sldId="2172"/>
            <ac:spMk id="3" creationId="{3F3E6210-6EAE-85E0-4847-AD8E378A56F4}"/>
          </ac:spMkLst>
        </pc:spChg>
      </pc:sldChg>
      <pc:sldChg chg="modSp add mod">
        <pc:chgData name="Emmanuel Carela Tejeda" userId="6571813b-6108-4fda-b261-b0d0c7b64ed2" providerId="ADAL" clId="{BEF48E07-C45C-4130-8E46-AD40F50A2570}" dt="2026-07-29T02:50:18.986" v="9253" actId="113"/>
        <pc:sldMkLst>
          <pc:docMk/>
          <pc:sldMk cId="676405412" sldId="2173"/>
        </pc:sldMkLst>
        <pc:spChg chg="mod">
          <ac:chgData name="Emmanuel Carela Tejeda" userId="6571813b-6108-4fda-b261-b0d0c7b64ed2" providerId="ADAL" clId="{BEF48E07-C45C-4130-8E46-AD40F50A2570}" dt="2026-07-29T02:50:18.986" v="9253" actId="113"/>
          <ac:spMkLst>
            <pc:docMk/>
            <pc:sldMk cId="676405412" sldId="2173"/>
            <ac:spMk id="3" creationId="{A25BE869-F808-7035-C228-BC044418F9A8}"/>
          </ac:spMkLst>
        </pc:spChg>
      </pc:sldChg>
      <pc:sldChg chg="modSp add mod">
        <pc:chgData name="Emmanuel Carela Tejeda" userId="6571813b-6108-4fda-b261-b0d0c7b64ed2" providerId="ADAL" clId="{BEF48E07-C45C-4130-8E46-AD40F50A2570}" dt="2026-07-29T02:52:01.814" v="9276"/>
        <pc:sldMkLst>
          <pc:docMk/>
          <pc:sldMk cId="728734384" sldId="2174"/>
        </pc:sldMkLst>
        <pc:spChg chg="mod">
          <ac:chgData name="Emmanuel Carela Tejeda" userId="6571813b-6108-4fda-b261-b0d0c7b64ed2" providerId="ADAL" clId="{BEF48E07-C45C-4130-8E46-AD40F50A2570}" dt="2026-07-29T02:52:01.814" v="9276"/>
          <ac:spMkLst>
            <pc:docMk/>
            <pc:sldMk cId="728734384" sldId="2174"/>
            <ac:spMk id="3" creationId="{2D31A87A-3289-A3B4-2BFF-A00D6A4F1C05}"/>
          </ac:spMkLst>
        </pc:spChg>
      </pc:sldChg>
      <pc:sldChg chg="modSp add mod">
        <pc:chgData name="Emmanuel Carela Tejeda" userId="6571813b-6108-4fda-b261-b0d0c7b64ed2" providerId="ADAL" clId="{BEF48E07-C45C-4130-8E46-AD40F50A2570}" dt="2026-07-29T02:52:21.204" v="9282" actId="113"/>
        <pc:sldMkLst>
          <pc:docMk/>
          <pc:sldMk cId="1253720958" sldId="2175"/>
        </pc:sldMkLst>
        <pc:spChg chg="mod">
          <ac:chgData name="Emmanuel Carela Tejeda" userId="6571813b-6108-4fda-b261-b0d0c7b64ed2" providerId="ADAL" clId="{BEF48E07-C45C-4130-8E46-AD40F50A2570}" dt="2026-07-29T02:52:21.204" v="9282" actId="113"/>
          <ac:spMkLst>
            <pc:docMk/>
            <pc:sldMk cId="1253720958" sldId="2175"/>
            <ac:spMk id="3" creationId="{FEBF3F92-A4EA-BE52-E7C8-1B9784BC49B0}"/>
          </ac:spMkLst>
        </pc:spChg>
      </pc:sldChg>
      <pc:sldChg chg="modSp add mod">
        <pc:chgData name="Emmanuel Carela Tejeda" userId="6571813b-6108-4fda-b261-b0d0c7b64ed2" providerId="ADAL" clId="{BEF48E07-C45C-4130-8E46-AD40F50A2570}" dt="2026-07-29T02:53:03.811" v="9298" actId="1076"/>
        <pc:sldMkLst>
          <pc:docMk/>
          <pc:sldMk cId="3059626741" sldId="2176"/>
        </pc:sldMkLst>
        <pc:spChg chg="mod">
          <ac:chgData name="Emmanuel Carela Tejeda" userId="6571813b-6108-4fda-b261-b0d0c7b64ed2" providerId="ADAL" clId="{BEF48E07-C45C-4130-8E46-AD40F50A2570}" dt="2026-07-29T02:53:03.811" v="9298" actId="1076"/>
          <ac:spMkLst>
            <pc:docMk/>
            <pc:sldMk cId="3059626741" sldId="2176"/>
            <ac:spMk id="3" creationId="{A76A44B7-3E39-DB46-8DC0-CDA0CD7A59AC}"/>
          </ac:spMkLst>
        </pc:spChg>
      </pc:sldChg>
      <pc:sldChg chg="modSp add mod">
        <pc:chgData name="Emmanuel Carela Tejeda" userId="6571813b-6108-4fda-b261-b0d0c7b64ed2" providerId="ADAL" clId="{BEF48E07-C45C-4130-8E46-AD40F50A2570}" dt="2026-07-29T02:53:00.920" v="9297" actId="1076"/>
        <pc:sldMkLst>
          <pc:docMk/>
          <pc:sldMk cId="1426450113" sldId="2177"/>
        </pc:sldMkLst>
        <pc:spChg chg="mod">
          <ac:chgData name="Emmanuel Carela Tejeda" userId="6571813b-6108-4fda-b261-b0d0c7b64ed2" providerId="ADAL" clId="{BEF48E07-C45C-4130-8E46-AD40F50A2570}" dt="2026-07-29T02:53:00.920" v="9297" actId="1076"/>
          <ac:spMkLst>
            <pc:docMk/>
            <pc:sldMk cId="1426450113" sldId="2177"/>
            <ac:spMk id="3" creationId="{59EA08E8-4B26-F7F6-6425-89FF23A7C9D3}"/>
          </ac:spMkLst>
        </pc:spChg>
      </pc:sldChg>
      <pc:sldChg chg="modSp add mod">
        <pc:chgData name="Emmanuel Carela Tejeda" userId="6571813b-6108-4fda-b261-b0d0c7b64ed2" providerId="ADAL" clId="{BEF48E07-C45C-4130-8E46-AD40F50A2570}" dt="2026-07-29T02:55:57.228" v="9353" actId="255"/>
        <pc:sldMkLst>
          <pc:docMk/>
          <pc:sldMk cId="56844654" sldId="2178"/>
        </pc:sldMkLst>
        <pc:spChg chg="mod">
          <ac:chgData name="Emmanuel Carela Tejeda" userId="6571813b-6108-4fda-b261-b0d0c7b64ed2" providerId="ADAL" clId="{BEF48E07-C45C-4130-8E46-AD40F50A2570}" dt="2026-07-29T02:55:57.228" v="9353" actId="255"/>
          <ac:spMkLst>
            <pc:docMk/>
            <pc:sldMk cId="56844654" sldId="2178"/>
            <ac:spMk id="3" creationId="{61D09B39-8BEE-AC46-B6F8-888D94D92698}"/>
          </ac:spMkLst>
        </pc:spChg>
      </pc:sldChg>
      <pc:sldChg chg="modSp add mod">
        <pc:chgData name="Emmanuel Carela Tejeda" userId="6571813b-6108-4fda-b261-b0d0c7b64ed2" providerId="ADAL" clId="{BEF48E07-C45C-4130-8E46-AD40F50A2570}" dt="2026-07-29T02:56:09.628" v="9357" actId="403"/>
        <pc:sldMkLst>
          <pc:docMk/>
          <pc:sldMk cId="3768816293" sldId="2179"/>
        </pc:sldMkLst>
        <pc:spChg chg="mod">
          <ac:chgData name="Emmanuel Carela Tejeda" userId="6571813b-6108-4fda-b261-b0d0c7b64ed2" providerId="ADAL" clId="{BEF48E07-C45C-4130-8E46-AD40F50A2570}" dt="2026-07-29T02:56:09.628" v="9357" actId="403"/>
          <ac:spMkLst>
            <pc:docMk/>
            <pc:sldMk cId="3768816293" sldId="2179"/>
            <ac:spMk id="3" creationId="{47F7DE2A-5A22-7F92-FC73-1893F96F12B7}"/>
          </ac:spMkLst>
        </pc:spChg>
      </pc:sldChg>
      <pc:sldChg chg="modSp add mod">
        <pc:chgData name="Emmanuel Carela Tejeda" userId="6571813b-6108-4fda-b261-b0d0c7b64ed2" providerId="ADAL" clId="{BEF48E07-C45C-4130-8E46-AD40F50A2570}" dt="2026-07-29T02:56:50.471" v="9366" actId="113"/>
        <pc:sldMkLst>
          <pc:docMk/>
          <pc:sldMk cId="4195676626" sldId="2180"/>
        </pc:sldMkLst>
        <pc:spChg chg="mod">
          <ac:chgData name="Emmanuel Carela Tejeda" userId="6571813b-6108-4fda-b261-b0d0c7b64ed2" providerId="ADAL" clId="{BEF48E07-C45C-4130-8E46-AD40F50A2570}" dt="2026-07-29T02:56:50.471" v="9366" actId="113"/>
          <ac:spMkLst>
            <pc:docMk/>
            <pc:sldMk cId="4195676626" sldId="2180"/>
            <ac:spMk id="3" creationId="{3A0BB997-A581-341A-6915-F82A99079C1E}"/>
          </ac:spMkLst>
        </pc:spChg>
      </pc:sldChg>
      <pc:sldChg chg="modSp add mod">
        <pc:chgData name="Emmanuel Carela Tejeda" userId="6571813b-6108-4fda-b261-b0d0c7b64ed2" providerId="ADAL" clId="{BEF48E07-C45C-4130-8E46-AD40F50A2570}" dt="2026-07-29T02:56:59.772" v="9369"/>
        <pc:sldMkLst>
          <pc:docMk/>
          <pc:sldMk cId="2484796894" sldId="2181"/>
        </pc:sldMkLst>
        <pc:spChg chg="mod">
          <ac:chgData name="Emmanuel Carela Tejeda" userId="6571813b-6108-4fda-b261-b0d0c7b64ed2" providerId="ADAL" clId="{BEF48E07-C45C-4130-8E46-AD40F50A2570}" dt="2026-07-29T02:56:59.772" v="9369"/>
          <ac:spMkLst>
            <pc:docMk/>
            <pc:sldMk cId="2484796894" sldId="2181"/>
            <ac:spMk id="3" creationId="{2EED0B7D-78BF-EAA7-4218-A9924D54F054}"/>
          </ac:spMkLst>
        </pc:spChg>
      </pc:sldChg>
      <pc:sldChg chg="modSp add mod">
        <pc:chgData name="Emmanuel Carela Tejeda" userId="6571813b-6108-4fda-b261-b0d0c7b64ed2" providerId="ADAL" clId="{BEF48E07-C45C-4130-8E46-AD40F50A2570}" dt="2026-07-29T02:59:07.845" v="9402" actId="255"/>
        <pc:sldMkLst>
          <pc:docMk/>
          <pc:sldMk cId="1199353367" sldId="2182"/>
        </pc:sldMkLst>
        <pc:spChg chg="mod">
          <ac:chgData name="Emmanuel Carela Tejeda" userId="6571813b-6108-4fda-b261-b0d0c7b64ed2" providerId="ADAL" clId="{BEF48E07-C45C-4130-8E46-AD40F50A2570}" dt="2026-07-29T02:59:07.845" v="9402" actId="255"/>
          <ac:spMkLst>
            <pc:docMk/>
            <pc:sldMk cId="1199353367" sldId="2182"/>
            <ac:spMk id="3" creationId="{AEA97B59-79E6-4215-B3F0-7086C51473D6}"/>
          </ac:spMkLst>
        </pc:spChg>
      </pc:sldChg>
      <pc:sldChg chg="modSp add mod">
        <pc:chgData name="Emmanuel Carela Tejeda" userId="6571813b-6108-4fda-b261-b0d0c7b64ed2" providerId="ADAL" clId="{BEF48E07-C45C-4130-8E46-AD40F50A2570}" dt="2026-07-29T02:59:26.709" v="9405" actId="20577"/>
        <pc:sldMkLst>
          <pc:docMk/>
          <pc:sldMk cId="2894990082" sldId="2183"/>
        </pc:sldMkLst>
        <pc:spChg chg="mod">
          <ac:chgData name="Emmanuel Carela Tejeda" userId="6571813b-6108-4fda-b261-b0d0c7b64ed2" providerId="ADAL" clId="{BEF48E07-C45C-4130-8E46-AD40F50A2570}" dt="2026-07-29T02:59:26.709" v="9405" actId="20577"/>
          <ac:spMkLst>
            <pc:docMk/>
            <pc:sldMk cId="2894990082" sldId="2183"/>
            <ac:spMk id="3" creationId="{C9A4A411-7F86-99FD-5257-2A87B39C1B09}"/>
          </ac:spMkLst>
        </pc:spChg>
      </pc:sldChg>
      <pc:sldChg chg="modSp add mod">
        <pc:chgData name="Emmanuel Carela Tejeda" userId="6571813b-6108-4fda-b261-b0d0c7b64ed2" providerId="ADAL" clId="{BEF48E07-C45C-4130-8E46-AD40F50A2570}" dt="2026-07-29T02:59:42.698" v="9409" actId="403"/>
        <pc:sldMkLst>
          <pc:docMk/>
          <pc:sldMk cId="2356400195" sldId="2184"/>
        </pc:sldMkLst>
        <pc:spChg chg="mod">
          <ac:chgData name="Emmanuel Carela Tejeda" userId="6571813b-6108-4fda-b261-b0d0c7b64ed2" providerId="ADAL" clId="{BEF48E07-C45C-4130-8E46-AD40F50A2570}" dt="2026-07-29T02:59:42.698" v="9409" actId="403"/>
          <ac:spMkLst>
            <pc:docMk/>
            <pc:sldMk cId="2356400195" sldId="2184"/>
            <ac:spMk id="3" creationId="{3CD023FD-7890-0521-B293-D5A71143FDE9}"/>
          </ac:spMkLst>
        </pc:spChg>
      </pc:sldChg>
      <pc:sldChg chg="modSp add mod">
        <pc:chgData name="Emmanuel Carela Tejeda" userId="6571813b-6108-4fda-b261-b0d0c7b64ed2" providerId="ADAL" clId="{BEF48E07-C45C-4130-8E46-AD40F50A2570}" dt="2026-07-29T03:00:15.068" v="9417" actId="403"/>
        <pc:sldMkLst>
          <pc:docMk/>
          <pc:sldMk cId="2092299463" sldId="2185"/>
        </pc:sldMkLst>
        <pc:spChg chg="mod">
          <ac:chgData name="Emmanuel Carela Tejeda" userId="6571813b-6108-4fda-b261-b0d0c7b64ed2" providerId="ADAL" clId="{BEF48E07-C45C-4130-8E46-AD40F50A2570}" dt="2026-07-29T03:00:15.068" v="9417" actId="403"/>
          <ac:spMkLst>
            <pc:docMk/>
            <pc:sldMk cId="2092299463" sldId="2185"/>
            <ac:spMk id="3" creationId="{AA791B36-5097-18D9-FE04-38D64A100240}"/>
          </ac:spMkLst>
        </pc:spChg>
      </pc:sldChg>
      <pc:sldChg chg="modSp add mod">
        <pc:chgData name="Emmanuel Carela Tejeda" userId="6571813b-6108-4fda-b261-b0d0c7b64ed2" providerId="ADAL" clId="{BEF48E07-C45C-4130-8E46-AD40F50A2570}" dt="2026-07-29T03:00:34.275" v="9422" actId="113"/>
        <pc:sldMkLst>
          <pc:docMk/>
          <pc:sldMk cId="1856641030" sldId="2186"/>
        </pc:sldMkLst>
        <pc:spChg chg="mod">
          <ac:chgData name="Emmanuel Carela Tejeda" userId="6571813b-6108-4fda-b261-b0d0c7b64ed2" providerId="ADAL" clId="{BEF48E07-C45C-4130-8E46-AD40F50A2570}" dt="2026-07-29T03:00:34.275" v="9422" actId="113"/>
          <ac:spMkLst>
            <pc:docMk/>
            <pc:sldMk cId="1856641030" sldId="2186"/>
            <ac:spMk id="3" creationId="{115CFC0D-F8B7-2D9D-8970-A868356DDA72}"/>
          </ac:spMkLst>
        </pc:spChg>
      </pc:sldChg>
      <pc:sldChg chg="modSp add mod">
        <pc:chgData name="Emmanuel Carela Tejeda" userId="6571813b-6108-4fda-b261-b0d0c7b64ed2" providerId="ADAL" clId="{BEF48E07-C45C-4130-8E46-AD40F50A2570}" dt="2026-07-29T03:00:49.141" v="9427" actId="403"/>
        <pc:sldMkLst>
          <pc:docMk/>
          <pc:sldMk cId="2065294645" sldId="2187"/>
        </pc:sldMkLst>
        <pc:spChg chg="mod">
          <ac:chgData name="Emmanuel Carela Tejeda" userId="6571813b-6108-4fda-b261-b0d0c7b64ed2" providerId="ADAL" clId="{BEF48E07-C45C-4130-8E46-AD40F50A2570}" dt="2026-07-29T03:00:49.141" v="9427" actId="403"/>
          <ac:spMkLst>
            <pc:docMk/>
            <pc:sldMk cId="2065294645" sldId="2187"/>
            <ac:spMk id="3" creationId="{FFC5470C-5C09-26C5-604D-8692BF8E9D06}"/>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337E236-ECAD-41B7-834D-D6A9D944A568}" type="doc">
      <dgm:prSet loTypeId="urn:microsoft.com/office/officeart/2005/8/layout/vProcess5" loCatId="process" qsTypeId="urn:microsoft.com/office/officeart/2005/8/quickstyle/simple2" qsCatId="simple" csTypeId="urn:microsoft.com/office/officeart/2005/8/colors/accent5_2" csCatId="accent5" phldr="1"/>
      <dgm:spPr/>
      <dgm:t>
        <a:bodyPr/>
        <a:lstStyle/>
        <a:p>
          <a:endParaRPr lang="en-US"/>
        </a:p>
      </dgm:t>
    </dgm:pt>
    <dgm:pt modelId="{35FF4CFF-FE00-4471-8DAB-E8DA400FF4DB}">
      <dgm:prSet custT="1"/>
      <dgm:spPr/>
      <dgm:t>
        <a:bodyPr/>
        <a:lstStyle/>
        <a:p>
          <a:r>
            <a:rPr lang="es-DO" sz="3600" dirty="0">
              <a:latin typeface="Verlag Light" pitchFamily="2" charset="0"/>
              <a:cs typeface="Times New Roman" panose="02020603050405020304" pitchFamily="18" charset="0"/>
            </a:rPr>
            <a:t>Integrar la disposición de ser modestos en toda nuestra manera de vivir.</a:t>
          </a:r>
          <a:endParaRPr lang="en-US" sz="3600" dirty="0">
            <a:latin typeface="Verlag Light" pitchFamily="2" charset="0"/>
            <a:cs typeface="Times New Roman" panose="02020603050405020304" pitchFamily="18" charset="0"/>
          </a:endParaRPr>
        </a:p>
      </dgm:t>
    </dgm:pt>
    <dgm:pt modelId="{C6FBC6B9-906B-4A69-B200-D1065025AAB0}" type="parTrans" cxnId="{0BE83F75-E5FB-4609-ABA3-14488D998E58}">
      <dgm:prSet/>
      <dgm:spPr/>
      <dgm:t>
        <a:bodyPr/>
        <a:lstStyle/>
        <a:p>
          <a:endParaRPr lang="en-US"/>
        </a:p>
      </dgm:t>
    </dgm:pt>
    <dgm:pt modelId="{29F7F57B-3BC2-49CD-BCDA-5A5657CC6518}" type="sibTrans" cxnId="{0BE83F75-E5FB-4609-ABA3-14488D998E58}">
      <dgm:prSet phldrT="2" phldr="0"/>
      <dgm:spPr/>
      <dgm:t>
        <a:bodyPr/>
        <a:lstStyle/>
        <a:p>
          <a:endParaRPr lang="en-US"/>
        </a:p>
      </dgm:t>
    </dgm:pt>
    <dgm:pt modelId="{5942B66D-6E88-4B26-9BD9-86E5302AC6B4}">
      <dgm:prSet custT="1"/>
      <dgm:spPr/>
      <dgm:t>
        <a:bodyPr/>
        <a:lstStyle/>
        <a:p>
          <a:r>
            <a:rPr lang="es-DO" sz="4000" dirty="0">
              <a:latin typeface="Verlag Light" pitchFamily="2" charset="0"/>
              <a:cs typeface="Times New Roman" panose="02020603050405020304" pitchFamily="18" charset="0"/>
            </a:rPr>
            <a:t>Formular la conducta que es propia de los que profesan modestia.</a:t>
          </a:r>
        </a:p>
      </dgm:t>
    </dgm:pt>
    <dgm:pt modelId="{1E4BE4AF-CBE8-4A5D-8306-46A2110BBC2E}" type="sibTrans" cxnId="{1FBA34E9-3149-456D-970C-DD25FD1D0B0D}">
      <dgm:prSet phldrT="3" phldr="0"/>
      <dgm:spPr/>
      <dgm:t>
        <a:bodyPr/>
        <a:lstStyle/>
        <a:p>
          <a:endParaRPr lang="en-US"/>
        </a:p>
      </dgm:t>
    </dgm:pt>
    <dgm:pt modelId="{22120376-0E50-4331-88F2-9F412EB75CBB}" type="parTrans" cxnId="{1FBA34E9-3149-456D-970C-DD25FD1D0B0D}">
      <dgm:prSet/>
      <dgm:spPr/>
      <dgm:t>
        <a:bodyPr/>
        <a:lstStyle/>
        <a:p>
          <a:endParaRPr lang="en-US"/>
        </a:p>
      </dgm:t>
    </dgm:pt>
    <dgm:pt modelId="{870CB372-7138-49C8-B60C-F99EAFB888E0}">
      <dgm:prSet custT="1"/>
      <dgm:spPr/>
      <dgm:t>
        <a:bodyPr/>
        <a:lstStyle/>
        <a:p>
          <a:r>
            <a:rPr lang="es-DO" sz="3600" dirty="0">
              <a:latin typeface="Verlag Light" pitchFamily="2" charset="0"/>
              <a:cs typeface="Times New Roman" panose="02020603050405020304" pitchFamily="18" charset="0"/>
            </a:rPr>
            <a:t>Evaluar el valor de la modestia en la vida de los hijos de Dios.</a:t>
          </a:r>
          <a:endParaRPr lang="en-US" sz="3600" dirty="0">
            <a:latin typeface="Verlag Light" pitchFamily="2" charset="0"/>
            <a:cs typeface="Times New Roman" panose="02020603050405020304" pitchFamily="18" charset="0"/>
          </a:endParaRPr>
        </a:p>
      </dgm:t>
    </dgm:pt>
    <dgm:pt modelId="{6244C874-6D4A-4E73-9923-CDF3F29A7F92}" type="sibTrans" cxnId="{B0BCD260-8D6E-4267-99D5-6B6DE2036BBD}">
      <dgm:prSet phldrT="1" phldr="0"/>
      <dgm:spPr/>
      <dgm:t>
        <a:bodyPr/>
        <a:lstStyle/>
        <a:p>
          <a:endParaRPr lang="en-US"/>
        </a:p>
      </dgm:t>
    </dgm:pt>
    <dgm:pt modelId="{247AD849-A0C0-4B61-A145-4786B1815C76}" type="parTrans" cxnId="{B0BCD260-8D6E-4267-99D5-6B6DE2036BBD}">
      <dgm:prSet/>
      <dgm:spPr/>
      <dgm:t>
        <a:bodyPr/>
        <a:lstStyle/>
        <a:p>
          <a:endParaRPr lang="en-US"/>
        </a:p>
      </dgm:t>
    </dgm:pt>
    <dgm:pt modelId="{F0109BAF-5517-4297-A203-CDE8BA186BF0}" type="pres">
      <dgm:prSet presAssocID="{3337E236-ECAD-41B7-834D-D6A9D944A568}" presName="outerComposite" presStyleCnt="0">
        <dgm:presLayoutVars>
          <dgm:chMax val="5"/>
          <dgm:dir/>
          <dgm:resizeHandles val="exact"/>
        </dgm:presLayoutVars>
      </dgm:prSet>
      <dgm:spPr/>
    </dgm:pt>
    <dgm:pt modelId="{DF47A23F-6CD4-440D-B858-B224BEAC3123}" type="pres">
      <dgm:prSet presAssocID="{3337E236-ECAD-41B7-834D-D6A9D944A568}" presName="dummyMaxCanvas" presStyleCnt="0">
        <dgm:presLayoutVars/>
      </dgm:prSet>
      <dgm:spPr/>
    </dgm:pt>
    <dgm:pt modelId="{A5F7839F-1BD7-49FD-B802-F4445A7C4D7E}" type="pres">
      <dgm:prSet presAssocID="{3337E236-ECAD-41B7-834D-D6A9D944A568}" presName="ThreeNodes_1" presStyleLbl="node1" presStyleIdx="0" presStyleCnt="3" custLinFactNeighborY="-844">
        <dgm:presLayoutVars>
          <dgm:bulletEnabled val="1"/>
        </dgm:presLayoutVars>
      </dgm:prSet>
      <dgm:spPr/>
    </dgm:pt>
    <dgm:pt modelId="{23051F68-D3BD-42BF-B6A3-26A19C7EAF90}" type="pres">
      <dgm:prSet presAssocID="{3337E236-ECAD-41B7-834D-D6A9D944A568}" presName="ThreeNodes_2" presStyleLbl="node1" presStyleIdx="1" presStyleCnt="3">
        <dgm:presLayoutVars>
          <dgm:bulletEnabled val="1"/>
        </dgm:presLayoutVars>
      </dgm:prSet>
      <dgm:spPr/>
    </dgm:pt>
    <dgm:pt modelId="{1BFF2EDE-839B-432B-8F62-D876BB73544C}" type="pres">
      <dgm:prSet presAssocID="{3337E236-ECAD-41B7-834D-D6A9D944A568}" presName="ThreeNodes_3" presStyleLbl="node1" presStyleIdx="2" presStyleCnt="3">
        <dgm:presLayoutVars>
          <dgm:bulletEnabled val="1"/>
        </dgm:presLayoutVars>
      </dgm:prSet>
      <dgm:spPr/>
    </dgm:pt>
    <dgm:pt modelId="{489A35AC-F82C-40F1-80BC-30D400BF3E72}" type="pres">
      <dgm:prSet presAssocID="{3337E236-ECAD-41B7-834D-D6A9D944A568}" presName="ThreeConn_1-2" presStyleLbl="fgAccFollowNode1" presStyleIdx="0" presStyleCnt="2">
        <dgm:presLayoutVars>
          <dgm:bulletEnabled val="1"/>
        </dgm:presLayoutVars>
      </dgm:prSet>
      <dgm:spPr/>
    </dgm:pt>
    <dgm:pt modelId="{8B6F3BB3-58FC-4367-806C-5D5BF1D6C2CC}" type="pres">
      <dgm:prSet presAssocID="{3337E236-ECAD-41B7-834D-D6A9D944A568}" presName="ThreeConn_2-3" presStyleLbl="fgAccFollowNode1" presStyleIdx="1" presStyleCnt="2">
        <dgm:presLayoutVars>
          <dgm:bulletEnabled val="1"/>
        </dgm:presLayoutVars>
      </dgm:prSet>
      <dgm:spPr/>
    </dgm:pt>
    <dgm:pt modelId="{C8CBE36C-CE4D-4626-94A8-D968C62DD603}" type="pres">
      <dgm:prSet presAssocID="{3337E236-ECAD-41B7-834D-D6A9D944A568}" presName="ThreeNodes_1_text" presStyleLbl="node1" presStyleIdx="2" presStyleCnt="3">
        <dgm:presLayoutVars>
          <dgm:bulletEnabled val="1"/>
        </dgm:presLayoutVars>
      </dgm:prSet>
      <dgm:spPr/>
    </dgm:pt>
    <dgm:pt modelId="{716A156A-5160-483A-8191-ADB63681F361}" type="pres">
      <dgm:prSet presAssocID="{3337E236-ECAD-41B7-834D-D6A9D944A568}" presName="ThreeNodes_2_text" presStyleLbl="node1" presStyleIdx="2" presStyleCnt="3">
        <dgm:presLayoutVars>
          <dgm:bulletEnabled val="1"/>
        </dgm:presLayoutVars>
      </dgm:prSet>
      <dgm:spPr/>
    </dgm:pt>
    <dgm:pt modelId="{FDD8F2D2-5905-4E48-BF16-B9DD09E00E87}" type="pres">
      <dgm:prSet presAssocID="{3337E236-ECAD-41B7-834D-D6A9D944A568}" presName="ThreeNodes_3_text" presStyleLbl="node1" presStyleIdx="2" presStyleCnt="3">
        <dgm:presLayoutVars>
          <dgm:bulletEnabled val="1"/>
        </dgm:presLayoutVars>
      </dgm:prSet>
      <dgm:spPr/>
    </dgm:pt>
  </dgm:ptLst>
  <dgm:cxnLst>
    <dgm:cxn modelId="{A102322A-DA7F-47B6-8B0E-C1EA4FDBE13C}" type="presOf" srcId="{29F7F57B-3BC2-49CD-BCDA-5A5657CC6518}" destId="{8B6F3BB3-58FC-4367-806C-5D5BF1D6C2CC}" srcOrd="0" destOrd="0" presId="urn:microsoft.com/office/officeart/2005/8/layout/vProcess5"/>
    <dgm:cxn modelId="{872B8432-014D-42C4-9749-91364E96B96C}" type="presOf" srcId="{870CB372-7138-49C8-B60C-F99EAFB888E0}" destId="{C8CBE36C-CE4D-4626-94A8-D968C62DD603}" srcOrd="1" destOrd="0" presId="urn:microsoft.com/office/officeart/2005/8/layout/vProcess5"/>
    <dgm:cxn modelId="{3B14395D-4DD7-42AF-95E2-DA73FC8887E8}" type="presOf" srcId="{35FF4CFF-FE00-4471-8DAB-E8DA400FF4DB}" destId="{716A156A-5160-483A-8191-ADB63681F361}" srcOrd="1" destOrd="0" presId="urn:microsoft.com/office/officeart/2005/8/layout/vProcess5"/>
    <dgm:cxn modelId="{C802745D-1721-4D57-B2A7-56B08A5130FE}" type="presOf" srcId="{5942B66D-6E88-4B26-9BD9-86E5302AC6B4}" destId="{FDD8F2D2-5905-4E48-BF16-B9DD09E00E87}" srcOrd="1" destOrd="0" presId="urn:microsoft.com/office/officeart/2005/8/layout/vProcess5"/>
    <dgm:cxn modelId="{B0BCD260-8D6E-4267-99D5-6B6DE2036BBD}" srcId="{3337E236-ECAD-41B7-834D-D6A9D944A568}" destId="{870CB372-7138-49C8-B60C-F99EAFB888E0}" srcOrd="0" destOrd="0" parTransId="{247AD849-A0C0-4B61-A145-4786B1815C76}" sibTransId="{6244C874-6D4A-4E73-9923-CDF3F29A7F92}"/>
    <dgm:cxn modelId="{5890C846-0777-4BFB-B1DE-B9D32B8DB75F}" type="presOf" srcId="{3337E236-ECAD-41B7-834D-D6A9D944A568}" destId="{F0109BAF-5517-4297-A203-CDE8BA186BF0}" srcOrd="0" destOrd="0" presId="urn:microsoft.com/office/officeart/2005/8/layout/vProcess5"/>
    <dgm:cxn modelId="{F75B2948-F0B5-4CC9-B8C2-D5F2B7977F22}" type="presOf" srcId="{5942B66D-6E88-4B26-9BD9-86E5302AC6B4}" destId="{1BFF2EDE-839B-432B-8F62-D876BB73544C}" srcOrd="0" destOrd="0" presId="urn:microsoft.com/office/officeart/2005/8/layout/vProcess5"/>
    <dgm:cxn modelId="{0BE83F75-E5FB-4609-ABA3-14488D998E58}" srcId="{3337E236-ECAD-41B7-834D-D6A9D944A568}" destId="{35FF4CFF-FE00-4471-8DAB-E8DA400FF4DB}" srcOrd="1" destOrd="0" parTransId="{C6FBC6B9-906B-4A69-B200-D1065025AAB0}" sibTransId="{29F7F57B-3BC2-49CD-BCDA-5A5657CC6518}"/>
    <dgm:cxn modelId="{D4D431A7-7FFA-49B1-B207-6F7ADE231F28}" type="presOf" srcId="{870CB372-7138-49C8-B60C-F99EAFB888E0}" destId="{A5F7839F-1BD7-49FD-B802-F4445A7C4D7E}" srcOrd="0" destOrd="0" presId="urn:microsoft.com/office/officeart/2005/8/layout/vProcess5"/>
    <dgm:cxn modelId="{BB0914D3-998E-443B-9106-3BAD7475E3DA}" type="presOf" srcId="{6244C874-6D4A-4E73-9923-CDF3F29A7F92}" destId="{489A35AC-F82C-40F1-80BC-30D400BF3E72}" srcOrd="0" destOrd="0" presId="urn:microsoft.com/office/officeart/2005/8/layout/vProcess5"/>
    <dgm:cxn modelId="{1FBA34E9-3149-456D-970C-DD25FD1D0B0D}" srcId="{3337E236-ECAD-41B7-834D-D6A9D944A568}" destId="{5942B66D-6E88-4B26-9BD9-86E5302AC6B4}" srcOrd="2" destOrd="0" parTransId="{22120376-0E50-4331-88F2-9F412EB75CBB}" sibTransId="{1E4BE4AF-CBE8-4A5D-8306-46A2110BBC2E}"/>
    <dgm:cxn modelId="{F0DEF9EF-DB6E-4381-B033-E9DFA49E676C}" type="presOf" srcId="{35FF4CFF-FE00-4471-8DAB-E8DA400FF4DB}" destId="{23051F68-D3BD-42BF-B6A3-26A19C7EAF90}" srcOrd="0" destOrd="0" presId="urn:microsoft.com/office/officeart/2005/8/layout/vProcess5"/>
    <dgm:cxn modelId="{11FD99DF-BA2D-43D3-B008-52FA58AA3C9F}" type="presParOf" srcId="{F0109BAF-5517-4297-A203-CDE8BA186BF0}" destId="{DF47A23F-6CD4-440D-B858-B224BEAC3123}" srcOrd="0" destOrd="0" presId="urn:microsoft.com/office/officeart/2005/8/layout/vProcess5"/>
    <dgm:cxn modelId="{2FB5C680-13B2-40EE-B6EA-0B0C8D1E6229}" type="presParOf" srcId="{F0109BAF-5517-4297-A203-CDE8BA186BF0}" destId="{A5F7839F-1BD7-49FD-B802-F4445A7C4D7E}" srcOrd="1" destOrd="0" presId="urn:microsoft.com/office/officeart/2005/8/layout/vProcess5"/>
    <dgm:cxn modelId="{C4DBAE49-3C44-4DB8-92F2-49F2441D765D}" type="presParOf" srcId="{F0109BAF-5517-4297-A203-CDE8BA186BF0}" destId="{23051F68-D3BD-42BF-B6A3-26A19C7EAF90}" srcOrd="2" destOrd="0" presId="urn:microsoft.com/office/officeart/2005/8/layout/vProcess5"/>
    <dgm:cxn modelId="{ED79BD45-0B96-4D35-996B-5B6DCEF56305}" type="presParOf" srcId="{F0109BAF-5517-4297-A203-CDE8BA186BF0}" destId="{1BFF2EDE-839B-432B-8F62-D876BB73544C}" srcOrd="3" destOrd="0" presId="urn:microsoft.com/office/officeart/2005/8/layout/vProcess5"/>
    <dgm:cxn modelId="{0097D008-3C6A-42BB-A507-C6159A792ADE}" type="presParOf" srcId="{F0109BAF-5517-4297-A203-CDE8BA186BF0}" destId="{489A35AC-F82C-40F1-80BC-30D400BF3E72}" srcOrd="4" destOrd="0" presId="urn:microsoft.com/office/officeart/2005/8/layout/vProcess5"/>
    <dgm:cxn modelId="{1BB61D09-8203-4910-B2FB-15D0264C4826}" type="presParOf" srcId="{F0109BAF-5517-4297-A203-CDE8BA186BF0}" destId="{8B6F3BB3-58FC-4367-806C-5D5BF1D6C2CC}" srcOrd="5" destOrd="0" presId="urn:microsoft.com/office/officeart/2005/8/layout/vProcess5"/>
    <dgm:cxn modelId="{057CC065-AE99-4632-8A20-C36A03A669A0}" type="presParOf" srcId="{F0109BAF-5517-4297-A203-CDE8BA186BF0}" destId="{C8CBE36C-CE4D-4626-94A8-D968C62DD603}" srcOrd="6" destOrd="0" presId="urn:microsoft.com/office/officeart/2005/8/layout/vProcess5"/>
    <dgm:cxn modelId="{FC27B509-4461-4E06-BA24-1D9C468F7F2E}" type="presParOf" srcId="{F0109BAF-5517-4297-A203-CDE8BA186BF0}" destId="{716A156A-5160-483A-8191-ADB63681F361}" srcOrd="7" destOrd="0" presId="urn:microsoft.com/office/officeart/2005/8/layout/vProcess5"/>
    <dgm:cxn modelId="{55388EE4-221D-4A37-A74E-81D80CA0ED58}" type="presParOf" srcId="{F0109BAF-5517-4297-A203-CDE8BA186BF0}" destId="{FDD8F2D2-5905-4E48-BF16-B9DD09E00E87}" srcOrd="8"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337E236-ECAD-41B7-834D-D6A9D944A568}"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35FF4CFF-FE00-4471-8DAB-E8DA400FF4DB}">
      <dgm:prSet/>
      <dgm:spPr/>
      <dgm:t>
        <a:bodyPr/>
        <a:lstStyle/>
        <a:p>
          <a:pPr algn="just"/>
          <a:r>
            <a:rPr lang="es-DO" dirty="0"/>
            <a:t> </a:t>
          </a:r>
          <a:endParaRPr lang="en-US" dirty="0"/>
        </a:p>
      </dgm:t>
    </dgm:pt>
    <dgm:pt modelId="{C6FBC6B9-906B-4A69-B200-D1065025AAB0}" type="parTrans" cxnId="{0BE83F75-E5FB-4609-ABA3-14488D998E58}">
      <dgm:prSet/>
      <dgm:spPr/>
      <dgm:t>
        <a:bodyPr/>
        <a:lstStyle/>
        <a:p>
          <a:endParaRPr lang="en-US"/>
        </a:p>
      </dgm:t>
    </dgm:pt>
    <dgm:pt modelId="{29F7F57B-3BC2-49CD-BCDA-5A5657CC6518}" type="sibTrans" cxnId="{0BE83F75-E5FB-4609-ABA3-14488D998E58}">
      <dgm:prSet/>
      <dgm:spPr/>
      <dgm:t>
        <a:bodyPr/>
        <a:lstStyle/>
        <a:p>
          <a:endParaRPr lang="en-US"/>
        </a:p>
      </dgm:t>
    </dgm:pt>
    <dgm:pt modelId="{5942B66D-6E88-4B26-9BD9-86E5302AC6B4}">
      <dgm:prSet custT="1"/>
      <dgm:spPr/>
      <dgm:t>
        <a:bodyPr/>
        <a:lstStyle/>
        <a:p>
          <a:pPr algn="just"/>
          <a:endParaRPr lang="es-DO" sz="3600" kern="1200" noProof="0" dirty="0">
            <a:latin typeface="Times New Roman" panose="02020603050405020304" pitchFamily="18" charset="0"/>
            <a:cs typeface="Times New Roman" panose="02020603050405020304" pitchFamily="18" charset="0"/>
          </a:endParaRPr>
        </a:p>
        <a:p>
          <a:pPr algn="just"/>
          <a:r>
            <a:rPr lang="es-DO" sz="4000" kern="1200" noProof="0" dirty="0">
              <a:latin typeface="Times New Roman" panose="02020603050405020304" pitchFamily="18" charset="0"/>
              <a:cs typeface="Times New Roman" panose="02020603050405020304" pitchFamily="18" charset="0"/>
            </a:rPr>
            <a:t>“... como también yo en todas las cosas agrado a todos, no procurando mi propio beneficio, sino el de muchos, para que sean salvos”</a:t>
          </a:r>
          <a:endParaRPr lang="es-DO" sz="4000" b="1" kern="1200" noProof="0" dirty="0">
            <a:solidFill>
              <a:schemeClr val="bg1"/>
            </a:solidFill>
            <a:latin typeface="Times New Roman" panose="02020603050405020304" pitchFamily="18" charset="0"/>
            <a:cs typeface="Times New Roman" panose="02020603050405020304" pitchFamily="18" charset="0"/>
          </a:endParaRPr>
        </a:p>
        <a:p>
          <a:pPr algn="just"/>
          <a:r>
            <a:rPr lang="es-DO" sz="4000" b="1" kern="1200" noProof="0" dirty="0">
              <a:latin typeface="Times New Roman" panose="02020603050405020304" pitchFamily="18" charset="0"/>
              <a:cs typeface="Times New Roman" panose="02020603050405020304" pitchFamily="18" charset="0"/>
            </a:rPr>
            <a:t>1 Corintios 10:33</a:t>
          </a:r>
          <a:endParaRPr lang="es-DO" sz="4000" b="1" kern="1200" noProof="0" dirty="0">
            <a:solidFill>
              <a:schemeClr val="bg1"/>
            </a:solidFill>
            <a:latin typeface="Times New Roman" panose="02020603050405020304" pitchFamily="18" charset="0"/>
            <a:cs typeface="Times New Roman" panose="02020603050405020304" pitchFamily="18" charset="0"/>
          </a:endParaRPr>
        </a:p>
      </dgm:t>
    </dgm:pt>
    <dgm:pt modelId="{22120376-0E50-4331-88F2-9F412EB75CBB}" type="parTrans" cxnId="{1FBA34E9-3149-456D-970C-DD25FD1D0B0D}">
      <dgm:prSet/>
      <dgm:spPr/>
      <dgm:t>
        <a:bodyPr/>
        <a:lstStyle/>
        <a:p>
          <a:endParaRPr lang="en-US"/>
        </a:p>
      </dgm:t>
    </dgm:pt>
    <dgm:pt modelId="{1E4BE4AF-CBE8-4A5D-8306-46A2110BBC2E}" type="sibTrans" cxnId="{1FBA34E9-3149-456D-970C-DD25FD1D0B0D}">
      <dgm:prSet/>
      <dgm:spPr/>
      <dgm:t>
        <a:bodyPr/>
        <a:lstStyle/>
        <a:p>
          <a:endParaRPr lang="en-US"/>
        </a:p>
      </dgm:t>
    </dgm:pt>
    <dgm:pt modelId="{870CB372-7138-49C8-B60C-F99EAFB888E0}">
      <dgm:prSet custT="1"/>
      <dgm:spPr/>
      <dgm:t>
        <a:bodyPr/>
        <a:lstStyle/>
        <a:p>
          <a:pPr algn="just"/>
          <a:r>
            <a:rPr lang="es-DO" sz="3600" dirty="0">
              <a:latin typeface="Times New Roman" panose="02020603050405020304" pitchFamily="18" charset="0"/>
              <a:cs typeface="Times New Roman" panose="02020603050405020304" pitchFamily="18" charset="0"/>
            </a:rPr>
            <a:t>El enfoque de la vida cristiana no debe estar vanidosamente en nosotros mismos, sino en la gloria de Dios y en todo el bien que podamos hacer a nuestros semejantes.</a:t>
          </a:r>
        </a:p>
      </dgm:t>
    </dgm:pt>
    <dgm:pt modelId="{6244C874-6D4A-4E73-9923-CDF3F29A7F92}" type="sibTrans" cxnId="{B0BCD260-8D6E-4267-99D5-6B6DE2036BBD}">
      <dgm:prSet/>
      <dgm:spPr/>
      <dgm:t>
        <a:bodyPr/>
        <a:lstStyle/>
        <a:p>
          <a:endParaRPr lang="en-US"/>
        </a:p>
      </dgm:t>
    </dgm:pt>
    <dgm:pt modelId="{247AD849-A0C0-4B61-A145-4786B1815C76}" type="parTrans" cxnId="{B0BCD260-8D6E-4267-99D5-6B6DE2036BBD}">
      <dgm:prSet/>
      <dgm:spPr/>
      <dgm:t>
        <a:bodyPr/>
        <a:lstStyle/>
        <a:p>
          <a:endParaRPr lang="en-US"/>
        </a:p>
      </dgm:t>
    </dgm:pt>
    <dgm:pt modelId="{133E6B44-650F-4321-A97C-3A31BE868838}" type="pres">
      <dgm:prSet presAssocID="{3337E236-ECAD-41B7-834D-D6A9D944A568}" presName="vert0" presStyleCnt="0">
        <dgm:presLayoutVars>
          <dgm:dir/>
          <dgm:animOne val="branch"/>
          <dgm:animLvl val="lvl"/>
        </dgm:presLayoutVars>
      </dgm:prSet>
      <dgm:spPr/>
    </dgm:pt>
    <dgm:pt modelId="{53D4998A-BFCA-437A-8CE3-30FF69EB2BF5}" type="pres">
      <dgm:prSet presAssocID="{870CB372-7138-49C8-B60C-F99EAFB888E0}" presName="thickLine" presStyleLbl="alignNode1" presStyleIdx="0" presStyleCnt="3"/>
      <dgm:spPr/>
    </dgm:pt>
    <dgm:pt modelId="{ED58300B-F063-4D83-94D4-2C431694C182}" type="pres">
      <dgm:prSet presAssocID="{870CB372-7138-49C8-B60C-F99EAFB888E0}" presName="horz1" presStyleCnt="0"/>
      <dgm:spPr/>
    </dgm:pt>
    <dgm:pt modelId="{A14A8CB7-D355-481F-A6BA-FBF3AFEA7122}" type="pres">
      <dgm:prSet presAssocID="{870CB372-7138-49C8-B60C-F99EAFB888E0}" presName="tx1" presStyleLbl="revTx" presStyleIdx="0" presStyleCnt="3" custLinFactNeighborX="-81" custLinFactNeighborY="-9270"/>
      <dgm:spPr/>
    </dgm:pt>
    <dgm:pt modelId="{C3906524-E39B-4141-A3A3-FB88D940BFA2}" type="pres">
      <dgm:prSet presAssocID="{870CB372-7138-49C8-B60C-F99EAFB888E0}" presName="vert1" presStyleCnt="0"/>
      <dgm:spPr/>
    </dgm:pt>
    <dgm:pt modelId="{40DE0C96-CB3B-4E57-A764-B1FC8FFA6304}" type="pres">
      <dgm:prSet presAssocID="{35FF4CFF-FE00-4471-8DAB-E8DA400FF4DB}" presName="thickLine" presStyleLbl="alignNode1" presStyleIdx="1" presStyleCnt="3" custLinFactNeighborY="31940"/>
      <dgm:spPr/>
    </dgm:pt>
    <dgm:pt modelId="{0A4CBDE9-83F0-4B2C-BF84-F48D2CCEAA33}" type="pres">
      <dgm:prSet presAssocID="{35FF4CFF-FE00-4471-8DAB-E8DA400FF4DB}" presName="horz1" presStyleCnt="0"/>
      <dgm:spPr/>
    </dgm:pt>
    <dgm:pt modelId="{D9DFC37B-6E7C-4940-8038-D633AE0E6DED}" type="pres">
      <dgm:prSet presAssocID="{35FF4CFF-FE00-4471-8DAB-E8DA400FF4DB}" presName="tx1" presStyleLbl="revTx" presStyleIdx="1" presStyleCnt="3"/>
      <dgm:spPr/>
    </dgm:pt>
    <dgm:pt modelId="{FC2BCE76-86F3-4239-A77F-A66B563F4C8D}" type="pres">
      <dgm:prSet presAssocID="{35FF4CFF-FE00-4471-8DAB-E8DA400FF4DB}" presName="vert1" presStyleCnt="0"/>
      <dgm:spPr/>
    </dgm:pt>
    <dgm:pt modelId="{8AB003CC-890B-4BAD-A28F-D2D56CA24F59}" type="pres">
      <dgm:prSet presAssocID="{5942B66D-6E88-4B26-9BD9-86E5302AC6B4}" presName="thickLine" presStyleLbl="alignNode1" presStyleIdx="2" presStyleCnt="3" custLinFactY="14435" custLinFactNeighborX="-41" custLinFactNeighborY="100000"/>
      <dgm:spPr/>
    </dgm:pt>
    <dgm:pt modelId="{8D7E0B94-C010-4543-BD77-5C1054650C44}" type="pres">
      <dgm:prSet presAssocID="{5942B66D-6E88-4B26-9BD9-86E5302AC6B4}" presName="horz1" presStyleCnt="0"/>
      <dgm:spPr/>
    </dgm:pt>
    <dgm:pt modelId="{CA2CE719-FFA0-4214-A711-E3F56673F2DB}" type="pres">
      <dgm:prSet presAssocID="{5942B66D-6E88-4B26-9BD9-86E5302AC6B4}" presName="tx1" presStyleLbl="revTx" presStyleIdx="2" presStyleCnt="3" custLinFactNeighborX="-41" custLinFactNeighborY="-44664"/>
      <dgm:spPr/>
    </dgm:pt>
    <dgm:pt modelId="{893CBC54-EFDC-4D80-B415-FC9D229CFA49}" type="pres">
      <dgm:prSet presAssocID="{5942B66D-6E88-4B26-9BD9-86E5302AC6B4}" presName="vert1" presStyleCnt="0"/>
      <dgm:spPr/>
    </dgm:pt>
  </dgm:ptLst>
  <dgm:cxnLst>
    <dgm:cxn modelId="{E977132D-5C67-43F1-ABD9-DEE1ABB9DDF1}" type="presOf" srcId="{5942B66D-6E88-4B26-9BD9-86E5302AC6B4}" destId="{CA2CE719-FFA0-4214-A711-E3F56673F2DB}" srcOrd="0" destOrd="0" presId="urn:microsoft.com/office/officeart/2008/layout/LinedList"/>
    <dgm:cxn modelId="{B88ACF3D-031B-4A6C-A878-9569581903B8}" type="presOf" srcId="{870CB372-7138-49C8-B60C-F99EAFB888E0}" destId="{A14A8CB7-D355-481F-A6BA-FBF3AFEA7122}" srcOrd="0" destOrd="0" presId="urn:microsoft.com/office/officeart/2008/layout/LinedList"/>
    <dgm:cxn modelId="{B0BCD260-8D6E-4267-99D5-6B6DE2036BBD}" srcId="{3337E236-ECAD-41B7-834D-D6A9D944A568}" destId="{870CB372-7138-49C8-B60C-F99EAFB888E0}" srcOrd="0" destOrd="0" parTransId="{247AD849-A0C0-4B61-A145-4786B1815C76}" sibTransId="{6244C874-6D4A-4E73-9923-CDF3F29A7F92}"/>
    <dgm:cxn modelId="{0BE83F75-E5FB-4609-ABA3-14488D998E58}" srcId="{3337E236-ECAD-41B7-834D-D6A9D944A568}" destId="{35FF4CFF-FE00-4471-8DAB-E8DA400FF4DB}" srcOrd="1" destOrd="0" parTransId="{C6FBC6B9-906B-4A69-B200-D1065025AAB0}" sibTransId="{29F7F57B-3BC2-49CD-BCDA-5A5657CC6518}"/>
    <dgm:cxn modelId="{E29FFDD1-7AC6-4AB4-BEBB-37116DC8641A}" type="presOf" srcId="{3337E236-ECAD-41B7-834D-D6A9D944A568}" destId="{133E6B44-650F-4321-A97C-3A31BE868838}" srcOrd="0" destOrd="0" presId="urn:microsoft.com/office/officeart/2008/layout/LinedList"/>
    <dgm:cxn modelId="{1FBA34E9-3149-456D-970C-DD25FD1D0B0D}" srcId="{3337E236-ECAD-41B7-834D-D6A9D944A568}" destId="{5942B66D-6E88-4B26-9BD9-86E5302AC6B4}" srcOrd="2" destOrd="0" parTransId="{22120376-0E50-4331-88F2-9F412EB75CBB}" sibTransId="{1E4BE4AF-CBE8-4A5D-8306-46A2110BBC2E}"/>
    <dgm:cxn modelId="{15C19BFE-B12E-4B12-B75F-3656577CEE7A}" type="presOf" srcId="{35FF4CFF-FE00-4471-8DAB-E8DA400FF4DB}" destId="{D9DFC37B-6E7C-4940-8038-D633AE0E6DED}" srcOrd="0" destOrd="0" presId="urn:microsoft.com/office/officeart/2008/layout/LinedList"/>
    <dgm:cxn modelId="{1DE61941-C635-4F04-8232-944BAB248EC5}" type="presParOf" srcId="{133E6B44-650F-4321-A97C-3A31BE868838}" destId="{53D4998A-BFCA-437A-8CE3-30FF69EB2BF5}" srcOrd="0" destOrd="0" presId="urn:microsoft.com/office/officeart/2008/layout/LinedList"/>
    <dgm:cxn modelId="{4302829F-3BD9-469F-89E9-44BAD1F7C220}" type="presParOf" srcId="{133E6B44-650F-4321-A97C-3A31BE868838}" destId="{ED58300B-F063-4D83-94D4-2C431694C182}" srcOrd="1" destOrd="0" presId="urn:microsoft.com/office/officeart/2008/layout/LinedList"/>
    <dgm:cxn modelId="{D2E49038-11D2-4164-AF54-FB2B691DFC60}" type="presParOf" srcId="{ED58300B-F063-4D83-94D4-2C431694C182}" destId="{A14A8CB7-D355-481F-A6BA-FBF3AFEA7122}" srcOrd="0" destOrd="0" presId="urn:microsoft.com/office/officeart/2008/layout/LinedList"/>
    <dgm:cxn modelId="{4ACB054F-3254-4931-9A00-244C3CA483D3}" type="presParOf" srcId="{ED58300B-F063-4D83-94D4-2C431694C182}" destId="{C3906524-E39B-4141-A3A3-FB88D940BFA2}" srcOrd="1" destOrd="0" presId="urn:microsoft.com/office/officeart/2008/layout/LinedList"/>
    <dgm:cxn modelId="{B1CA7BC0-B053-415D-A005-1240FF30C14A}" type="presParOf" srcId="{133E6B44-650F-4321-A97C-3A31BE868838}" destId="{40DE0C96-CB3B-4E57-A764-B1FC8FFA6304}" srcOrd="2" destOrd="0" presId="urn:microsoft.com/office/officeart/2008/layout/LinedList"/>
    <dgm:cxn modelId="{C53D4F30-B992-4E8F-8C61-3BDFF956D595}" type="presParOf" srcId="{133E6B44-650F-4321-A97C-3A31BE868838}" destId="{0A4CBDE9-83F0-4B2C-BF84-F48D2CCEAA33}" srcOrd="3" destOrd="0" presId="urn:microsoft.com/office/officeart/2008/layout/LinedList"/>
    <dgm:cxn modelId="{C427B3E4-2ED2-4925-AD9E-A9124F885392}" type="presParOf" srcId="{0A4CBDE9-83F0-4B2C-BF84-F48D2CCEAA33}" destId="{D9DFC37B-6E7C-4940-8038-D633AE0E6DED}" srcOrd="0" destOrd="0" presId="urn:microsoft.com/office/officeart/2008/layout/LinedList"/>
    <dgm:cxn modelId="{F76D0A43-ACE6-4FB7-8B78-1C2830E0E8DF}" type="presParOf" srcId="{0A4CBDE9-83F0-4B2C-BF84-F48D2CCEAA33}" destId="{FC2BCE76-86F3-4239-A77F-A66B563F4C8D}" srcOrd="1" destOrd="0" presId="urn:microsoft.com/office/officeart/2008/layout/LinedList"/>
    <dgm:cxn modelId="{A690244E-847E-4A2D-BB69-A5D0C5BD919D}" type="presParOf" srcId="{133E6B44-650F-4321-A97C-3A31BE868838}" destId="{8AB003CC-890B-4BAD-A28F-D2D56CA24F59}" srcOrd="4" destOrd="0" presId="urn:microsoft.com/office/officeart/2008/layout/LinedList"/>
    <dgm:cxn modelId="{BCF2FFEA-8023-43A1-B1FE-86C547946760}" type="presParOf" srcId="{133E6B44-650F-4321-A97C-3A31BE868838}" destId="{8D7E0B94-C010-4543-BD77-5C1054650C44}" srcOrd="5" destOrd="0" presId="urn:microsoft.com/office/officeart/2008/layout/LinedList"/>
    <dgm:cxn modelId="{85A2A6E8-042C-40EE-8F14-851BFB91B414}" type="presParOf" srcId="{8D7E0B94-C010-4543-BD77-5C1054650C44}" destId="{CA2CE719-FFA0-4214-A711-E3F56673F2DB}" srcOrd="0" destOrd="0" presId="urn:microsoft.com/office/officeart/2008/layout/LinedList"/>
    <dgm:cxn modelId="{2BBD147C-B56A-47E3-9FD9-716A1FAD1F41}" type="presParOf" srcId="{8D7E0B94-C010-4543-BD77-5C1054650C44}" destId="{893CBC54-EFDC-4D80-B415-FC9D229CFA49}"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F7839F-1BD7-49FD-B802-F4445A7C4D7E}">
      <dsp:nvSpPr>
        <dsp:cNvPr id="0" name=""/>
        <dsp:cNvSpPr/>
      </dsp:nvSpPr>
      <dsp:spPr>
        <a:xfrm>
          <a:off x="0" y="0"/>
          <a:ext cx="8938260" cy="1305401"/>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s-DO" sz="3600" kern="1200" dirty="0">
              <a:latin typeface="Verlag Light" pitchFamily="2" charset="0"/>
              <a:cs typeface="Times New Roman" panose="02020603050405020304" pitchFamily="18" charset="0"/>
            </a:rPr>
            <a:t>Integrar la disposición de ser modestos en toda nuestra manera de vivir.</a:t>
          </a:r>
          <a:endParaRPr lang="en-US" sz="3600" kern="1200" dirty="0">
            <a:latin typeface="Verlag Light" pitchFamily="2" charset="0"/>
            <a:cs typeface="Times New Roman" panose="02020603050405020304" pitchFamily="18" charset="0"/>
          </a:endParaRPr>
        </a:p>
      </dsp:txBody>
      <dsp:txXfrm>
        <a:off x="38234" y="38234"/>
        <a:ext cx="7529629" cy="1228933"/>
      </dsp:txXfrm>
    </dsp:sp>
    <dsp:sp modelId="{23051F68-D3BD-42BF-B6A3-26A19C7EAF90}">
      <dsp:nvSpPr>
        <dsp:cNvPr id="0" name=""/>
        <dsp:cNvSpPr/>
      </dsp:nvSpPr>
      <dsp:spPr>
        <a:xfrm>
          <a:off x="788669" y="1522968"/>
          <a:ext cx="8938260" cy="1305401"/>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s-DO" sz="3600" kern="1200" dirty="0">
              <a:latin typeface="Verlag Light" pitchFamily="2" charset="0"/>
              <a:cs typeface="Times New Roman" panose="02020603050405020304" pitchFamily="18" charset="0"/>
            </a:rPr>
            <a:t>Formular la conducta que es propia de los que profesan modestia.</a:t>
          </a:r>
          <a:endParaRPr lang="en-US" sz="3600" kern="1200" dirty="0">
            <a:latin typeface="Verlag Light" pitchFamily="2" charset="0"/>
            <a:cs typeface="Times New Roman" panose="02020603050405020304" pitchFamily="18" charset="0"/>
          </a:endParaRPr>
        </a:p>
      </dsp:txBody>
      <dsp:txXfrm>
        <a:off x="826903" y="1561202"/>
        <a:ext cx="7224611" cy="1228933"/>
      </dsp:txXfrm>
    </dsp:sp>
    <dsp:sp modelId="{1BFF2EDE-839B-432B-8F62-D876BB73544C}">
      <dsp:nvSpPr>
        <dsp:cNvPr id="0" name=""/>
        <dsp:cNvSpPr/>
      </dsp:nvSpPr>
      <dsp:spPr>
        <a:xfrm>
          <a:off x="1577339" y="3045936"/>
          <a:ext cx="8938260" cy="1305401"/>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l" defTabSz="1778000">
            <a:lnSpc>
              <a:spcPct val="90000"/>
            </a:lnSpc>
            <a:spcBef>
              <a:spcPct val="0"/>
            </a:spcBef>
            <a:spcAft>
              <a:spcPct val="35000"/>
            </a:spcAft>
            <a:buNone/>
          </a:pPr>
          <a:r>
            <a:rPr lang="es-DO" sz="4000" kern="1200" dirty="0">
              <a:latin typeface="Verlag Light" pitchFamily="2" charset="0"/>
              <a:cs typeface="Times New Roman" panose="02020603050405020304" pitchFamily="18" charset="0"/>
            </a:rPr>
            <a:t>Evaluar el valor de la modestia en la vida de los hijos de Dios.</a:t>
          </a:r>
        </a:p>
      </dsp:txBody>
      <dsp:txXfrm>
        <a:off x="1615573" y="3084170"/>
        <a:ext cx="7224611" cy="1228933"/>
      </dsp:txXfrm>
    </dsp:sp>
    <dsp:sp modelId="{489A35AC-F82C-40F1-80BC-30D400BF3E72}">
      <dsp:nvSpPr>
        <dsp:cNvPr id="0" name=""/>
        <dsp:cNvSpPr/>
      </dsp:nvSpPr>
      <dsp:spPr>
        <a:xfrm>
          <a:off x="8089749" y="989929"/>
          <a:ext cx="848510" cy="848510"/>
        </a:xfrm>
        <a:prstGeom prst="downArrow">
          <a:avLst>
            <a:gd name="adj1" fmla="val 55000"/>
            <a:gd name="adj2" fmla="val 45000"/>
          </a:avLst>
        </a:prstGeom>
        <a:solidFill>
          <a:schemeClr val="accent5">
            <a:alpha val="90000"/>
            <a:tint val="40000"/>
            <a:hueOff val="0"/>
            <a:satOff val="0"/>
            <a:lumOff val="0"/>
            <a:alphaOff val="0"/>
          </a:schemeClr>
        </a:solidFill>
        <a:ln w="12700" cap="flat" cmpd="sng" algn="ctr">
          <a:solidFill>
            <a:schemeClr val="accent5">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8280664" y="989929"/>
        <a:ext cx="466680" cy="638504"/>
      </dsp:txXfrm>
    </dsp:sp>
    <dsp:sp modelId="{8B6F3BB3-58FC-4367-806C-5D5BF1D6C2CC}">
      <dsp:nvSpPr>
        <dsp:cNvPr id="0" name=""/>
        <dsp:cNvSpPr/>
      </dsp:nvSpPr>
      <dsp:spPr>
        <a:xfrm>
          <a:off x="8878419" y="2504195"/>
          <a:ext cx="848510" cy="848510"/>
        </a:xfrm>
        <a:prstGeom prst="downArrow">
          <a:avLst>
            <a:gd name="adj1" fmla="val 55000"/>
            <a:gd name="adj2" fmla="val 45000"/>
          </a:avLst>
        </a:prstGeom>
        <a:solidFill>
          <a:schemeClr val="accent5">
            <a:alpha val="90000"/>
            <a:tint val="40000"/>
            <a:hueOff val="0"/>
            <a:satOff val="0"/>
            <a:lumOff val="0"/>
            <a:alphaOff val="0"/>
          </a:schemeClr>
        </a:solidFill>
        <a:ln w="12700" cap="flat" cmpd="sng" algn="ctr">
          <a:solidFill>
            <a:schemeClr val="accent5">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9069334" y="2504195"/>
        <a:ext cx="466680" cy="63850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3D4998A-BFCA-437A-8CE3-30FF69EB2BF5}">
      <dsp:nvSpPr>
        <dsp:cNvPr id="0" name=""/>
        <dsp:cNvSpPr/>
      </dsp:nvSpPr>
      <dsp:spPr>
        <a:xfrm>
          <a:off x="0" y="2124"/>
          <a:ext cx="11811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14A8CB7-D355-481F-A6BA-FBF3AFEA7122}">
      <dsp:nvSpPr>
        <dsp:cNvPr id="0" name=""/>
        <dsp:cNvSpPr/>
      </dsp:nvSpPr>
      <dsp:spPr>
        <a:xfrm>
          <a:off x="0" y="0"/>
          <a:ext cx="118110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t" anchorCtr="0">
          <a:noAutofit/>
        </a:bodyPr>
        <a:lstStyle/>
        <a:p>
          <a:pPr marL="0" lvl="0" indent="0" algn="just" defTabSz="1600200">
            <a:lnSpc>
              <a:spcPct val="90000"/>
            </a:lnSpc>
            <a:spcBef>
              <a:spcPct val="0"/>
            </a:spcBef>
            <a:spcAft>
              <a:spcPct val="35000"/>
            </a:spcAft>
            <a:buNone/>
          </a:pPr>
          <a:r>
            <a:rPr lang="es-DO" sz="2200" kern="1200" dirty="0">
              <a:latin typeface="Times New Roman" panose="02020603050405020304" pitchFamily="18" charset="0"/>
              <a:cs typeface="Times New Roman" panose="02020603050405020304" pitchFamily="18" charset="0"/>
            </a:rPr>
            <a:t>El enfoque de la vida cristiana no debe estar vanidosamente en nosotros mismos, sino en la gloria de Dios y en todo el bien que podamos hacer a nuestros semejantes.</a:t>
          </a:r>
        </a:p>
      </dsp:txBody>
      <dsp:txXfrm>
        <a:off x="0" y="0"/>
        <a:ext cx="11811000" cy="1449029"/>
      </dsp:txXfrm>
    </dsp:sp>
    <dsp:sp modelId="{40DE0C96-CB3B-4E57-A764-B1FC8FFA6304}">
      <dsp:nvSpPr>
        <dsp:cNvPr id="0" name=""/>
        <dsp:cNvSpPr/>
      </dsp:nvSpPr>
      <dsp:spPr>
        <a:xfrm>
          <a:off x="0" y="1913974"/>
          <a:ext cx="11811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9DFC37B-6E7C-4940-8038-D633AE0E6DED}">
      <dsp:nvSpPr>
        <dsp:cNvPr id="0" name=""/>
        <dsp:cNvSpPr/>
      </dsp:nvSpPr>
      <dsp:spPr>
        <a:xfrm>
          <a:off x="0" y="1451154"/>
          <a:ext cx="118110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7650" tIns="247650" rIns="247650" bIns="247650" numCol="1" spcCol="1270" anchor="t" anchorCtr="0">
          <a:noAutofit/>
        </a:bodyPr>
        <a:lstStyle/>
        <a:p>
          <a:pPr marL="0" lvl="0" indent="0" algn="just" defTabSz="2889250">
            <a:lnSpc>
              <a:spcPct val="90000"/>
            </a:lnSpc>
            <a:spcBef>
              <a:spcPct val="0"/>
            </a:spcBef>
            <a:spcAft>
              <a:spcPct val="35000"/>
            </a:spcAft>
            <a:buNone/>
          </a:pPr>
          <a:r>
            <a:rPr lang="es-DO" sz="2200" kern="1200" dirty="0"/>
            <a:t> </a:t>
          </a:r>
          <a:endParaRPr lang="en-US" sz="2200" kern="1200" dirty="0"/>
        </a:p>
      </dsp:txBody>
      <dsp:txXfrm>
        <a:off x="0" y="1451154"/>
        <a:ext cx="11811000" cy="1449029"/>
      </dsp:txXfrm>
    </dsp:sp>
    <dsp:sp modelId="{8AB003CC-890B-4BAD-A28F-D2D56CA24F59}">
      <dsp:nvSpPr>
        <dsp:cNvPr id="0" name=""/>
        <dsp:cNvSpPr/>
      </dsp:nvSpPr>
      <dsp:spPr>
        <a:xfrm>
          <a:off x="0" y="4351338"/>
          <a:ext cx="11811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A2CE719-FFA0-4214-A711-E3F56673F2DB}">
      <dsp:nvSpPr>
        <dsp:cNvPr id="0" name=""/>
        <dsp:cNvSpPr/>
      </dsp:nvSpPr>
      <dsp:spPr>
        <a:xfrm>
          <a:off x="0" y="2252989"/>
          <a:ext cx="118110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t" anchorCtr="0">
          <a:noAutofit/>
        </a:bodyPr>
        <a:lstStyle/>
        <a:p>
          <a:pPr marL="0" lvl="0" indent="0" algn="just" defTabSz="1600200">
            <a:lnSpc>
              <a:spcPct val="90000"/>
            </a:lnSpc>
            <a:spcBef>
              <a:spcPct val="0"/>
            </a:spcBef>
            <a:spcAft>
              <a:spcPct val="35000"/>
            </a:spcAft>
            <a:buNone/>
          </a:pPr>
          <a:endParaRPr lang="es-DO" sz="2200" kern="1200" noProof="0" dirty="0">
            <a:latin typeface="Times New Roman" panose="02020603050405020304" pitchFamily="18" charset="0"/>
            <a:cs typeface="Times New Roman" panose="02020603050405020304" pitchFamily="18" charset="0"/>
          </a:endParaRPr>
        </a:p>
        <a:p>
          <a:pPr marL="0" lvl="0" indent="0" algn="just" defTabSz="1600200">
            <a:lnSpc>
              <a:spcPct val="90000"/>
            </a:lnSpc>
            <a:spcBef>
              <a:spcPct val="0"/>
            </a:spcBef>
            <a:spcAft>
              <a:spcPct val="35000"/>
            </a:spcAft>
            <a:buNone/>
          </a:pPr>
          <a:r>
            <a:rPr lang="es-DO" sz="2200" kern="1200" noProof="0" dirty="0">
              <a:latin typeface="Times New Roman" panose="02020603050405020304" pitchFamily="18" charset="0"/>
              <a:cs typeface="Times New Roman" panose="02020603050405020304" pitchFamily="18" charset="0"/>
            </a:rPr>
            <a:t>“... como también yo en todas las cosas agrado a todos, no procurando mi propio beneficio, sino el de muchos, para que sean salvos”</a:t>
          </a:r>
          <a:endParaRPr lang="es-DO" sz="2200" b="1" kern="1200" noProof="0" dirty="0">
            <a:solidFill>
              <a:schemeClr val="bg1"/>
            </a:solidFill>
            <a:latin typeface="Times New Roman" panose="02020603050405020304" pitchFamily="18" charset="0"/>
            <a:cs typeface="Times New Roman" panose="02020603050405020304" pitchFamily="18" charset="0"/>
          </a:endParaRPr>
        </a:p>
        <a:p>
          <a:pPr marL="0" lvl="0" indent="0" algn="just" defTabSz="1600200">
            <a:lnSpc>
              <a:spcPct val="90000"/>
            </a:lnSpc>
            <a:spcBef>
              <a:spcPct val="0"/>
            </a:spcBef>
            <a:spcAft>
              <a:spcPct val="35000"/>
            </a:spcAft>
            <a:buNone/>
          </a:pPr>
          <a:r>
            <a:rPr lang="es-DO" sz="2200" b="1" kern="1200" noProof="0" dirty="0">
              <a:latin typeface="Times New Roman" panose="02020603050405020304" pitchFamily="18" charset="0"/>
              <a:cs typeface="Times New Roman" panose="02020603050405020304" pitchFamily="18" charset="0"/>
            </a:rPr>
            <a:t>1 Corintios 10:33</a:t>
          </a:r>
          <a:endParaRPr lang="es-DO" sz="2200" b="1" kern="1200" noProof="0" dirty="0">
            <a:solidFill>
              <a:schemeClr val="bg1"/>
            </a:solidFill>
            <a:latin typeface="Times New Roman" panose="02020603050405020304" pitchFamily="18" charset="0"/>
            <a:cs typeface="Times New Roman" panose="02020603050405020304" pitchFamily="18" charset="0"/>
          </a:endParaRPr>
        </a:p>
      </dsp:txBody>
      <dsp:txXfrm>
        <a:off x="0" y="2252989"/>
        <a:ext cx="11811000" cy="1449029"/>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DO"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60F15BA-2EC0-4282-8869-DE12F7ED08C7}" type="datetimeFigureOut">
              <a:rPr lang="es-DO" smtClean="0"/>
              <a:t>28/7/2026</a:t>
            </a:fld>
            <a:endParaRPr lang="es-DO"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DO"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DO"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EFA4C8-16E2-4CE7-AA86-5A0BAE5609E1}" type="slidenum">
              <a:rPr lang="es-DO" smtClean="0"/>
              <a:t>‹Nº›</a:t>
            </a:fld>
            <a:endParaRPr lang="es-DO" dirty="0"/>
          </a:p>
        </p:txBody>
      </p:sp>
    </p:spTree>
    <p:extLst>
      <p:ext uri="{BB962C8B-B14F-4D97-AF65-F5344CB8AC3E}">
        <p14:creationId xmlns:p14="http://schemas.microsoft.com/office/powerpoint/2010/main" val="3292870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28DD8-BC68-95EE-5DF1-F2B4C582CD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28EF0CD-EB08-A3BE-8C7B-778CCBCA6115}"/>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11E31746-F5CB-9453-8346-0BA96C2845D8}"/>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6EA9C3EE-978C-3DB4-3982-1E9608A2806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2744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E6B3B-6D4E-4069-9785-7105D19B336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9BDA116-DD42-BBF9-C07B-421DED940C6E}"/>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85AA954F-2B53-8FAB-F778-5CF39953DD0A}"/>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F66BC468-EB6C-3EB1-04D4-6CF2B6D6732C}"/>
              </a:ext>
            </a:extLst>
          </p:cNvPr>
          <p:cNvSpPr>
            <a:spLocks noGrp="1"/>
          </p:cNvSpPr>
          <p:nvPr>
            <p:ph type="sldNum" sz="quarter" idx="5"/>
          </p:nvPr>
        </p:nvSpPr>
        <p:spPr/>
        <p:txBody>
          <a:bodyPr/>
          <a:lstStyle/>
          <a:p>
            <a:fld id="{23EFA4C8-16E2-4CE7-AA86-5A0BAE5609E1}" type="slidenum">
              <a:rPr lang="es-DO" smtClean="0"/>
              <a:t>2</a:t>
            </a:fld>
            <a:endParaRPr lang="es-DO" dirty="0"/>
          </a:p>
        </p:txBody>
      </p:sp>
    </p:spTree>
    <p:extLst>
      <p:ext uri="{BB962C8B-B14F-4D97-AF65-F5344CB8AC3E}">
        <p14:creationId xmlns:p14="http://schemas.microsoft.com/office/powerpoint/2010/main" val="18787625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A32BA-FD0D-294D-7951-6F2302C7CE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F20403-D0B1-3AE0-1DC6-D9F160A0D8D3}"/>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15A80414-B403-038B-A651-F114A140BA53}"/>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F627F4BC-CFD7-AB71-D822-24D263DACB48}"/>
              </a:ext>
            </a:extLst>
          </p:cNvPr>
          <p:cNvSpPr>
            <a:spLocks noGrp="1"/>
          </p:cNvSpPr>
          <p:nvPr>
            <p:ph type="sldNum" sz="quarter" idx="5"/>
          </p:nvPr>
        </p:nvSpPr>
        <p:spPr/>
        <p:txBody>
          <a:bodyPr/>
          <a:lstStyle/>
          <a:p>
            <a:fld id="{23EFA4C8-16E2-4CE7-AA86-5A0BAE5609E1}" type="slidenum">
              <a:rPr lang="es-DO" smtClean="0"/>
              <a:t>3</a:t>
            </a:fld>
            <a:endParaRPr lang="es-DO" dirty="0"/>
          </a:p>
        </p:txBody>
      </p:sp>
    </p:spTree>
    <p:extLst>
      <p:ext uri="{BB962C8B-B14F-4D97-AF65-F5344CB8AC3E}">
        <p14:creationId xmlns:p14="http://schemas.microsoft.com/office/powerpoint/2010/main" val="5463915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3F2E-5092-6904-F155-963EF51FA69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541332E-090D-A482-1899-09091DE7DC9C}"/>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F394EB65-CC55-1809-B24F-0FCBE5658177}"/>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CA0F7109-F32B-C128-4431-F1A2790A1399}"/>
              </a:ext>
            </a:extLst>
          </p:cNvPr>
          <p:cNvSpPr>
            <a:spLocks noGrp="1"/>
          </p:cNvSpPr>
          <p:nvPr>
            <p:ph type="sldNum" sz="quarter" idx="5"/>
          </p:nvPr>
        </p:nvSpPr>
        <p:spPr/>
        <p:txBody>
          <a:bodyPr/>
          <a:lstStyle/>
          <a:p>
            <a:fld id="{23EFA4C8-16E2-4CE7-AA86-5A0BAE5609E1}" type="slidenum">
              <a:rPr lang="es-DO" smtClean="0"/>
              <a:t>4</a:t>
            </a:fld>
            <a:endParaRPr lang="es-DO" dirty="0"/>
          </a:p>
        </p:txBody>
      </p:sp>
    </p:spTree>
    <p:extLst>
      <p:ext uri="{BB962C8B-B14F-4D97-AF65-F5344CB8AC3E}">
        <p14:creationId xmlns:p14="http://schemas.microsoft.com/office/powerpoint/2010/main" val="8256504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676A4-2028-FA7F-840F-4B613E73088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CAE8DA3-9746-3F99-E4CC-2D69AB910C79}"/>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6201D822-2163-0640-9CDB-60E541168772}"/>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69D2BB1E-7309-0670-FE0C-B7858742AC81}"/>
              </a:ext>
            </a:extLst>
          </p:cNvPr>
          <p:cNvSpPr>
            <a:spLocks noGrp="1"/>
          </p:cNvSpPr>
          <p:nvPr>
            <p:ph type="sldNum" sz="quarter" idx="5"/>
          </p:nvPr>
        </p:nvSpPr>
        <p:spPr/>
        <p:txBody>
          <a:bodyPr/>
          <a:lstStyle/>
          <a:p>
            <a:fld id="{23EFA4C8-16E2-4CE7-AA86-5A0BAE5609E1}" type="slidenum">
              <a:rPr lang="es-DO" smtClean="0"/>
              <a:t>5</a:t>
            </a:fld>
            <a:endParaRPr lang="es-DO" dirty="0"/>
          </a:p>
        </p:txBody>
      </p:sp>
    </p:spTree>
    <p:extLst>
      <p:ext uri="{BB962C8B-B14F-4D97-AF65-F5344CB8AC3E}">
        <p14:creationId xmlns:p14="http://schemas.microsoft.com/office/powerpoint/2010/main" val="14778859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45EF3-E4B1-E2D1-31C4-21C4FD77B85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CDDB00A-887C-06D2-1FD6-F195E502D36B}"/>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BFE8ADB5-4A72-021E-2FCD-120336721B34}"/>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819F8126-08C5-B4C3-3D5F-184097B0BFA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42888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37B86-16F2-6A0C-664E-C0329D8CB8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37917A3-90C2-1EE9-9EAE-1AD8CD324DFD}"/>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AB9BFC26-F8A9-8EED-E049-13788E9BCF72}"/>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119CA9F7-202A-A436-5574-64579295367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197075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1">
          <a:extLst>
            <a:ext uri="{FF2B5EF4-FFF2-40B4-BE49-F238E27FC236}">
              <a16:creationId xmlns:a16="http://schemas.microsoft.com/office/drawing/2014/main" id="{834B9F1F-F554-8DDA-45B0-5EB0007EA4E7}"/>
            </a:ext>
          </a:extLst>
        </p:cNvPr>
        <p:cNvGrpSpPr/>
        <p:nvPr/>
      </p:nvGrpSpPr>
      <p:grpSpPr>
        <a:xfrm>
          <a:off x="0" y="0"/>
          <a:ext cx="0" cy="0"/>
          <a:chOff x="0" y="0"/>
          <a:chExt cx="0" cy="0"/>
        </a:xfrm>
      </p:grpSpPr>
      <p:sp>
        <p:nvSpPr>
          <p:cNvPr id="622" name="Google Shape;622;g8729d97241_0_462:notes">
            <a:extLst>
              <a:ext uri="{FF2B5EF4-FFF2-40B4-BE49-F238E27FC236}">
                <a16:creationId xmlns:a16="http://schemas.microsoft.com/office/drawing/2014/main" id="{7CC92225-7203-59C6-CDB4-B85EE113C1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DO"/>
          </a:p>
        </p:txBody>
      </p:sp>
      <p:sp>
        <p:nvSpPr>
          <p:cNvPr id="623" name="Google Shape;623;g8729d97241_0_462:notes">
            <a:extLst>
              <a:ext uri="{FF2B5EF4-FFF2-40B4-BE49-F238E27FC236}">
                <a16:creationId xmlns:a16="http://schemas.microsoft.com/office/drawing/2014/main" id="{8A899ECF-FACB-6D0C-5088-C44356DECD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966828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DO"/>
          </a:p>
        </p:txBody>
      </p:sp>
      <p:sp>
        <p:nvSpPr>
          <p:cNvPr id="3" name="Marcador de notas 2"/>
          <p:cNvSpPr>
            <a:spLocks noGrp="1"/>
          </p:cNvSpPr>
          <p:nvPr>
            <p:ph type="body" idx="1"/>
          </p:nvPr>
        </p:nvSpPr>
        <p:spPr/>
        <p:txBody>
          <a:bodyPr/>
          <a:lstStyle/>
          <a:p>
            <a:endParaRPr lang="es-DO" dirty="0"/>
          </a:p>
        </p:txBody>
      </p:sp>
      <p:sp>
        <p:nvSpPr>
          <p:cNvPr id="4" name="Marcador de número de diapositiva 3"/>
          <p:cNvSpPr>
            <a:spLocks noGrp="1"/>
          </p:cNvSpPr>
          <p:nvPr>
            <p:ph type="sldNum" sz="quarter" idx="5"/>
          </p:nvPr>
        </p:nvSpPr>
        <p:spPr/>
        <p:txBody>
          <a:bodyPr/>
          <a:lstStyle/>
          <a:p>
            <a:fld id="{23EFA4C8-16E2-4CE7-AA86-5A0BAE5609E1}" type="slidenum">
              <a:rPr lang="es-DO" smtClean="0"/>
              <a:t>9</a:t>
            </a:fld>
            <a:endParaRPr lang="es-DO" dirty="0"/>
          </a:p>
        </p:txBody>
      </p:sp>
    </p:spTree>
    <p:extLst>
      <p:ext uri="{BB962C8B-B14F-4D97-AF65-F5344CB8AC3E}">
        <p14:creationId xmlns:p14="http://schemas.microsoft.com/office/powerpoint/2010/main" val="27532235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DO"/>
          </a:p>
        </p:txBody>
      </p:sp>
      <p:sp>
        <p:nvSpPr>
          <p:cNvPr id="3" name="Marcador de notas 2"/>
          <p:cNvSpPr>
            <a:spLocks noGrp="1"/>
          </p:cNvSpPr>
          <p:nvPr>
            <p:ph type="body" idx="1"/>
          </p:nvPr>
        </p:nvSpPr>
        <p:spPr/>
        <p:txBody>
          <a:bodyPr/>
          <a:lstStyle/>
          <a:p>
            <a:endParaRPr lang="es-DO" dirty="0"/>
          </a:p>
        </p:txBody>
      </p:sp>
      <p:sp>
        <p:nvSpPr>
          <p:cNvPr id="4" name="Marcador de número de diapositiva 3"/>
          <p:cNvSpPr>
            <a:spLocks noGrp="1"/>
          </p:cNvSpPr>
          <p:nvPr>
            <p:ph type="sldNum" sz="quarter" idx="5"/>
          </p:nvPr>
        </p:nvSpPr>
        <p:spPr/>
        <p:txBody>
          <a:bodyPr/>
          <a:lstStyle/>
          <a:p>
            <a:fld id="{23EFA4C8-16E2-4CE7-AA86-5A0BAE5609E1}" type="slidenum">
              <a:rPr lang="es-DO" smtClean="0"/>
              <a:t>14</a:t>
            </a:fld>
            <a:endParaRPr lang="es-DO" dirty="0"/>
          </a:p>
        </p:txBody>
      </p:sp>
    </p:spTree>
    <p:extLst>
      <p:ext uri="{BB962C8B-B14F-4D97-AF65-F5344CB8AC3E}">
        <p14:creationId xmlns:p14="http://schemas.microsoft.com/office/powerpoint/2010/main" val="30305965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665D3-650B-19CA-7014-07C1F1A205F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C789511-AD63-AAC0-2D3A-8866B8497E8B}"/>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65CC6B90-866C-0112-1F02-89A56D71078E}"/>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3A89B56B-D6D0-1BE9-8849-583AF67E2B8E}"/>
              </a:ext>
            </a:extLst>
          </p:cNvPr>
          <p:cNvSpPr>
            <a:spLocks noGrp="1"/>
          </p:cNvSpPr>
          <p:nvPr>
            <p:ph type="sldNum" sz="quarter" idx="5"/>
          </p:nvPr>
        </p:nvSpPr>
        <p:spPr/>
        <p:txBody>
          <a:bodyPr/>
          <a:lstStyle/>
          <a:p>
            <a:fld id="{23EFA4C8-16E2-4CE7-AA86-5A0BAE5609E1}" type="slidenum">
              <a:rPr lang="es-DO" smtClean="0"/>
              <a:t>15</a:t>
            </a:fld>
            <a:endParaRPr lang="es-DO" dirty="0"/>
          </a:p>
        </p:txBody>
      </p:sp>
    </p:spTree>
    <p:extLst>
      <p:ext uri="{BB962C8B-B14F-4D97-AF65-F5344CB8AC3E}">
        <p14:creationId xmlns:p14="http://schemas.microsoft.com/office/powerpoint/2010/main" val="13752835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DO"/>
          </a:p>
        </p:txBody>
      </p:sp>
      <p:sp>
        <p:nvSpPr>
          <p:cNvPr id="3" name="Marcador de notas 2"/>
          <p:cNvSpPr>
            <a:spLocks noGrp="1"/>
          </p:cNvSpPr>
          <p:nvPr>
            <p:ph type="body" idx="1"/>
          </p:nvPr>
        </p:nvSpPr>
        <p:spPr/>
        <p:txBody>
          <a:bodyPr/>
          <a:lstStyle/>
          <a:p>
            <a:endParaRPr lang="es-DO" dirty="0"/>
          </a:p>
        </p:txBody>
      </p:sp>
      <p:sp>
        <p:nvSpPr>
          <p:cNvPr id="4" name="Marcador de número de diapositiva 3"/>
          <p:cNvSpPr>
            <a:spLocks noGrp="1"/>
          </p:cNvSpPr>
          <p:nvPr>
            <p:ph type="sldNum" sz="quarter" idx="5"/>
          </p:nvPr>
        </p:nvSpPr>
        <p:spPr/>
        <p:txBody>
          <a:bodyPr/>
          <a:lstStyle/>
          <a:p>
            <a:fld id="{23EFA4C8-16E2-4CE7-AA86-5A0BAE5609E1}" type="slidenum">
              <a:rPr lang="es-DO" smtClean="0"/>
              <a:t>16</a:t>
            </a:fld>
            <a:endParaRPr lang="es-DO" dirty="0"/>
          </a:p>
        </p:txBody>
      </p:sp>
    </p:spTree>
    <p:extLst>
      <p:ext uri="{BB962C8B-B14F-4D97-AF65-F5344CB8AC3E}">
        <p14:creationId xmlns:p14="http://schemas.microsoft.com/office/powerpoint/2010/main" val="3981635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C8A22-6C7A-5945-E587-2A398A474E7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A6C7705-6F9F-89E9-DE7C-1C3F4F116A41}"/>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60C030CA-EF4F-A3D6-378E-64BB41C49D7D}"/>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052D69DE-0466-5E92-3B9F-6FEBE9290495}"/>
              </a:ext>
            </a:extLst>
          </p:cNvPr>
          <p:cNvSpPr>
            <a:spLocks noGrp="1"/>
          </p:cNvSpPr>
          <p:nvPr>
            <p:ph type="sldNum" sz="quarter" idx="5"/>
          </p:nvPr>
        </p:nvSpPr>
        <p:spPr/>
        <p:txBody>
          <a:bodyPr/>
          <a:lstStyle/>
          <a:p>
            <a:fld id="{23EFA4C8-16E2-4CE7-AA86-5A0BAE5609E1}" type="slidenum">
              <a:rPr lang="es-DO" smtClean="0"/>
              <a:t>17</a:t>
            </a:fld>
            <a:endParaRPr lang="es-DO" dirty="0"/>
          </a:p>
        </p:txBody>
      </p:sp>
    </p:spTree>
    <p:extLst>
      <p:ext uri="{BB962C8B-B14F-4D97-AF65-F5344CB8AC3E}">
        <p14:creationId xmlns:p14="http://schemas.microsoft.com/office/powerpoint/2010/main" val="563606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DO"/>
          </a:p>
        </p:txBody>
      </p:sp>
      <p:sp>
        <p:nvSpPr>
          <p:cNvPr id="3" name="Marcador de notas 2"/>
          <p:cNvSpPr>
            <a:spLocks noGrp="1"/>
          </p:cNvSpPr>
          <p:nvPr>
            <p:ph type="body" idx="1"/>
          </p:nvPr>
        </p:nvSpPr>
        <p:spPr/>
        <p:txBody>
          <a:bodyPr/>
          <a:lstStyle/>
          <a:p>
            <a:endParaRPr lang="es-DO" dirty="0"/>
          </a:p>
        </p:txBody>
      </p:sp>
      <p:sp>
        <p:nvSpPr>
          <p:cNvPr id="4" name="Marcador de número de diapositiva 3"/>
          <p:cNvSpPr>
            <a:spLocks noGrp="1"/>
          </p:cNvSpPr>
          <p:nvPr>
            <p:ph type="sldNum" sz="quarter" idx="5"/>
          </p:nvPr>
        </p:nvSpPr>
        <p:spPr/>
        <p:txBody>
          <a:bodyPr/>
          <a:lstStyle/>
          <a:p>
            <a:fld id="{23EFA4C8-16E2-4CE7-AA86-5A0BAE5609E1}" type="slidenum">
              <a:rPr lang="es-DO" smtClean="0"/>
              <a:t>18</a:t>
            </a:fld>
            <a:endParaRPr lang="es-DO" dirty="0"/>
          </a:p>
        </p:txBody>
      </p:sp>
    </p:spTree>
    <p:extLst>
      <p:ext uri="{BB962C8B-B14F-4D97-AF65-F5344CB8AC3E}">
        <p14:creationId xmlns:p14="http://schemas.microsoft.com/office/powerpoint/2010/main" val="32319884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8C194-30B2-8E40-8B98-8EF96D06051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3DADBB3-8589-2AD5-D803-75C66AC18D4D}"/>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F9BE65FF-F708-AEC2-42F3-76185EBB0FC0}"/>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D9878F68-8797-D0C2-1B6D-A8A2F299D3E2}"/>
              </a:ext>
            </a:extLst>
          </p:cNvPr>
          <p:cNvSpPr>
            <a:spLocks noGrp="1"/>
          </p:cNvSpPr>
          <p:nvPr>
            <p:ph type="sldNum" sz="quarter" idx="5"/>
          </p:nvPr>
        </p:nvSpPr>
        <p:spPr/>
        <p:txBody>
          <a:bodyPr/>
          <a:lstStyle/>
          <a:p>
            <a:fld id="{23EFA4C8-16E2-4CE7-AA86-5A0BAE5609E1}" type="slidenum">
              <a:rPr lang="es-DO" smtClean="0"/>
              <a:t>19</a:t>
            </a:fld>
            <a:endParaRPr lang="es-DO" dirty="0"/>
          </a:p>
        </p:txBody>
      </p:sp>
    </p:spTree>
    <p:extLst>
      <p:ext uri="{BB962C8B-B14F-4D97-AF65-F5344CB8AC3E}">
        <p14:creationId xmlns:p14="http://schemas.microsoft.com/office/powerpoint/2010/main" val="27469296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111BD-3D93-EE4A-2562-66EEC06450F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B4C55B3-A4C2-A60D-C0AD-899A258D941A}"/>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E074DCAF-040E-31D9-85D3-227917D0EBD6}"/>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E56262E2-DB6A-7D6E-DE03-A5FA412A7480}"/>
              </a:ext>
            </a:extLst>
          </p:cNvPr>
          <p:cNvSpPr>
            <a:spLocks noGrp="1"/>
          </p:cNvSpPr>
          <p:nvPr>
            <p:ph type="sldNum" sz="quarter" idx="5"/>
          </p:nvPr>
        </p:nvSpPr>
        <p:spPr/>
        <p:txBody>
          <a:bodyPr/>
          <a:lstStyle/>
          <a:p>
            <a:fld id="{23EFA4C8-16E2-4CE7-AA86-5A0BAE5609E1}" type="slidenum">
              <a:rPr lang="es-DO" smtClean="0"/>
              <a:t>20</a:t>
            </a:fld>
            <a:endParaRPr lang="es-DO" dirty="0"/>
          </a:p>
        </p:txBody>
      </p:sp>
    </p:spTree>
    <p:extLst>
      <p:ext uri="{BB962C8B-B14F-4D97-AF65-F5344CB8AC3E}">
        <p14:creationId xmlns:p14="http://schemas.microsoft.com/office/powerpoint/2010/main" val="29491145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4C9FD-4AAE-A16B-5EEE-5142CB13B84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DC189D-0328-C16D-5E85-F60AFEB1AB55}"/>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EC463BFD-ABE4-B9DD-99E4-D0EB68E143FF}"/>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0A1928B8-39C2-F4BC-7CF8-23D45630C280}"/>
              </a:ext>
            </a:extLst>
          </p:cNvPr>
          <p:cNvSpPr>
            <a:spLocks noGrp="1"/>
          </p:cNvSpPr>
          <p:nvPr>
            <p:ph type="sldNum" sz="quarter" idx="5"/>
          </p:nvPr>
        </p:nvSpPr>
        <p:spPr/>
        <p:txBody>
          <a:bodyPr/>
          <a:lstStyle/>
          <a:p>
            <a:fld id="{23EFA4C8-16E2-4CE7-AA86-5A0BAE5609E1}" type="slidenum">
              <a:rPr lang="es-DO" smtClean="0"/>
              <a:t>21</a:t>
            </a:fld>
            <a:endParaRPr lang="es-DO" dirty="0"/>
          </a:p>
        </p:txBody>
      </p:sp>
    </p:spTree>
    <p:extLst>
      <p:ext uri="{BB962C8B-B14F-4D97-AF65-F5344CB8AC3E}">
        <p14:creationId xmlns:p14="http://schemas.microsoft.com/office/powerpoint/2010/main" val="18364815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DO"/>
          </a:p>
        </p:txBody>
      </p:sp>
      <p:sp>
        <p:nvSpPr>
          <p:cNvPr id="3" name="Marcador de notas 2"/>
          <p:cNvSpPr>
            <a:spLocks noGrp="1"/>
          </p:cNvSpPr>
          <p:nvPr>
            <p:ph type="body" idx="1"/>
          </p:nvPr>
        </p:nvSpPr>
        <p:spPr/>
        <p:txBody>
          <a:bodyPr/>
          <a:lstStyle/>
          <a:p>
            <a:endParaRPr lang="es-DO" dirty="0"/>
          </a:p>
        </p:txBody>
      </p:sp>
      <p:sp>
        <p:nvSpPr>
          <p:cNvPr id="4" name="Marcador de número de diapositiva 3"/>
          <p:cNvSpPr>
            <a:spLocks noGrp="1"/>
          </p:cNvSpPr>
          <p:nvPr>
            <p:ph type="sldNum" sz="quarter" idx="5"/>
          </p:nvPr>
        </p:nvSpPr>
        <p:spPr/>
        <p:txBody>
          <a:bodyPr/>
          <a:lstStyle/>
          <a:p>
            <a:fld id="{23EFA4C8-16E2-4CE7-AA86-5A0BAE5609E1}" type="slidenum">
              <a:rPr lang="es-DO" smtClean="0"/>
              <a:t>22</a:t>
            </a:fld>
            <a:endParaRPr lang="es-DO" dirty="0"/>
          </a:p>
        </p:txBody>
      </p:sp>
    </p:spTree>
    <p:extLst>
      <p:ext uri="{BB962C8B-B14F-4D97-AF65-F5344CB8AC3E}">
        <p14:creationId xmlns:p14="http://schemas.microsoft.com/office/powerpoint/2010/main" val="29166735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E047E-DD88-5858-9DBB-734B0BD7A87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055E5FE-61D7-E4BD-CC0F-95767C967011}"/>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1EDDF995-3E6F-E524-79F6-F39573698773}"/>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4F971151-BF6C-63F9-C6D1-1B5AE210B1F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90541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F3284-18D1-A59F-0A4F-F8FE28C909A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958B1C8-CCFB-002C-0C81-4409680E3BFF}"/>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5993A567-E5DD-CFFA-CE3D-D425976C0211}"/>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71A27831-664D-40FB-457D-B562474AC8F7}"/>
              </a:ext>
            </a:extLst>
          </p:cNvPr>
          <p:cNvSpPr>
            <a:spLocks noGrp="1"/>
          </p:cNvSpPr>
          <p:nvPr>
            <p:ph type="sldNum" sz="quarter" idx="5"/>
          </p:nvPr>
        </p:nvSpPr>
        <p:spPr/>
        <p:txBody>
          <a:bodyPr/>
          <a:lstStyle/>
          <a:p>
            <a:fld id="{23EFA4C8-16E2-4CE7-AA86-5A0BAE5609E1}" type="slidenum">
              <a:rPr lang="es-DO" smtClean="0"/>
              <a:t>29</a:t>
            </a:fld>
            <a:endParaRPr lang="es-DO" dirty="0"/>
          </a:p>
        </p:txBody>
      </p:sp>
    </p:spTree>
    <p:extLst>
      <p:ext uri="{BB962C8B-B14F-4D97-AF65-F5344CB8AC3E}">
        <p14:creationId xmlns:p14="http://schemas.microsoft.com/office/powerpoint/2010/main" val="16670052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DBEA6-8BE2-38DB-B012-E866C2CE1C6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A975F70-BD8A-795A-1A56-3EE594A95AF4}"/>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65C9B7C6-CC9A-633D-AF5E-B35F2789A976}"/>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B26E59F0-B2E7-8F57-793E-26617569E39A}"/>
              </a:ext>
            </a:extLst>
          </p:cNvPr>
          <p:cNvSpPr>
            <a:spLocks noGrp="1"/>
          </p:cNvSpPr>
          <p:nvPr>
            <p:ph type="sldNum" sz="quarter" idx="5"/>
          </p:nvPr>
        </p:nvSpPr>
        <p:spPr/>
        <p:txBody>
          <a:bodyPr/>
          <a:lstStyle/>
          <a:p>
            <a:fld id="{23EFA4C8-16E2-4CE7-AA86-5A0BAE5609E1}" type="slidenum">
              <a:rPr lang="es-DO" smtClean="0"/>
              <a:t>30</a:t>
            </a:fld>
            <a:endParaRPr lang="es-DO" dirty="0"/>
          </a:p>
        </p:txBody>
      </p:sp>
    </p:spTree>
    <p:extLst>
      <p:ext uri="{BB962C8B-B14F-4D97-AF65-F5344CB8AC3E}">
        <p14:creationId xmlns:p14="http://schemas.microsoft.com/office/powerpoint/2010/main" val="33965798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E959B-5AB3-4DD1-5B55-771955D640C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126C17B-C57B-8885-736E-DBEC05A73660}"/>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656B24CE-B357-4F33-6C27-624EDC30837E}"/>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10142663-5DA9-0412-A342-5660ADF0A0A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547454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DO"/>
          </a:p>
        </p:txBody>
      </p:sp>
      <p:sp>
        <p:nvSpPr>
          <p:cNvPr id="3" name="Marcador de notas 2"/>
          <p:cNvSpPr>
            <a:spLocks noGrp="1"/>
          </p:cNvSpPr>
          <p:nvPr>
            <p:ph type="body" idx="1"/>
          </p:nvPr>
        </p:nvSpPr>
        <p:spPr/>
        <p:txBody>
          <a:bodyPr/>
          <a:lstStyle/>
          <a:p>
            <a:endParaRPr lang="es-DO" dirty="0"/>
          </a:p>
        </p:txBody>
      </p:sp>
      <p:sp>
        <p:nvSpPr>
          <p:cNvPr id="4" name="Marcador de número de diapositiva 3"/>
          <p:cNvSpPr>
            <a:spLocks noGrp="1"/>
          </p:cNvSpPr>
          <p:nvPr>
            <p:ph type="sldNum" sz="quarter" idx="5"/>
          </p:nvPr>
        </p:nvSpPr>
        <p:spPr/>
        <p:txBody>
          <a:bodyPr/>
          <a:lstStyle/>
          <a:p>
            <a:fld id="{23EFA4C8-16E2-4CE7-AA86-5A0BAE5609E1}" type="slidenum">
              <a:rPr lang="es-DO" smtClean="0"/>
              <a:t>32</a:t>
            </a:fld>
            <a:endParaRPr lang="es-DO" dirty="0"/>
          </a:p>
        </p:txBody>
      </p:sp>
    </p:spTree>
    <p:extLst>
      <p:ext uri="{BB962C8B-B14F-4D97-AF65-F5344CB8AC3E}">
        <p14:creationId xmlns:p14="http://schemas.microsoft.com/office/powerpoint/2010/main" val="21278785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19398-6862-76B1-3F75-1B26FC1ADC2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0935C58-69B1-FB5E-3880-A3459462FCF2}"/>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6F6EDC7A-6EAF-8C26-B205-D6F873CC4582}"/>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842B231E-BA16-0BCC-4317-687B87237B9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247230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5A486-9C11-8EFB-698B-77C878A627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0684FC-7B8C-FC90-02D7-61078E6F633A}"/>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B2FCFA08-3348-7004-A046-D204F74C2280}"/>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73C13F4A-21BB-59CE-8790-5A7C15F23CA9}"/>
              </a:ext>
            </a:extLst>
          </p:cNvPr>
          <p:cNvSpPr>
            <a:spLocks noGrp="1"/>
          </p:cNvSpPr>
          <p:nvPr>
            <p:ph type="sldNum" sz="quarter" idx="5"/>
          </p:nvPr>
        </p:nvSpPr>
        <p:spPr/>
        <p:txBody>
          <a:bodyPr/>
          <a:lstStyle/>
          <a:p>
            <a:fld id="{23EFA4C8-16E2-4CE7-AA86-5A0BAE5609E1}" type="slidenum">
              <a:rPr lang="es-DO" smtClean="0"/>
              <a:t>38</a:t>
            </a:fld>
            <a:endParaRPr lang="es-DO" dirty="0"/>
          </a:p>
        </p:txBody>
      </p:sp>
    </p:spTree>
    <p:extLst>
      <p:ext uri="{BB962C8B-B14F-4D97-AF65-F5344CB8AC3E}">
        <p14:creationId xmlns:p14="http://schemas.microsoft.com/office/powerpoint/2010/main" val="19308460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F3284-18D1-A59F-0A4F-F8FE28C909A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958B1C8-CCFB-002C-0C81-4409680E3BFF}"/>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5993A567-E5DD-CFFA-CE3D-D425976C0211}"/>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71A27831-664D-40FB-457D-B562474AC8F7}"/>
              </a:ext>
            </a:extLst>
          </p:cNvPr>
          <p:cNvSpPr>
            <a:spLocks noGrp="1"/>
          </p:cNvSpPr>
          <p:nvPr>
            <p:ph type="sldNum" sz="quarter" idx="5"/>
          </p:nvPr>
        </p:nvSpPr>
        <p:spPr/>
        <p:txBody>
          <a:bodyPr/>
          <a:lstStyle/>
          <a:p>
            <a:fld id="{23EFA4C8-16E2-4CE7-AA86-5A0BAE5609E1}" type="slidenum">
              <a:rPr lang="es-DO" smtClean="0"/>
              <a:t>44</a:t>
            </a:fld>
            <a:endParaRPr lang="es-DO" dirty="0"/>
          </a:p>
        </p:txBody>
      </p:sp>
    </p:spTree>
    <p:extLst>
      <p:ext uri="{BB962C8B-B14F-4D97-AF65-F5344CB8AC3E}">
        <p14:creationId xmlns:p14="http://schemas.microsoft.com/office/powerpoint/2010/main" val="36166411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DBEA6-8BE2-38DB-B012-E866C2CE1C6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A975F70-BD8A-795A-1A56-3EE594A95AF4}"/>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65C9B7C6-CC9A-633D-AF5E-B35F2789A976}"/>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B26E59F0-B2E7-8F57-793E-26617569E39A}"/>
              </a:ext>
            </a:extLst>
          </p:cNvPr>
          <p:cNvSpPr>
            <a:spLocks noGrp="1"/>
          </p:cNvSpPr>
          <p:nvPr>
            <p:ph type="sldNum" sz="quarter" idx="5"/>
          </p:nvPr>
        </p:nvSpPr>
        <p:spPr/>
        <p:txBody>
          <a:bodyPr/>
          <a:lstStyle/>
          <a:p>
            <a:fld id="{23EFA4C8-16E2-4CE7-AA86-5A0BAE5609E1}" type="slidenum">
              <a:rPr lang="es-DO" smtClean="0"/>
              <a:t>45</a:t>
            </a:fld>
            <a:endParaRPr lang="es-DO" dirty="0"/>
          </a:p>
        </p:txBody>
      </p:sp>
    </p:spTree>
    <p:extLst>
      <p:ext uri="{BB962C8B-B14F-4D97-AF65-F5344CB8AC3E}">
        <p14:creationId xmlns:p14="http://schemas.microsoft.com/office/powerpoint/2010/main" val="301164546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E959B-5AB3-4DD1-5B55-771955D640C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126C17B-C57B-8885-736E-DBEC05A73660}"/>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656B24CE-B357-4F33-6C27-624EDC30837E}"/>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10142663-5DA9-0412-A342-5660ADF0A0A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67858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7098-6AFC-DAEF-BA5C-D0F837B7838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59C66AA-936B-B103-953C-1A2C01BA6737}"/>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B92EBC55-E694-CF9E-AE5F-F4133CB13850}"/>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1A0EF350-8AAD-258B-6258-A3E81EDAF7F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767573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F10D5-0D1A-D048-2EC3-8F6F2DFB583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968223C-C0DC-4C04-630E-022FADBBA4A3}"/>
              </a:ext>
            </a:extLst>
          </p:cNvPr>
          <p:cNvSpPr>
            <a:spLocks noGrp="1" noRot="1" noChangeAspect="1"/>
          </p:cNvSpPr>
          <p:nvPr>
            <p:ph type="sldImg"/>
          </p:nvPr>
        </p:nvSpPr>
        <p:spPr/>
        <p:txBody>
          <a:bodyPr/>
          <a:lstStyle/>
          <a:p>
            <a:endParaRPr lang="es-DO"/>
          </a:p>
        </p:txBody>
      </p:sp>
      <p:sp>
        <p:nvSpPr>
          <p:cNvPr id="3" name="Marcador de notas 2">
            <a:extLst>
              <a:ext uri="{FF2B5EF4-FFF2-40B4-BE49-F238E27FC236}">
                <a16:creationId xmlns:a16="http://schemas.microsoft.com/office/drawing/2014/main" id="{DD028603-EFEC-3601-A3B4-17A7327B0AD4}"/>
              </a:ext>
            </a:extLst>
          </p:cNvPr>
          <p:cNvSpPr>
            <a:spLocks noGrp="1"/>
          </p:cNvSpPr>
          <p:nvPr>
            <p:ph type="body" idx="1"/>
          </p:nvPr>
        </p:nvSpPr>
        <p:spPr/>
        <p:txBody>
          <a:bodyPr/>
          <a:lstStyle/>
          <a:p>
            <a:endParaRPr lang="es-DO" dirty="0"/>
          </a:p>
        </p:txBody>
      </p:sp>
      <p:sp>
        <p:nvSpPr>
          <p:cNvPr id="4" name="Marcador de número de diapositiva 3">
            <a:extLst>
              <a:ext uri="{FF2B5EF4-FFF2-40B4-BE49-F238E27FC236}">
                <a16:creationId xmlns:a16="http://schemas.microsoft.com/office/drawing/2014/main" id="{CB3910CA-CEF4-1942-8E00-EE6E1E42922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EFA4C8-16E2-4CE7-AA86-5A0BAE5609E1}" type="slidenum">
              <a:rPr kumimoji="0" lang="es-D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s-DO"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4057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08D6026-B065-E1A7-68B9-087AAE5EF687}"/>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DO"/>
          </a:p>
        </p:txBody>
      </p:sp>
      <p:sp>
        <p:nvSpPr>
          <p:cNvPr id="3" name="Subtítulo 2">
            <a:extLst>
              <a:ext uri="{FF2B5EF4-FFF2-40B4-BE49-F238E27FC236}">
                <a16:creationId xmlns:a16="http://schemas.microsoft.com/office/drawing/2014/main" id="{92999EA2-BB8F-8F90-A215-F42AEDB70A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DO"/>
          </a:p>
        </p:txBody>
      </p:sp>
      <p:sp>
        <p:nvSpPr>
          <p:cNvPr id="4" name="Marcador de fecha 3">
            <a:extLst>
              <a:ext uri="{FF2B5EF4-FFF2-40B4-BE49-F238E27FC236}">
                <a16:creationId xmlns:a16="http://schemas.microsoft.com/office/drawing/2014/main" id="{B45BD117-5A83-0978-CD36-61EE67BE72D8}"/>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5" name="Marcador de pie de página 4">
            <a:extLst>
              <a:ext uri="{FF2B5EF4-FFF2-40B4-BE49-F238E27FC236}">
                <a16:creationId xmlns:a16="http://schemas.microsoft.com/office/drawing/2014/main" id="{84310E55-1C3C-3192-319D-89E172235FCA}"/>
              </a:ext>
            </a:extLst>
          </p:cNvPr>
          <p:cNvSpPr>
            <a:spLocks noGrp="1"/>
          </p:cNvSpPr>
          <p:nvPr>
            <p:ph type="ftr" sz="quarter" idx="11"/>
          </p:nvPr>
        </p:nvSpPr>
        <p:spPr/>
        <p:txBody>
          <a:bodyPr/>
          <a:lstStyle/>
          <a:p>
            <a:endParaRPr lang="es-DO" dirty="0"/>
          </a:p>
        </p:txBody>
      </p:sp>
      <p:sp>
        <p:nvSpPr>
          <p:cNvPr id="6" name="Marcador de número de diapositiva 5">
            <a:extLst>
              <a:ext uri="{FF2B5EF4-FFF2-40B4-BE49-F238E27FC236}">
                <a16:creationId xmlns:a16="http://schemas.microsoft.com/office/drawing/2014/main" id="{5589B1A2-057A-BEB3-3A04-47262FC48310}"/>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4790802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4073529-E038-CC58-0F42-14F7958947D0}"/>
              </a:ext>
            </a:extLst>
          </p:cNvPr>
          <p:cNvSpPr>
            <a:spLocks noGrp="1"/>
          </p:cNvSpPr>
          <p:nvPr>
            <p:ph type="title"/>
          </p:nvPr>
        </p:nvSpPr>
        <p:spPr/>
        <p:txBody>
          <a:bodyPr/>
          <a:lstStyle/>
          <a:p>
            <a:r>
              <a:rPr lang="es-ES"/>
              <a:t>Haga clic para modificar el estilo de título del patrón</a:t>
            </a:r>
            <a:endParaRPr lang="es-DO"/>
          </a:p>
        </p:txBody>
      </p:sp>
      <p:sp>
        <p:nvSpPr>
          <p:cNvPr id="3" name="Marcador de contenido 2">
            <a:extLst>
              <a:ext uri="{FF2B5EF4-FFF2-40B4-BE49-F238E27FC236}">
                <a16:creationId xmlns:a16="http://schemas.microsoft.com/office/drawing/2014/main" id="{7A4DF9FB-8553-8D3E-23F8-521A39C4743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4" name="Marcador de fecha 3">
            <a:extLst>
              <a:ext uri="{FF2B5EF4-FFF2-40B4-BE49-F238E27FC236}">
                <a16:creationId xmlns:a16="http://schemas.microsoft.com/office/drawing/2014/main" id="{78CC5600-3AE3-1101-CE9C-5FDAB4C319DE}"/>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5" name="Marcador de pie de página 4">
            <a:extLst>
              <a:ext uri="{FF2B5EF4-FFF2-40B4-BE49-F238E27FC236}">
                <a16:creationId xmlns:a16="http://schemas.microsoft.com/office/drawing/2014/main" id="{01ED99E0-C453-7A15-44D0-18290F378939}"/>
              </a:ext>
            </a:extLst>
          </p:cNvPr>
          <p:cNvSpPr>
            <a:spLocks noGrp="1"/>
          </p:cNvSpPr>
          <p:nvPr>
            <p:ph type="ftr" sz="quarter" idx="11"/>
          </p:nvPr>
        </p:nvSpPr>
        <p:spPr/>
        <p:txBody>
          <a:bodyPr/>
          <a:lstStyle/>
          <a:p>
            <a:endParaRPr lang="es-DO" dirty="0"/>
          </a:p>
        </p:txBody>
      </p:sp>
      <p:sp>
        <p:nvSpPr>
          <p:cNvPr id="6" name="Marcador de número de diapositiva 5">
            <a:extLst>
              <a:ext uri="{FF2B5EF4-FFF2-40B4-BE49-F238E27FC236}">
                <a16:creationId xmlns:a16="http://schemas.microsoft.com/office/drawing/2014/main" id="{5FB4CCC1-148D-98C1-533F-E9CDB754ABA4}"/>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41769804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14B04F-C951-4820-FD22-FEE41BA3C474}"/>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DO"/>
          </a:p>
        </p:txBody>
      </p:sp>
      <p:sp>
        <p:nvSpPr>
          <p:cNvPr id="3" name="Marcador de texto 2">
            <a:extLst>
              <a:ext uri="{FF2B5EF4-FFF2-40B4-BE49-F238E27FC236}">
                <a16:creationId xmlns:a16="http://schemas.microsoft.com/office/drawing/2014/main" id="{1F308BD9-F27E-26A7-5884-E5FD9DEF82F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7E4245B3-46A1-22B0-CFD0-A6FF338AB4D7}"/>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5" name="Marcador de pie de página 4">
            <a:extLst>
              <a:ext uri="{FF2B5EF4-FFF2-40B4-BE49-F238E27FC236}">
                <a16:creationId xmlns:a16="http://schemas.microsoft.com/office/drawing/2014/main" id="{2C2D963C-8E1D-8C0E-996A-59DE192F109F}"/>
              </a:ext>
            </a:extLst>
          </p:cNvPr>
          <p:cNvSpPr>
            <a:spLocks noGrp="1"/>
          </p:cNvSpPr>
          <p:nvPr>
            <p:ph type="ftr" sz="quarter" idx="11"/>
          </p:nvPr>
        </p:nvSpPr>
        <p:spPr/>
        <p:txBody>
          <a:bodyPr/>
          <a:lstStyle/>
          <a:p>
            <a:endParaRPr lang="es-DO" dirty="0"/>
          </a:p>
        </p:txBody>
      </p:sp>
      <p:sp>
        <p:nvSpPr>
          <p:cNvPr id="6" name="Marcador de número de diapositiva 5">
            <a:extLst>
              <a:ext uri="{FF2B5EF4-FFF2-40B4-BE49-F238E27FC236}">
                <a16:creationId xmlns:a16="http://schemas.microsoft.com/office/drawing/2014/main" id="{14399C80-9190-49C9-CA18-25000AB823E5}"/>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19483059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BDD3AE-2F67-476A-65C0-B086E08FEB50}"/>
              </a:ext>
            </a:extLst>
          </p:cNvPr>
          <p:cNvSpPr>
            <a:spLocks noGrp="1"/>
          </p:cNvSpPr>
          <p:nvPr>
            <p:ph type="title"/>
          </p:nvPr>
        </p:nvSpPr>
        <p:spPr/>
        <p:txBody>
          <a:bodyPr/>
          <a:lstStyle/>
          <a:p>
            <a:r>
              <a:rPr lang="es-ES"/>
              <a:t>Haga clic para modificar el estilo de título del patrón</a:t>
            </a:r>
            <a:endParaRPr lang="es-DO"/>
          </a:p>
        </p:txBody>
      </p:sp>
      <p:sp>
        <p:nvSpPr>
          <p:cNvPr id="3" name="Marcador de contenido 2">
            <a:extLst>
              <a:ext uri="{FF2B5EF4-FFF2-40B4-BE49-F238E27FC236}">
                <a16:creationId xmlns:a16="http://schemas.microsoft.com/office/drawing/2014/main" id="{7EC3430C-91C3-2CBD-BEBA-321AAB8807B8}"/>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4" name="Marcador de contenido 3">
            <a:extLst>
              <a:ext uri="{FF2B5EF4-FFF2-40B4-BE49-F238E27FC236}">
                <a16:creationId xmlns:a16="http://schemas.microsoft.com/office/drawing/2014/main" id="{1E3C1700-C4B5-5332-B2EE-DFE41F146E9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5" name="Marcador de fecha 4">
            <a:extLst>
              <a:ext uri="{FF2B5EF4-FFF2-40B4-BE49-F238E27FC236}">
                <a16:creationId xmlns:a16="http://schemas.microsoft.com/office/drawing/2014/main" id="{33A6B741-E2B0-D25C-F9B1-12E2FFAC7942}"/>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6" name="Marcador de pie de página 5">
            <a:extLst>
              <a:ext uri="{FF2B5EF4-FFF2-40B4-BE49-F238E27FC236}">
                <a16:creationId xmlns:a16="http://schemas.microsoft.com/office/drawing/2014/main" id="{D07ACD64-0E5A-58EF-FED1-E992B5131F3D}"/>
              </a:ext>
            </a:extLst>
          </p:cNvPr>
          <p:cNvSpPr>
            <a:spLocks noGrp="1"/>
          </p:cNvSpPr>
          <p:nvPr>
            <p:ph type="ftr" sz="quarter" idx="11"/>
          </p:nvPr>
        </p:nvSpPr>
        <p:spPr/>
        <p:txBody>
          <a:bodyPr/>
          <a:lstStyle/>
          <a:p>
            <a:endParaRPr lang="es-DO" dirty="0"/>
          </a:p>
        </p:txBody>
      </p:sp>
      <p:sp>
        <p:nvSpPr>
          <p:cNvPr id="7" name="Marcador de número de diapositiva 6">
            <a:extLst>
              <a:ext uri="{FF2B5EF4-FFF2-40B4-BE49-F238E27FC236}">
                <a16:creationId xmlns:a16="http://schemas.microsoft.com/office/drawing/2014/main" id="{441F905B-5B8A-044F-C77C-2B1DB1E79F7D}"/>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33227014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ED0487-9C1B-AAF3-FEE1-1B637C52FDB7}"/>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DO"/>
          </a:p>
        </p:txBody>
      </p:sp>
      <p:sp>
        <p:nvSpPr>
          <p:cNvPr id="3" name="Marcador de texto 2">
            <a:extLst>
              <a:ext uri="{FF2B5EF4-FFF2-40B4-BE49-F238E27FC236}">
                <a16:creationId xmlns:a16="http://schemas.microsoft.com/office/drawing/2014/main" id="{470F020A-7FC6-4C25-EA1B-9A415C00AD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689E3F8F-06CA-9D9B-A8C3-3DDFD6650F2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5" name="Marcador de texto 4">
            <a:extLst>
              <a:ext uri="{FF2B5EF4-FFF2-40B4-BE49-F238E27FC236}">
                <a16:creationId xmlns:a16="http://schemas.microsoft.com/office/drawing/2014/main" id="{E0E67EEA-E11C-F1A3-4CC3-B196A2392A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7712FD43-1D26-A774-8018-BA314B37FD97}"/>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7" name="Marcador de fecha 6">
            <a:extLst>
              <a:ext uri="{FF2B5EF4-FFF2-40B4-BE49-F238E27FC236}">
                <a16:creationId xmlns:a16="http://schemas.microsoft.com/office/drawing/2014/main" id="{B8E610D5-5308-5563-F040-C4A5DA5CF2DF}"/>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8" name="Marcador de pie de página 7">
            <a:extLst>
              <a:ext uri="{FF2B5EF4-FFF2-40B4-BE49-F238E27FC236}">
                <a16:creationId xmlns:a16="http://schemas.microsoft.com/office/drawing/2014/main" id="{ABE5BE7C-B489-A217-674B-E1BBD4B6AD5C}"/>
              </a:ext>
            </a:extLst>
          </p:cNvPr>
          <p:cNvSpPr>
            <a:spLocks noGrp="1"/>
          </p:cNvSpPr>
          <p:nvPr>
            <p:ph type="ftr" sz="quarter" idx="11"/>
          </p:nvPr>
        </p:nvSpPr>
        <p:spPr/>
        <p:txBody>
          <a:bodyPr/>
          <a:lstStyle/>
          <a:p>
            <a:endParaRPr lang="es-DO" dirty="0"/>
          </a:p>
        </p:txBody>
      </p:sp>
      <p:sp>
        <p:nvSpPr>
          <p:cNvPr id="9" name="Marcador de número de diapositiva 8">
            <a:extLst>
              <a:ext uri="{FF2B5EF4-FFF2-40B4-BE49-F238E27FC236}">
                <a16:creationId xmlns:a16="http://schemas.microsoft.com/office/drawing/2014/main" id="{49FB9559-6E7C-DF3F-3B68-7D36FA651AE2}"/>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6998939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AD9019-FC80-A2FD-7921-A54D65C51FE7}"/>
              </a:ext>
            </a:extLst>
          </p:cNvPr>
          <p:cNvSpPr>
            <a:spLocks noGrp="1"/>
          </p:cNvSpPr>
          <p:nvPr>
            <p:ph type="title"/>
          </p:nvPr>
        </p:nvSpPr>
        <p:spPr/>
        <p:txBody>
          <a:bodyPr/>
          <a:lstStyle/>
          <a:p>
            <a:r>
              <a:rPr lang="es-ES"/>
              <a:t>Haga clic para modificar el estilo de título del patrón</a:t>
            </a:r>
            <a:endParaRPr lang="es-DO"/>
          </a:p>
        </p:txBody>
      </p:sp>
      <p:sp>
        <p:nvSpPr>
          <p:cNvPr id="3" name="Marcador de fecha 2">
            <a:extLst>
              <a:ext uri="{FF2B5EF4-FFF2-40B4-BE49-F238E27FC236}">
                <a16:creationId xmlns:a16="http://schemas.microsoft.com/office/drawing/2014/main" id="{9A628F85-E189-367E-8FCA-40D9A3DD3D24}"/>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4" name="Marcador de pie de página 3">
            <a:extLst>
              <a:ext uri="{FF2B5EF4-FFF2-40B4-BE49-F238E27FC236}">
                <a16:creationId xmlns:a16="http://schemas.microsoft.com/office/drawing/2014/main" id="{14E28EBB-E43F-5D5E-87B5-B4950279D07C}"/>
              </a:ext>
            </a:extLst>
          </p:cNvPr>
          <p:cNvSpPr>
            <a:spLocks noGrp="1"/>
          </p:cNvSpPr>
          <p:nvPr>
            <p:ph type="ftr" sz="quarter" idx="11"/>
          </p:nvPr>
        </p:nvSpPr>
        <p:spPr/>
        <p:txBody>
          <a:bodyPr/>
          <a:lstStyle/>
          <a:p>
            <a:endParaRPr lang="es-DO" dirty="0"/>
          </a:p>
        </p:txBody>
      </p:sp>
      <p:sp>
        <p:nvSpPr>
          <p:cNvPr id="5" name="Marcador de número de diapositiva 4">
            <a:extLst>
              <a:ext uri="{FF2B5EF4-FFF2-40B4-BE49-F238E27FC236}">
                <a16:creationId xmlns:a16="http://schemas.microsoft.com/office/drawing/2014/main" id="{23480EA2-714B-546F-E76C-37D658C21840}"/>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27580007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CC3D0E3-6F7A-8D66-8B91-D76D5F5A244B}"/>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3" name="Marcador de pie de página 2">
            <a:extLst>
              <a:ext uri="{FF2B5EF4-FFF2-40B4-BE49-F238E27FC236}">
                <a16:creationId xmlns:a16="http://schemas.microsoft.com/office/drawing/2014/main" id="{D599DC42-F48B-0A70-307D-54BEBBB15493}"/>
              </a:ext>
            </a:extLst>
          </p:cNvPr>
          <p:cNvSpPr>
            <a:spLocks noGrp="1"/>
          </p:cNvSpPr>
          <p:nvPr>
            <p:ph type="ftr" sz="quarter" idx="11"/>
          </p:nvPr>
        </p:nvSpPr>
        <p:spPr/>
        <p:txBody>
          <a:bodyPr/>
          <a:lstStyle/>
          <a:p>
            <a:endParaRPr lang="es-DO" dirty="0"/>
          </a:p>
        </p:txBody>
      </p:sp>
      <p:sp>
        <p:nvSpPr>
          <p:cNvPr id="4" name="Marcador de número de diapositiva 3">
            <a:extLst>
              <a:ext uri="{FF2B5EF4-FFF2-40B4-BE49-F238E27FC236}">
                <a16:creationId xmlns:a16="http://schemas.microsoft.com/office/drawing/2014/main" id="{8309536E-A7FC-56C7-FAB0-143DC25A9DBC}"/>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2485767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4BF4542-8CD4-9A5D-F13C-C981D7AAB8A7}"/>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DO"/>
          </a:p>
        </p:txBody>
      </p:sp>
      <p:sp>
        <p:nvSpPr>
          <p:cNvPr id="3" name="Marcador de contenido 2">
            <a:extLst>
              <a:ext uri="{FF2B5EF4-FFF2-40B4-BE49-F238E27FC236}">
                <a16:creationId xmlns:a16="http://schemas.microsoft.com/office/drawing/2014/main" id="{6B9D0011-4F66-B049-A633-EB0113C7C3A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4" name="Marcador de texto 3">
            <a:extLst>
              <a:ext uri="{FF2B5EF4-FFF2-40B4-BE49-F238E27FC236}">
                <a16:creationId xmlns:a16="http://schemas.microsoft.com/office/drawing/2014/main" id="{D591FD34-BCEC-898F-9DBC-55F1C0A7CE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C9C636D5-F2CC-D0C8-4BF5-1D1A49A00446}"/>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6" name="Marcador de pie de página 5">
            <a:extLst>
              <a:ext uri="{FF2B5EF4-FFF2-40B4-BE49-F238E27FC236}">
                <a16:creationId xmlns:a16="http://schemas.microsoft.com/office/drawing/2014/main" id="{515DD4BF-8033-6B6B-1D78-7DF4BD794DF3}"/>
              </a:ext>
            </a:extLst>
          </p:cNvPr>
          <p:cNvSpPr>
            <a:spLocks noGrp="1"/>
          </p:cNvSpPr>
          <p:nvPr>
            <p:ph type="ftr" sz="quarter" idx="11"/>
          </p:nvPr>
        </p:nvSpPr>
        <p:spPr/>
        <p:txBody>
          <a:bodyPr/>
          <a:lstStyle/>
          <a:p>
            <a:endParaRPr lang="es-DO" dirty="0"/>
          </a:p>
        </p:txBody>
      </p:sp>
      <p:sp>
        <p:nvSpPr>
          <p:cNvPr id="7" name="Marcador de número de diapositiva 6">
            <a:extLst>
              <a:ext uri="{FF2B5EF4-FFF2-40B4-BE49-F238E27FC236}">
                <a16:creationId xmlns:a16="http://schemas.microsoft.com/office/drawing/2014/main" id="{7BDC39B6-3F19-3402-13A2-68171A645B24}"/>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5437031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75882D-231B-90FE-5952-76BAADA4C26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DO"/>
          </a:p>
        </p:txBody>
      </p:sp>
      <p:sp>
        <p:nvSpPr>
          <p:cNvPr id="3" name="Marcador de posición de imagen 2">
            <a:extLst>
              <a:ext uri="{FF2B5EF4-FFF2-40B4-BE49-F238E27FC236}">
                <a16:creationId xmlns:a16="http://schemas.microsoft.com/office/drawing/2014/main" id="{A09D3DF8-75AA-8394-E43B-694DD4960ED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DO" dirty="0"/>
          </a:p>
        </p:txBody>
      </p:sp>
      <p:sp>
        <p:nvSpPr>
          <p:cNvPr id="4" name="Marcador de texto 3">
            <a:extLst>
              <a:ext uri="{FF2B5EF4-FFF2-40B4-BE49-F238E27FC236}">
                <a16:creationId xmlns:a16="http://schemas.microsoft.com/office/drawing/2014/main" id="{D58A6318-8197-BFF3-6503-64CA6441CA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86B5033-CF3C-1D6E-5DDB-B4EEB8A5A03A}"/>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6" name="Marcador de pie de página 5">
            <a:extLst>
              <a:ext uri="{FF2B5EF4-FFF2-40B4-BE49-F238E27FC236}">
                <a16:creationId xmlns:a16="http://schemas.microsoft.com/office/drawing/2014/main" id="{A7336878-B6AF-4399-50C5-6F10F8968224}"/>
              </a:ext>
            </a:extLst>
          </p:cNvPr>
          <p:cNvSpPr>
            <a:spLocks noGrp="1"/>
          </p:cNvSpPr>
          <p:nvPr>
            <p:ph type="ftr" sz="quarter" idx="11"/>
          </p:nvPr>
        </p:nvSpPr>
        <p:spPr/>
        <p:txBody>
          <a:bodyPr/>
          <a:lstStyle/>
          <a:p>
            <a:endParaRPr lang="es-DO" dirty="0"/>
          </a:p>
        </p:txBody>
      </p:sp>
      <p:sp>
        <p:nvSpPr>
          <p:cNvPr id="7" name="Marcador de número de diapositiva 6">
            <a:extLst>
              <a:ext uri="{FF2B5EF4-FFF2-40B4-BE49-F238E27FC236}">
                <a16:creationId xmlns:a16="http://schemas.microsoft.com/office/drawing/2014/main" id="{96DD465D-657C-BE67-E673-8F3EB5020F0C}"/>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3314993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D7B19E-61F9-9BA3-8811-6BEE3E1389D4}"/>
              </a:ext>
            </a:extLst>
          </p:cNvPr>
          <p:cNvSpPr>
            <a:spLocks noGrp="1"/>
          </p:cNvSpPr>
          <p:nvPr>
            <p:ph type="title"/>
          </p:nvPr>
        </p:nvSpPr>
        <p:spPr/>
        <p:txBody>
          <a:bodyPr/>
          <a:lstStyle/>
          <a:p>
            <a:r>
              <a:rPr lang="es-ES"/>
              <a:t>Haga clic para modificar el estilo de título del patrón</a:t>
            </a:r>
            <a:endParaRPr lang="es-DO"/>
          </a:p>
        </p:txBody>
      </p:sp>
      <p:sp>
        <p:nvSpPr>
          <p:cNvPr id="3" name="Marcador de texto vertical 2">
            <a:extLst>
              <a:ext uri="{FF2B5EF4-FFF2-40B4-BE49-F238E27FC236}">
                <a16:creationId xmlns:a16="http://schemas.microsoft.com/office/drawing/2014/main" id="{D463DAF0-03B3-7FEA-FF34-9ABCC3EBB2C1}"/>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4" name="Marcador de fecha 3">
            <a:extLst>
              <a:ext uri="{FF2B5EF4-FFF2-40B4-BE49-F238E27FC236}">
                <a16:creationId xmlns:a16="http://schemas.microsoft.com/office/drawing/2014/main" id="{A382EA51-01BC-27DA-472A-7DAF41DC58A3}"/>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5" name="Marcador de pie de página 4">
            <a:extLst>
              <a:ext uri="{FF2B5EF4-FFF2-40B4-BE49-F238E27FC236}">
                <a16:creationId xmlns:a16="http://schemas.microsoft.com/office/drawing/2014/main" id="{25012753-A85D-F0B1-A6F7-1C743138A062}"/>
              </a:ext>
            </a:extLst>
          </p:cNvPr>
          <p:cNvSpPr>
            <a:spLocks noGrp="1"/>
          </p:cNvSpPr>
          <p:nvPr>
            <p:ph type="ftr" sz="quarter" idx="11"/>
          </p:nvPr>
        </p:nvSpPr>
        <p:spPr/>
        <p:txBody>
          <a:bodyPr/>
          <a:lstStyle/>
          <a:p>
            <a:endParaRPr lang="es-DO" dirty="0"/>
          </a:p>
        </p:txBody>
      </p:sp>
      <p:sp>
        <p:nvSpPr>
          <p:cNvPr id="6" name="Marcador de número de diapositiva 5">
            <a:extLst>
              <a:ext uri="{FF2B5EF4-FFF2-40B4-BE49-F238E27FC236}">
                <a16:creationId xmlns:a16="http://schemas.microsoft.com/office/drawing/2014/main" id="{A0A3988D-35F0-922E-E7AC-14E38CD4FFF0}"/>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4163777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22EE23BD-1852-AB01-F8E0-2C7F2A3187EF}"/>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DO"/>
          </a:p>
        </p:txBody>
      </p:sp>
      <p:sp>
        <p:nvSpPr>
          <p:cNvPr id="3" name="Marcador de texto vertical 2">
            <a:extLst>
              <a:ext uri="{FF2B5EF4-FFF2-40B4-BE49-F238E27FC236}">
                <a16:creationId xmlns:a16="http://schemas.microsoft.com/office/drawing/2014/main" id="{DA5CC82A-BC87-D4C7-E76B-BA4BE83ADE6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4" name="Marcador de fecha 3">
            <a:extLst>
              <a:ext uri="{FF2B5EF4-FFF2-40B4-BE49-F238E27FC236}">
                <a16:creationId xmlns:a16="http://schemas.microsoft.com/office/drawing/2014/main" id="{47051583-82EC-C8FB-6718-7419CF1E6364}"/>
              </a:ext>
            </a:extLst>
          </p:cNvPr>
          <p:cNvSpPr>
            <a:spLocks noGrp="1"/>
          </p:cNvSpPr>
          <p:nvPr>
            <p:ph type="dt" sz="half" idx="10"/>
          </p:nvPr>
        </p:nvSpPr>
        <p:spPr/>
        <p:txBody>
          <a:bodyPr/>
          <a:lstStyle/>
          <a:p>
            <a:fld id="{97A8DE06-B21D-43D0-B185-F26EF811F626}" type="datetimeFigureOut">
              <a:rPr lang="es-DO" smtClean="0"/>
              <a:t>28/7/2026</a:t>
            </a:fld>
            <a:endParaRPr lang="es-DO" dirty="0"/>
          </a:p>
        </p:txBody>
      </p:sp>
      <p:sp>
        <p:nvSpPr>
          <p:cNvPr id="5" name="Marcador de pie de página 4">
            <a:extLst>
              <a:ext uri="{FF2B5EF4-FFF2-40B4-BE49-F238E27FC236}">
                <a16:creationId xmlns:a16="http://schemas.microsoft.com/office/drawing/2014/main" id="{305C4A4E-16FA-754C-00FE-C4750ABB5649}"/>
              </a:ext>
            </a:extLst>
          </p:cNvPr>
          <p:cNvSpPr>
            <a:spLocks noGrp="1"/>
          </p:cNvSpPr>
          <p:nvPr>
            <p:ph type="ftr" sz="quarter" idx="11"/>
          </p:nvPr>
        </p:nvSpPr>
        <p:spPr/>
        <p:txBody>
          <a:bodyPr/>
          <a:lstStyle/>
          <a:p>
            <a:endParaRPr lang="es-DO" dirty="0"/>
          </a:p>
        </p:txBody>
      </p:sp>
      <p:sp>
        <p:nvSpPr>
          <p:cNvPr id="6" name="Marcador de número de diapositiva 5">
            <a:extLst>
              <a:ext uri="{FF2B5EF4-FFF2-40B4-BE49-F238E27FC236}">
                <a16:creationId xmlns:a16="http://schemas.microsoft.com/office/drawing/2014/main" id="{F31AA91C-BB72-1C18-BCD3-9AAB66E1D51C}"/>
              </a:ext>
            </a:extLst>
          </p:cNvPr>
          <p:cNvSpPr>
            <a:spLocks noGrp="1"/>
          </p:cNvSpPr>
          <p:nvPr>
            <p:ph type="sldNum" sz="quarter" idx="12"/>
          </p:nvPr>
        </p:nvSpPr>
        <p:spPr/>
        <p:txBody>
          <a:bodyPr/>
          <a:lstStyle/>
          <a:p>
            <a:fld id="{8B4F1D75-2C71-457B-9E7C-402A46979534}" type="slidenum">
              <a:rPr lang="es-DO" smtClean="0"/>
              <a:t>‹Nº›</a:t>
            </a:fld>
            <a:endParaRPr lang="es-DO" dirty="0"/>
          </a:p>
        </p:txBody>
      </p:sp>
    </p:spTree>
    <p:extLst>
      <p:ext uri="{BB962C8B-B14F-4D97-AF65-F5344CB8AC3E}">
        <p14:creationId xmlns:p14="http://schemas.microsoft.com/office/powerpoint/2010/main" val="37624967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915200" y="2042533"/>
            <a:ext cx="4468800" cy="21704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0" name="Google Shape;10;p2"/>
          <p:cNvSpPr txBox="1">
            <a:spLocks noGrp="1"/>
          </p:cNvSpPr>
          <p:nvPr>
            <p:ph type="subTitle" idx="1"/>
          </p:nvPr>
        </p:nvSpPr>
        <p:spPr>
          <a:xfrm>
            <a:off x="915200" y="4262267"/>
            <a:ext cx="4468800" cy="553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800"/>
              <a:buNone/>
              <a:defRPr sz="21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Tree>
    <p:extLst>
      <p:ext uri="{BB962C8B-B14F-4D97-AF65-F5344CB8AC3E}">
        <p14:creationId xmlns:p14="http://schemas.microsoft.com/office/powerpoint/2010/main" val="137651298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4800"/>
            </a:lvl1pPr>
            <a:lvl2pPr lvl="1" algn="ctr">
              <a:spcBef>
                <a:spcPts val="0"/>
              </a:spcBef>
              <a:spcAft>
                <a:spcPts val="0"/>
              </a:spcAft>
              <a:buSzPts val="3600"/>
              <a:buNone/>
              <a:defRPr sz="4800"/>
            </a:lvl2pPr>
            <a:lvl3pPr lvl="2" algn="ctr">
              <a:spcBef>
                <a:spcPts val="0"/>
              </a:spcBef>
              <a:spcAft>
                <a:spcPts val="0"/>
              </a:spcAft>
              <a:buSzPts val="3600"/>
              <a:buNone/>
              <a:defRPr sz="4800"/>
            </a:lvl3pPr>
            <a:lvl4pPr lvl="3" algn="ctr">
              <a:spcBef>
                <a:spcPts val="0"/>
              </a:spcBef>
              <a:spcAft>
                <a:spcPts val="0"/>
              </a:spcAft>
              <a:buSzPts val="3600"/>
              <a:buNone/>
              <a:defRPr sz="4800"/>
            </a:lvl4pPr>
            <a:lvl5pPr lvl="4" algn="ctr">
              <a:spcBef>
                <a:spcPts val="0"/>
              </a:spcBef>
              <a:spcAft>
                <a:spcPts val="0"/>
              </a:spcAft>
              <a:buSzPts val="3600"/>
              <a:buNone/>
              <a:defRPr sz="4800"/>
            </a:lvl5pPr>
            <a:lvl6pPr lvl="5" algn="ctr">
              <a:spcBef>
                <a:spcPts val="0"/>
              </a:spcBef>
              <a:spcAft>
                <a:spcPts val="0"/>
              </a:spcAft>
              <a:buSzPts val="3600"/>
              <a:buNone/>
              <a:defRPr sz="4800"/>
            </a:lvl6pPr>
            <a:lvl7pPr lvl="6" algn="ctr">
              <a:spcBef>
                <a:spcPts val="0"/>
              </a:spcBef>
              <a:spcAft>
                <a:spcPts val="0"/>
              </a:spcAft>
              <a:buSzPts val="3600"/>
              <a:buNone/>
              <a:defRPr sz="4800"/>
            </a:lvl7pPr>
            <a:lvl8pPr lvl="7" algn="ctr">
              <a:spcBef>
                <a:spcPts val="0"/>
              </a:spcBef>
              <a:spcAft>
                <a:spcPts val="0"/>
              </a:spcAft>
              <a:buSzPts val="3600"/>
              <a:buNone/>
              <a:defRPr sz="4800"/>
            </a:lvl8pPr>
            <a:lvl9pPr lvl="8" algn="ctr">
              <a:spcBef>
                <a:spcPts val="0"/>
              </a:spcBef>
              <a:spcAft>
                <a:spcPts val="0"/>
              </a:spcAft>
              <a:buSzPts val="3600"/>
              <a:buNone/>
              <a:defRPr sz="4800"/>
            </a:lvl9pPr>
          </a:lstStyle>
          <a:p>
            <a:endParaRPr/>
          </a:p>
        </p:txBody>
      </p:sp>
      <p:sp>
        <p:nvSpPr>
          <p:cNvPr id="13" name="Google Shape;13;p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386613393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947033" y="715533"/>
            <a:ext cx="10298000" cy="641600"/>
          </a:xfrm>
          <a:prstGeom prst="rect">
            <a:avLst/>
          </a:prstGeom>
        </p:spPr>
        <p:txBody>
          <a:bodyPr spcFirstLastPara="1" wrap="square" lIns="91425" tIns="91425" rIns="91425" bIns="91425" anchor="ctr"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6" name="Google Shape;16;p4"/>
          <p:cNvSpPr txBox="1">
            <a:spLocks noGrp="1"/>
          </p:cNvSpPr>
          <p:nvPr>
            <p:ph type="body" idx="1"/>
          </p:nvPr>
        </p:nvSpPr>
        <p:spPr>
          <a:xfrm>
            <a:off x="947033" y="1536633"/>
            <a:ext cx="10298000" cy="46060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7" name="Google Shape;17;p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5876402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947033" y="715533"/>
            <a:ext cx="10298000" cy="641600"/>
          </a:xfrm>
          <a:prstGeom prst="rect">
            <a:avLst/>
          </a:prstGeom>
        </p:spPr>
        <p:txBody>
          <a:bodyPr spcFirstLastPara="1" wrap="square" lIns="91425" tIns="91425" rIns="91425" bIns="91425" anchor="ctr"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415600" y="1536633"/>
            <a:ext cx="5333200" cy="4555200"/>
          </a:xfrm>
          <a:prstGeom prst="rect">
            <a:avLst/>
          </a:prstGeom>
        </p:spPr>
        <p:txBody>
          <a:bodyPr spcFirstLastPara="1" wrap="square" lIns="91425" tIns="91425" rIns="91425" bIns="91425" anchor="t" anchorCtr="0">
            <a:noAutofit/>
          </a:bodyPr>
          <a:lstStyle>
            <a:lvl1pPr marL="609585" lvl="0" indent="-423323">
              <a:spcBef>
                <a:spcPts val="0"/>
              </a:spcBef>
              <a:spcAft>
                <a:spcPts val="0"/>
              </a:spcAft>
              <a:buSzPts val="1400"/>
              <a:buChar char="●"/>
              <a:defRPr sz="1867"/>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1" name="Google Shape;21;p5"/>
          <p:cNvSpPr txBox="1">
            <a:spLocks noGrp="1"/>
          </p:cNvSpPr>
          <p:nvPr>
            <p:ph type="body" idx="2"/>
          </p:nvPr>
        </p:nvSpPr>
        <p:spPr>
          <a:xfrm>
            <a:off x="6443200" y="1536633"/>
            <a:ext cx="5333200" cy="4555200"/>
          </a:xfrm>
          <a:prstGeom prst="rect">
            <a:avLst/>
          </a:prstGeom>
        </p:spPr>
        <p:txBody>
          <a:bodyPr spcFirstLastPara="1" wrap="square" lIns="91425" tIns="91425" rIns="91425" bIns="91425" anchor="t" anchorCtr="0">
            <a:noAutofit/>
          </a:bodyPr>
          <a:lstStyle>
            <a:lvl1pPr marL="609585" lvl="0" indent="-423323">
              <a:spcBef>
                <a:spcPts val="0"/>
              </a:spcBef>
              <a:spcAft>
                <a:spcPts val="0"/>
              </a:spcAft>
              <a:buSzPts val="1400"/>
              <a:buChar char="●"/>
              <a:defRPr sz="1867"/>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2" name="Google Shape;22;p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19969280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3"/>
        <p:cNvGrpSpPr/>
        <p:nvPr/>
      </p:nvGrpSpPr>
      <p:grpSpPr>
        <a:xfrm>
          <a:off x="0" y="0"/>
          <a:ext cx="0" cy="0"/>
          <a:chOff x="0" y="0"/>
          <a:chExt cx="0" cy="0"/>
        </a:xfrm>
      </p:grpSpPr>
      <p:sp>
        <p:nvSpPr>
          <p:cNvPr id="24" name="Google Shape;24;p6"/>
          <p:cNvSpPr txBox="1">
            <a:spLocks noGrp="1"/>
          </p:cNvSpPr>
          <p:nvPr>
            <p:ph type="title"/>
          </p:nvPr>
        </p:nvSpPr>
        <p:spPr>
          <a:xfrm>
            <a:off x="947033" y="715533"/>
            <a:ext cx="10298000" cy="641600"/>
          </a:xfrm>
          <a:prstGeom prst="rect">
            <a:avLst/>
          </a:prstGeom>
        </p:spPr>
        <p:txBody>
          <a:bodyPr spcFirstLastPara="1" wrap="square" lIns="91425" tIns="91425" rIns="91425" bIns="91425" anchor="ctr"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extLst>
      <p:ext uri="{BB962C8B-B14F-4D97-AF65-F5344CB8AC3E}">
        <p14:creationId xmlns:p14="http://schemas.microsoft.com/office/powerpoint/2010/main" val="872771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25"/>
        <p:cNvGrpSpPr/>
        <p:nvPr/>
      </p:nvGrpSpPr>
      <p:grpSpPr>
        <a:xfrm>
          <a:off x="0" y="0"/>
          <a:ext cx="0" cy="0"/>
          <a:chOff x="0" y="0"/>
          <a:chExt cx="0" cy="0"/>
        </a:xfrm>
      </p:grpSpPr>
      <p:sp>
        <p:nvSpPr>
          <p:cNvPr id="26" name="Google Shape;26;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3200"/>
            </a:lvl1pPr>
            <a:lvl2pPr lvl="1">
              <a:spcBef>
                <a:spcPts val="0"/>
              </a:spcBef>
              <a:spcAft>
                <a:spcPts val="0"/>
              </a:spcAft>
              <a:buSzPts val="2400"/>
              <a:buNone/>
              <a:defRPr sz="3200"/>
            </a:lvl2pPr>
            <a:lvl3pPr lvl="2">
              <a:spcBef>
                <a:spcPts val="0"/>
              </a:spcBef>
              <a:spcAft>
                <a:spcPts val="0"/>
              </a:spcAft>
              <a:buSzPts val="2400"/>
              <a:buNone/>
              <a:defRPr sz="3200"/>
            </a:lvl3pPr>
            <a:lvl4pPr lvl="3">
              <a:spcBef>
                <a:spcPts val="0"/>
              </a:spcBef>
              <a:spcAft>
                <a:spcPts val="0"/>
              </a:spcAft>
              <a:buSzPts val="2400"/>
              <a:buNone/>
              <a:defRPr sz="3200"/>
            </a:lvl4pPr>
            <a:lvl5pPr lvl="4">
              <a:spcBef>
                <a:spcPts val="0"/>
              </a:spcBef>
              <a:spcAft>
                <a:spcPts val="0"/>
              </a:spcAft>
              <a:buSzPts val="2400"/>
              <a:buNone/>
              <a:defRPr sz="3200"/>
            </a:lvl5pPr>
            <a:lvl6pPr lvl="5">
              <a:spcBef>
                <a:spcPts val="0"/>
              </a:spcBef>
              <a:spcAft>
                <a:spcPts val="0"/>
              </a:spcAft>
              <a:buSzPts val="2400"/>
              <a:buNone/>
              <a:defRPr sz="3200"/>
            </a:lvl6pPr>
            <a:lvl7pPr lvl="6">
              <a:spcBef>
                <a:spcPts val="0"/>
              </a:spcBef>
              <a:spcAft>
                <a:spcPts val="0"/>
              </a:spcAft>
              <a:buSzPts val="2400"/>
              <a:buNone/>
              <a:defRPr sz="3200"/>
            </a:lvl7pPr>
            <a:lvl8pPr lvl="7">
              <a:spcBef>
                <a:spcPts val="0"/>
              </a:spcBef>
              <a:spcAft>
                <a:spcPts val="0"/>
              </a:spcAft>
              <a:buSzPts val="2400"/>
              <a:buNone/>
              <a:defRPr sz="3200"/>
            </a:lvl8pPr>
            <a:lvl9pPr lvl="8">
              <a:spcBef>
                <a:spcPts val="0"/>
              </a:spcBef>
              <a:spcAft>
                <a:spcPts val="0"/>
              </a:spcAft>
              <a:buSzPts val="2400"/>
              <a:buNone/>
              <a:defRPr sz="3200"/>
            </a:lvl9pPr>
          </a:lstStyle>
          <a:p>
            <a:endParaRPr/>
          </a:p>
        </p:txBody>
      </p:sp>
      <p:sp>
        <p:nvSpPr>
          <p:cNvPr id="27" name="Google Shape;27;p7"/>
          <p:cNvSpPr txBox="1">
            <a:spLocks noGrp="1"/>
          </p:cNvSpPr>
          <p:nvPr>
            <p:ph type="body" idx="1"/>
          </p:nvPr>
        </p:nvSpPr>
        <p:spPr>
          <a:xfrm>
            <a:off x="415600" y="1852800"/>
            <a:ext cx="3744000" cy="4239200"/>
          </a:xfrm>
          <a:prstGeom prst="rect">
            <a:avLst/>
          </a:prstGeom>
        </p:spPr>
        <p:txBody>
          <a:bodyPr spcFirstLastPara="1" wrap="square" lIns="91425" tIns="91425" rIns="91425" bIns="91425" anchor="t" anchorCtr="0">
            <a:noAutofit/>
          </a:bodyPr>
          <a:lstStyle>
            <a:lvl1pPr marL="609585" lvl="0" indent="-406390">
              <a:spcBef>
                <a:spcPts val="0"/>
              </a:spcBef>
              <a:spcAft>
                <a:spcPts val="0"/>
              </a:spcAft>
              <a:buSzPts val="1200"/>
              <a:buChar char="●"/>
              <a:defRPr sz="1600"/>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8" name="Google Shape;28;p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25167794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29"/>
        <p:cNvGrpSpPr/>
        <p:nvPr/>
      </p:nvGrpSpPr>
      <p:grpSpPr>
        <a:xfrm>
          <a:off x="0" y="0"/>
          <a:ext cx="0" cy="0"/>
          <a:chOff x="0" y="0"/>
          <a:chExt cx="0" cy="0"/>
        </a:xfrm>
      </p:grpSpPr>
      <p:sp>
        <p:nvSpPr>
          <p:cNvPr id="30" name="Google Shape;30;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1" name="Google Shape;31;p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10725741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2"/>
        <p:cNvGrpSpPr/>
        <p:nvPr/>
      </p:nvGrpSpPr>
      <p:grpSpPr>
        <a:xfrm>
          <a:off x="0" y="0"/>
          <a:ext cx="0" cy="0"/>
          <a:chOff x="0" y="0"/>
          <a:chExt cx="0" cy="0"/>
        </a:xfrm>
      </p:grpSpPr>
      <p:sp>
        <p:nvSpPr>
          <p:cNvPr id="33" name="Google Shape;33;p9"/>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dirty="0"/>
          </a:p>
        </p:txBody>
      </p:sp>
      <p:sp>
        <p:nvSpPr>
          <p:cNvPr id="34" name="Google Shape;34;p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5600"/>
            </a:lvl1pPr>
            <a:lvl2pPr lvl="1" algn="ctr">
              <a:spcBef>
                <a:spcPts val="0"/>
              </a:spcBef>
              <a:spcAft>
                <a:spcPts val="0"/>
              </a:spcAft>
              <a:buSzPts val="4200"/>
              <a:buNone/>
              <a:defRPr sz="5600"/>
            </a:lvl2pPr>
            <a:lvl3pPr lvl="2" algn="ctr">
              <a:spcBef>
                <a:spcPts val="0"/>
              </a:spcBef>
              <a:spcAft>
                <a:spcPts val="0"/>
              </a:spcAft>
              <a:buSzPts val="4200"/>
              <a:buNone/>
              <a:defRPr sz="5600"/>
            </a:lvl3pPr>
            <a:lvl4pPr lvl="3" algn="ctr">
              <a:spcBef>
                <a:spcPts val="0"/>
              </a:spcBef>
              <a:spcAft>
                <a:spcPts val="0"/>
              </a:spcAft>
              <a:buSzPts val="4200"/>
              <a:buNone/>
              <a:defRPr sz="5600"/>
            </a:lvl4pPr>
            <a:lvl5pPr lvl="4" algn="ctr">
              <a:spcBef>
                <a:spcPts val="0"/>
              </a:spcBef>
              <a:spcAft>
                <a:spcPts val="0"/>
              </a:spcAft>
              <a:buSzPts val="4200"/>
              <a:buNone/>
              <a:defRPr sz="5600"/>
            </a:lvl5pPr>
            <a:lvl6pPr lvl="5" algn="ctr">
              <a:spcBef>
                <a:spcPts val="0"/>
              </a:spcBef>
              <a:spcAft>
                <a:spcPts val="0"/>
              </a:spcAft>
              <a:buSzPts val="4200"/>
              <a:buNone/>
              <a:defRPr sz="5600"/>
            </a:lvl6pPr>
            <a:lvl7pPr lvl="6" algn="ctr">
              <a:spcBef>
                <a:spcPts val="0"/>
              </a:spcBef>
              <a:spcAft>
                <a:spcPts val="0"/>
              </a:spcAft>
              <a:buSzPts val="4200"/>
              <a:buNone/>
              <a:defRPr sz="5600"/>
            </a:lvl7pPr>
            <a:lvl8pPr lvl="7" algn="ctr">
              <a:spcBef>
                <a:spcPts val="0"/>
              </a:spcBef>
              <a:spcAft>
                <a:spcPts val="0"/>
              </a:spcAft>
              <a:buSzPts val="4200"/>
              <a:buNone/>
              <a:defRPr sz="5600"/>
            </a:lvl8pPr>
            <a:lvl9pPr lvl="8" algn="ctr">
              <a:spcBef>
                <a:spcPts val="0"/>
              </a:spcBef>
              <a:spcAft>
                <a:spcPts val="0"/>
              </a:spcAft>
              <a:buSzPts val="4200"/>
              <a:buNone/>
              <a:defRPr sz="5600"/>
            </a:lvl9pPr>
          </a:lstStyle>
          <a:p>
            <a:endParaRPr/>
          </a:p>
        </p:txBody>
      </p:sp>
      <p:sp>
        <p:nvSpPr>
          <p:cNvPr id="35" name="Google Shape;35;p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36" name="Google Shape;36;p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37" name="Google Shape;37;p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332860059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38"/>
        <p:cNvGrpSpPr/>
        <p:nvPr/>
      </p:nvGrpSpPr>
      <p:grpSpPr>
        <a:xfrm>
          <a:off x="0" y="0"/>
          <a:ext cx="0" cy="0"/>
          <a:chOff x="0" y="0"/>
          <a:chExt cx="0" cy="0"/>
        </a:xfrm>
      </p:grpSpPr>
      <p:sp>
        <p:nvSpPr>
          <p:cNvPr id="39" name="Google Shape;39;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Autofit/>
          </a:bodyPr>
          <a:lstStyle>
            <a:lvl1pPr marL="609585" lvl="0" indent="-304792">
              <a:lnSpc>
                <a:spcPct val="100000"/>
              </a:lnSpc>
              <a:spcBef>
                <a:spcPts val="0"/>
              </a:spcBef>
              <a:spcAft>
                <a:spcPts val="0"/>
              </a:spcAft>
              <a:buSzPts val="1800"/>
              <a:buNone/>
              <a:defRPr/>
            </a:lvl1pPr>
          </a:lstStyle>
          <a:p>
            <a:endParaRPr/>
          </a:p>
        </p:txBody>
      </p:sp>
      <p:sp>
        <p:nvSpPr>
          <p:cNvPr id="40" name="Google Shape;40;p1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6798142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1"/>
        <p:cNvGrpSpPr/>
        <p:nvPr/>
      </p:nvGrpSpPr>
      <p:grpSpPr>
        <a:xfrm>
          <a:off x="0" y="0"/>
          <a:ext cx="0" cy="0"/>
          <a:chOff x="0" y="0"/>
          <a:chExt cx="0" cy="0"/>
        </a:xfrm>
      </p:grpSpPr>
      <p:sp>
        <p:nvSpPr>
          <p:cNvPr id="42" name="Google Shape;42;p11"/>
          <p:cNvSpPr txBox="1">
            <a:spLocks noGrp="1"/>
          </p:cNvSpPr>
          <p:nvPr>
            <p:ph type="title" hasCustomPrompt="1"/>
          </p:nvPr>
        </p:nvSpPr>
        <p:spPr>
          <a:xfrm>
            <a:off x="415600" y="1474833"/>
            <a:ext cx="11360800" cy="26180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6000"/>
            </a:lvl1pPr>
            <a:lvl2pPr lvl="1" algn="ctr">
              <a:spcBef>
                <a:spcPts val="0"/>
              </a:spcBef>
              <a:spcAft>
                <a:spcPts val="0"/>
              </a:spcAft>
              <a:buSzPts val="12000"/>
              <a:buNone/>
              <a:defRPr sz="16000"/>
            </a:lvl2pPr>
            <a:lvl3pPr lvl="2" algn="ctr">
              <a:spcBef>
                <a:spcPts val="0"/>
              </a:spcBef>
              <a:spcAft>
                <a:spcPts val="0"/>
              </a:spcAft>
              <a:buSzPts val="12000"/>
              <a:buNone/>
              <a:defRPr sz="16000"/>
            </a:lvl3pPr>
            <a:lvl4pPr lvl="3" algn="ctr">
              <a:spcBef>
                <a:spcPts val="0"/>
              </a:spcBef>
              <a:spcAft>
                <a:spcPts val="0"/>
              </a:spcAft>
              <a:buSzPts val="12000"/>
              <a:buNone/>
              <a:defRPr sz="16000"/>
            </a:lvl4pPr>
            <a:lvl5pPr lvl="4" algn="ctr">
              <a:spcBef>
                <a:spcPts val="0"/>
              </a:spcBef>
              <a:spcAft>
                <a:spcPts val="0"/>
              </a:spcAft>
              <a:buSzPts val="12000"/>
              <a:buNone/>
              <a:defRPr sz="16000"/>
            </a:lvl5pPr>
            <a:lvl6pPr lvl="5" algn="ctr">
              <a:spcBef>
                <a:spcPts val="0"/>
              </a:spcBef>
              <a:spcAft>
                <a:spcPts val="0"/>
              </a:spcAft>
              <a:buSzPts val="12000"/>
              <a:buNone/>
              <a:defRPr sz="16000"/>
            </a:lvl6pPr>
            <a:lvl7pPr lvl="6" algn="ctr">
              <a:spcBef>
                <a:spcPts val="0"/>
              </a:spcBef>
              <a:spcAft>
                <a:spcPts val="0"/>
              </a:spcAft>
              <a:buSzPts val="12000"/>
              <a:buNone/>
              <a:defRPr sz="16000"/>
            </a:lvl7pPr>
            <a:lvl8pPr lvl="7" algn="ctr">
              <a:spcBef>
                <a:spcPts val="0"/>
              </a:spcBef>
              <a:spcAft>
                <a:spcPts val="0"/>
              </a:spcAft>
              <a:buSzPts val="12000"/>
              <a:buNone/>
              <a:defRPr sz="16000"/>
            </a:lvl8pPr>
            <a:lvl9pPr lvl="8" algn="ctr">
              <a:spcBef>
                <a:spcPts val="0"/>
              </a:spcBef>
              <a:spcAft>
                <a:spcPts val="0"/>
              </a:spcAft>
              <a:buSzPts val="12000"/>
              <a:buNone/>
              <a:defRPr sz="16000"/>
            </a:lvl9pPr>
          </a:lstStyle>
          <a:p>
            <a:r>
              <a:t>xx%</a:t>
            </a:r>
          </a:p>
        </p:txBody>
      </p:sp>
      <p:sp>
        <p:nvSpPr>
          <p:cNvPr id="43" name="Google Shape;43;p11"/>
          <p:cNvSpPr txBox="1">
            <a:spLocks noGrp="1"/>
          </p:cNvSpPr>
          <p:nvPr>
            <p:ph type="body" idx="1"/>
          </p:nvPr>
        </p:nvSpPr>
        <p:spPr>
          <a:xfrm>
            <a:off x="415600" y="4202967"/>
            <a:ext cx="11360800" cy="1734400"/>
          </a:xfrm>
          <a:prstGeom prst="rect">
            <a:avLst/>
          </a:prstGeom>
        </p:spPr>
        <p:txBody>
          <a:bodyPr spcFirstLastPara="1" wrap="square" lIns="91425" tIns="91425" rIns="91425" bIns="91425" anchor="t" anchorCtr="0">
            <a:noAutofit/>
          </a:bodyPr>
          <a:lstStyle>
            <a:lvl1pPr marL="609585" lvl="0" indent="-457189" algn="ctr">
              <a:spcBef>
                <a:spcPts val="0"/>
              </a:spcBef>
              <a:spcAft>
                <a:spcPts val="0"/>
              </a:spcAft>
              <a:buSzPts val="1800"/>
              <a:buChar char="●"/>
              <a:defRPr/>
            </a:lvl1pPr>
            <a:lvl2pPr marL="1219170" lvl="1" indent="-423323" algn="ctr">
              <a:spcBef>
                <a:spcPts val="2133"/>
              </a:spcBef>
              <a:spcAft>
                <a:spcPts val="0"/>
              </a:spcAft>
              <a:buSzPts val="1400"/>
              <a:buChar char="○"/>
              <a:defRPr/>
            </a:lvl2pPr>
            <a:lvl3pPr marL="1828754" lvl="2" indent="-423323" algn="ctr">
              <a:spcBef>
                <a:spcPts val="2133"/>
              </a:spcBef>
              <a:spcAft>
                <a:spcPts val="0"/>
              </a:spcAft>
              <a:buSzPts val="1400"/>
              <a:buChar char="■"/>
              <a:defRPr/>
            </a:lvl3pPr>
            <a:lvl4pPr marL="2438339" lvl="3" indent="-423323" algn="ctr">
              <a:spcBef>
                <a:spcPts val="2133"/>
              </a:spcBef>
              <a:spcAft>
                <a:spcPts val="0"/>
              </a:spcAft>
              <a:buSzPts val="1400"/>
              <a:buChar char="●"/>
              <a:defRPr/>
            </a:lvl4pPr>
            <a:lvl5pPr marL="3047924" lvl="4" indent="-423323" algn="ctr">
              <a:spcBef>
                <a:spcPts val="2133"/>
              </a:spcBef>
              <a:spcAft>
                <a:spcPts val="0"/>
              </a:spcAft>
              <a:buSzPts val="1400"/>
              <a:buChar char="○"/>
              <a:defRPr/>
            </a:lvl5pPr>
            <a:lvl6pPr marL="3657509" lvl="5" indent="-423323" algn="ctr">
              <a:spcBef>
                <a:spcPts val="2133"/>
              </a:spcBef>
              <a:spcAft>
                <a:spcPts val="0"/>
              </a:spcAft>
              <a:buSzPts val="1400"/>
              <a:buChar char="■"/>
              <a:defRPr/>
            </a:lvl6pPr>
            <a:lvl7pPr marL="4267093" lvl="6" indent="-423323" algn="ctr">
              <a:spcBef>
                <a:spcPts val="2133"/>
              </a:spcBef>
              <a:spcAft>
                <a:spcPts val="0"/>
              </a:spcAft>
              <a:buSzPts val="1400"/>
              <a:buChar char="●"/>
              <a:defRPr/>
            </a:lvl7pPr>
            <a:lvl8pPr marL="4876678" lvl="7" indent="-423323" algn="ctr">
              <a:spcBef>
                <a:spcPts val="2133"/>
              </a:spcBef>
              <a:spcAft>
                <a:spcPts val="0"/>
              </a:spcAft>
              <a:buSzPts val="1400"/>
              <a:buChar char="○"/>
              <a:defRPr/>
            </a:lvl8pPr>
            <a:lvl9pPr marL="5486263" lvl="8" indent="-423323" algn="ctr">
              <a:spcBef>
                <a:spcPts val="2133"/>
              </a:spcBef>
              <a:spcAft>
                <a:spcPts val="2133"/>
              </a:spcAft>
              <a:buSzPts val="1400"/>
              <a:buChar char="■"/>
              <a:defRPr/>
            </a:lvl9pPr>
          </a:lstStyle>
          <a:p>
            <a:endParaRPr/>
          </a:p>
        </p:txBody>
      </p:sp>
      <p:sp>
        <p:nvSpPr>
          <p:cNvPr id="44" name="Google Shape;44;p1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28833693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s-DO" smtClean="0"/>
              <a:pPr/>
              <a:t>‹Nº›</a:t>
            </a:fld>
            <a:endParaRPr lang="es-DO" dirty="0"/>
          </a:p>
        </p:txBody>
      </p:sp>
    </p:spTree>
    <p:extLst>
      <p:ext uri="{BB962C8B-B14F-4D97-AF65-F5344CB8AC3E}">
        <p14:creationId xmlns:p14="http://schemas.microsoft.com/office/powerpoint/2010/main" val="11792624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72B58F8-29C8-9340-9E10-FEEF1756D6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DO"/>
          </a:p>
        </p:txBody>
      </p:sp>
      <p:sp>
        <p:nvSpPr>
          <p:cNvPr id="3" name="Marcador de texto 2">
            <a:extLst>
              <a:ext uri="{FF2B5EF4-FFF2-40B4-BE49-F238E27FC236}">
                <a16:creationId xmlns:a16="http://schemas.microsoft.com/office/drawing/2014/main" id="{2B099E98-17D4-7567-90D5-933E6455B8B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DO"/>
          </a:p>
        </p:txBody>
      </p:sp>
      <p:sp>
        <p:nvSpPr>
          <p:cNvPr id="4" name="Marcador de fecha 3">
            <a:extLst>
              <a:ext uri="{FF2B5EF4-FFF2-40B4-BE49-F238E27FC236}">
                <a16:creationId xmlns:a16="http://schemas.microsoft.com/office/drawing/2014/main" id="{4E05B304-9E94-25B2-5F81-AE2B49D4173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7A8DE06-B21D-43D0-B185-F26EF811F626}" type="datetimeFigureOut">
              <a:rPr lang="es-DO" smtClean="0"/>
              <a:t>28/7/2026</a:t>
            </a:fld>
            <a:endParaRPr lang="es-DO" dirty="0"/>
          </a:p>
        </p:txBody>
      </p:sp>
      <p:sp>
        <p:nvSpPr>
          <p:cNvPr id="5" name="Marcador de pie de página 4">
            <a:extLst>
              <a:ext uri="{FF2B5EF4-FFF2-40B4-BE49-F238E27FC236}">
                <a16:creationId xmlns:a16="http://schemas.microsoft.com/office/drawing/2014/main" id="{26D50932-7663-0F1F-7367-24D4049ADA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DO" dirty="0"/>
          </a:p>
        </p:txBody>
      </p:sp>
      <p:sp>
        <p:nvSpPr>
          <p:cNvPr id="6" name="Marcador de número de diapositiva 5">
            <a:extLst>
              <a:ext uri="{FF2B5EF4-FFF2-40B4-BE49-F238E27FC236}">
                <a16:creationId xmlns:a16="http://schemas.microsoft.com/office/drawing/2014/main" id="{B201E9EE-C751-D61C-CCD3-62BC7406D0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B4F1D75-2C71-457B-9E7C-402A46979534}" type="slidenum">
              <a:rPr lang="es-DO" smtClean="0"/>
              <a:t>‹Nº›</a:t>
            </a:fld>
            <a:endParaRPr lang="es-DO" dirty="0"/>
          </a:p>
        </p:txBody>
      </p:sp>
    </p:spTree>
    <p:extLst>
      <p:ext uri="{BB962C8B-B14F-4D97-AF65-F5344CB8AC3E}">
        <p14:creationId xmlns:p14="http://schemas.microsoft.com/office/powerpoint/2010/main" val="7568559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D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947033" y="715533"/>
            <a:ext cx="10298000" cy="6416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1pPr>
            <a:lvl2pPr lvl="1">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2pPr>
            <a:lvl3pPr lvl="2">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3pPr>
            <a:lvl4pPr lvl="3">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4pPr>
            <a:lvl5pPr lvl="4">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5pPr>
            <a:lvl6pPr lvl="5">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6pPr>
            <a:lvl7pPr lvl="6">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7pPr>
            <a:lvl8pPr lvl="7">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8pPr>
            <a:lvl9pPr lvl="8">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9pPr>
          </a:lstStyle>
          <a:p>
            <a:endParaRPr/>
          </a:p>
        </p:txBody>
      </p:sp>
      <p:sp>
        <p:nvSpPr>
          <p:cNvPr id="7" name="Google Shape;7;p1"/>
          <p:cNvSpPr txBox="1">
            <a:spLocks noGrp="1"/>
          </p:cNvSpPr>
          <p:nvPr>
            <p:ph type="body" idx="1"/>
          </p:nvPr>
        </p:nvSpPr>
        <p:spPr>
          <a:xfrm>
            <a:off x="947033" y="1536633"/>
            <a:ext cx="10298000" cy="4606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15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extLst>
      <p:ext uri="{BB962C8B-B14F-4D97-AF65-F5344CB8AC3E}">
        <p14:creationId xmlns:p14="http://schemas.microsoft.com/office/powerpoint/2010/main" val="3515116858"/>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jpg"/><Relationship Id="rId4" Type="http://schemas.microsoft.com/office/2007/relationships/diagramDrawing" Target="../diagrams/drawing1.xml" /><Relationship Id="rId5" Type="http://schemas.openxmlformats.org/officeDocument/2006/relationships/diagramData" Target="../diagrams/data1.xml" /><Relationship Id="rId6" Type="http://schemas.openxmlformats.org/officeDocument/2006/relationships/diagramColors" Target="../diagrams/colors1.xml" /><Relationship Id="rId7" Type="http://schemas.openxmlformats.org/officeDocument/2006/relationships/diagramLayout" Target="../diagrams/layout1.xml" /><Relationship Id="rId8" Type="http://schemas.openxmlformats.org/officeDocument/2006/relationships/diagramQuickStyle" Target="../diagrams/quickStyle1.xml" /></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jpg"/><Relationship Id="rId4" Type="http://schemas.microsoft.com/office/2007/relationships/diagramDrawing" Target="../diagrams/drawing2.xml" /><Relationship Id="rId5" Type="http://schemas.openxmlformats.org/officeDocument/2006/relationships/diagramData" Target="../diagrams/data2.xml" /><Relationship Id="rId6" Type="http://schemas.openxmlformats.org/officeDocument/2006/relationships/diagramColors" Target="../diagrams/colors2.xml" /><Relationship Id="rId7" Type="http://schemas.openxmlformats.org/officeDocument/2006/relationships/diagramLayout" Target="../diagrams/layout2.xml" /><Relationship Id="rId8" Type="http://schemas.openxmlformats.org/officeDocument/2006/relationships/diagramQuickStyle" Target="../diagrams/quickStyle2.xml" /></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6.xml"/><Relationship Id="rId3" Type="http://schemas.openxmlformats.org/officeDocument/2006/relationships/image" Target="../media/image3.png"/><Relationship Id="rId4" Type="http://schemas.openxmlformats.org/officeDocument/2006/relationships/image" Target="../media/media1.svg"/><Relationship Id="rId5" Type="http://schemas.openxmlformats.org/officeDocument/2006/relationships/image" Target="../media/image4.png"/><Relationship Id="rId6" Type="http://schemas.openxmlformats.org/officeDocument/2006/relationships/image" Target="../media/media2.svg"/><Relationship Id="rId7" Type="http://schemas.openxmlformats.org/officeDocument/2006/relationships/image" Target="../media/image5.png"/><Relationship Id="rId8" Type="http://schemas.openxmlformats.org/officeDocument/2006/relationships/image" Target="../media/media3.svg"/><Relationship Id="rId9" Type="http://schemas.openxmlformats.org/officeDocument/2006/relationships/image" Target="../media/image6.png"/><Relationship Id="rId10" Type="http://schemas.openxmlformats.org/officeDocument/2006/relationships/image" Target="../media/media4.svg"/><Relationship Id="rId11" Type="http://schemas.openxmlformats.org/officeDocument/2006/relationships/image" Target="../media/image7.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8.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9.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9.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9.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9.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0.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1.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2.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3.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4.png"/></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1.png"/></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5.png"/></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6.png"/></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7.png"/></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8.pn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9.png"/></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0.png"/></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481995" name="TextBox 3"/>
          <p:cNvSpPr txBox="1"/>
          <p:nvPr/>
        </p:nvSpPr>
        <p:spPr bwMode="auto">
          <a:xfrm>
            <a:off x="346315" y="438291"/>
            <a:ext cx="838200" cy="707886"/>
          </a:xfrm>
          <a:prstGeom prst="rect">
            <a:avLst/>
          </a:prstGeom>
          <a:noFill/>
        </p:spPr>
        <p:txBody>
          <a:bodyPr wrap="square" rtlCol="0">
            <a:spAutoFit/>
          </a:bodyPr>
          <a:lstStyle/>
          <a:p>
            <a:pPr marL="0" marR="0" lvl="0" indent="0" algn="r" defTabSz="914400" rtl="0">
              <a:lnSpc>
                <a:spcPct val="100000"/>
              </a:lnSpc>
              <a:spcBef>
                <a:spcPts val="0"/>
              </a:spcBef>
              <a:spcAft>
                <a:spcPts val="0"/>
              </a:spcAft>
              <a:buClrTx/>
              <a:buSzTx/>
              <a:buFontTx/>
              <a:buNone/>
              <a:defRPr/>
            </a:pPr>
            <a:r>
              <a:rPr lang="es-DO" sz="2000" b="0" i="0" u="none" strike="noStrike" cap="none" spc="0">
                <a:ln>
                  <a:noFill/>
                </a:ln>
                <a:solidFill>
                  <a:prstClr val="black"/>
                </a:solidFill>
                <a:latin typeface="Agency FB"/>
                <a:ea typeface="+mn-ea"/>
                <a:cs typeface="+mn-cs"/>
              </a:rPr>
              <a:t>Estudio</a:t>
            </a:r>
            <a:endParaRPr/>
          </a:p>
          <a:p>
            <a:pPr marL="0" marR="0" lvl="0" indent="0" algn="r" defTabSz="914400" rtl="0">
              <a:lnSpc>
                <a:spcPct val="100000"/>
              </a:lnSpc>
              <a:spcBef>
                <a:spcPts val="0"/>
              </a:spcBef>
              <a:spcAft>
                <a:spcPts val="0"/>
              </a:spcAft>
              <a:buClrTx/>
              <a:buSzTx/>
              <a:buFontTx/>
              <a:buNone/>
              <a:defRPr/>
            </a:pPr>
            <a:r>
              <a:rPr lang="es-DO" sz="2000" b="0" i="0" u="none" strike="noStrike" cap="none" spc="0">
                <a:ln>
                  <a:noFill/>
                </a:ln>
                <a:solidFill>
                  <a:prstClr val="black"/>
                </a:solidFill>
                <a:latin typeface="Agency FB"/>
                <a:ea typeface="+mn-ea"/>
                <a:cs typeface="+mn-cs"/>
              </a:rPr>
              <a:t>Bíblico</a:t>
            </a:r>
            <a:endParaRPr/>
          </a:p>
        </p:txBody>
      </p:sp>
      <p:sp>
        <p:nvSpPr>
          <p:cNvPr id="2112756161" name="TextBox 4"/>
          <p:cNvSpPr txBox="1"/>
          <p:nvPr/>
        </p:nvSpPr>
        <p:spPr bwMode="auto">
          <a:xfrm>
            <a:off x="1068780" y="366052"/>
            <a:ext cx="1028700" cy="861774"/>
          </a:xfrm>
          <a:prstGeom prst="rect">
            <a:avLst/>
          </a:prstGeom>
          <a:noFill/>
        </p:spPr>
        <p:txBody>
          <a:bodyPr wrap="square" rtlCol="0">
            <a:spAutoFit/>
          </a:bodyPr>
          <a:lstStyle/>
          <a:p>
            <a:pPr marL="0" marR="0" lvl="0" indent="0" algn="l" defTabSz="914400" rtl="0">
              <a:lnSpc>
                <a:spcPct val="100000"/>
              </a:lnSpc>
              <a:spcBef>
                <a:spcPts val="0"/>
              </a:spcBef>
              <a:spcAft>
                <a:spcPts val="0"/>
              </a:spcAft>
              <a:buClrTx/>
              <a:buSzTx/>
              <a:buFontTx/>
              <a:buNone/>
              <a:defRPr/>
            </a:pPr>
            <a:r>
              <a:rPr lang="es-DO" sz="5000" b="1">
                <a:ln w="19050">
                  <a:solidFill>
                    <a:srgbClr val="4F271C">
                      <a:tint val="1000"/>
                    </a:srgbClr>
                  </a:solidFill>
                  <a:prstDash val="solid"/>
                </a:ln>
                <a:solidFill>
                  <a:srgbClr val="C32D2E"/>
                </a:solidFill>
                <a:latin typeface="Gill Sans MT"/>
              </a:rPr>
              <a:t>4</a:t>
            </a:r>
            <a:endParaRPr lang="es-DO"/>
          </a:p>
        </p:txBody>
      </p:sp>
      <p:sp>
        <p:nvSpPr>
          <p:cNvPr id="1312908865" name="Rounded Rectangle 5"/>
          <p:cNvSpPr/>
          <p:nvPr/>
        </p:nvSpPr>
        <p:spPr bwMode="auto">
          <a:xfrm>
            <a:off x="416317" y="361347"/>
            <a:ext cx="1594460" cy="861774"/>
          </a:xfrm>
          <a:prstGeom prst="roundRect">
            <a:avLst>
              <a:gd name="adj" fmla="val 16667"/>
            </a:avLst>
          </a:prstGeom>
          <a:solidFill>
            <a:srgbClr val="FFC000">
              <a:alpha val="20000"/>
            </a:srgbClr>
          </a:solidFill>
          <a:ln w="25400" cap="flat" cmpd="sng" algn="ctr">
            <a:solidFill>
              <a:srgbClr val="3891A7">
                <a:shade val="50000"/>
              </a:srgbClr>
            </a:solidFill>
            <a:prstDash val="solid"/>
          </a:ln>
          <a:effectLst/>
        </p:spPr>
        <p:txBody>
          <a:bodyPr rtlCol="0" anchor="ctr"/>
          <a:lstStyle/>
          <a:p>
            <a:pPr marL="0" marR="0" lvl="0" indent="0" algn="ctr" defTabSz="914400" rtl="0">
              <a:lnSpc>
                <a:spcPct val="100000"/>
              </a:lnSpc>
              <a:spcBef>
                <a:spcPts val="0"/>
              </a:spcBef>
              <a:spcAft>
                <a:spcPts val="0"/>
              </a:spcAft>
              <a:buClrTx/>
              <a:buSzTx/>
              <a:buFontTx/>
              <a:buNone/>
              <a:defRPr/>
            </a:pPr>
            <a:endParaRPr lang="es-DO" sz="1800" b="0" i="0" u="none" strike="noStrike" cap="none" spc="0">
              <a:ln>
                <a:noFill/>
              </a:ln>
              <a:solidFill>
                <a:prstClr val="white"/>
              </a:solidFill>
              <a:latin typeface="Gill Sans MT"/>
              <a:ea typeface="+mn-ea"/>
              <a:cs typeface="+mn-cs"/>
            </a:endParaRPr>
          </a:p>
        </p:txBody>
      </p:sp>
      <p:sp>
        <p:nvSpPr>
          <p:cNvPr id="551554652" name="Shape 80"/>
          <p:cNvSpPr txBox="1"/>
          <p:nvPr/>
        </p:nvSpPr>
        <p:spPr bwMode="auto">
          <a:xfrm>
            <a:off x="2435119" y="579252"/>
            <a:ext cx="7094077" cy="665338"/>
          </a:xfrm>
          <a:prstGeom prst="rect">
            <a:avLst/>
          </a:prstGeom>
          <a:noFill/>
          <a:ln>
            <a:noFill/>
            <a:miter lim="800000"/>
            <a:headEnd/>
            <a:tailEnd/>
          </a:ln>
        </p:spPr>
        <p:style>
          <a:lnRef idx="0">
            <a:schemeClr val="accent1"/>
          </a:lnRef>
          <a:fillRef idx="3">
            <a:schemeClr val="accent1"/>
          </a:fillRef>
          <a:effectRef idx="3">
            <a:schemeClr val="accent1"/>
          </a:effectRef>
          <a:fontRef idx="minor">
            <a:schemeClr val="lt1"/>
          </a:fontRef>
        </p:style>
        <p:txBody>
          <a:bodyPr lIns="91425" tIns="45700" rIns="91425" bIns="45700" anchor="b"/>
          <a:lstStyle>
            <a:lvl1pPr algn="r" defTabSz="457200" rtl="0">
              <a:spcBef>
                <a:spcPts val="0"/>
              </a:spcBef>
              <a:buNone/>
              <a:defRPr sz="4800" cap="all">
                <a:ln w="3175" cmpd="sng">
                  <a:noFill/>
                </a:ln>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lvl="0" algn="ctr">
              <a:spcBef>
                <a:spcPts val="0"/>
              </a:spcBef>
              <a:buClr>
                <a:prstClr val="white"/>
              </a:buClr>
              <a:buSzPct val="25000"/>
              <a:defRPr/>
            </a:pPr>
            <a:r>
              <a:rPr lang="es-ES" sz="3600">
                <a:solidFill>
                  <a:srgbClr val="FDA110"/>
                </a:solidFill>
              </a:rPr>
              <a:t>ESCUELA BIBLICA</a:t>
            </a:r>
            <a:endParaRPr/>
          </a:p>
        </p:txBody>
      </p:sp>
      <p:pic>
        <p:nvPicPr>
          <p:cNvPr id="869104226" name="Imagen 2"/>
          <p:cNvPicPr>
            <a:picLocks noChangeAspect="1"/>
          </p:cNvPicPr>
          <p:nvPr/>
        </p:nvPicPr>
        <p:blipFill rotWithShape="1">
          <a:blip r:embed="rId3"/>
          <a:stretch/>
        </p:blipFill>
        <p:spPr bwMode="auto">
          <a:xfrm>
            <a:off x="10180246" y="202271"/>
            <a:ext cx="1985157" cy="1417970"/>
          </a:xfrm>
          <a:prstGeom prst="rect">
            <a:avLst/>
          </a:prstGeom>
        </p:spPr>
      </p:pic>
      <p:sp>
        <p:nvSpPr>
          <p:cNvPr id="2026016942" name="CuadroTexto 1"/>
          <p:cNvSpPr txBox="1"/>
          <p:nvPr/>
        </p:nvSpPr>
        <p:spPr bwMode="auto">
          <a:xfrm>
            <a:off x="-168663" y="1502300"/>
            <a:ext cx="12529326" cy="4023397"/>
          </a:xfrm>
          <a:prstGeom prst="rect">
            <a:avLst/>
          </a:prstGeom>
          <a:noFill/>
        </p:spPr>
        <p:txBody>
          <a:bodyPr wrap="square" anchor="t">
            <a:spAutoFit/>
          </a:bodyPr>
          <a:lstStyle/>
          <a:p>
            <a:pPr algn="ctr">
              <a:defRPr/>
            </a:pPr>
            <a:r>
              <a:rPr lang="es-DO" sz="8000">
                <a:solidFill>
                  <a:prstClr val="black"/>
                </a:solidFill>
                <a:latin typeface="Verlag Black"/>
              </a:rPr>
              <a:t>DIOS BUSCA DISCÍPULOS</a:t>
            </a:r>
            <a:br>
              <a:rPr/>
            </a:br>
            <a:r>
              <a:rPr lang="es-DO" sz="8000">
                <a:solidFill>
                  <a:prstClr val="black"/>
                </a:solidFill>
                <a:latin typeface="Verlag Black"/>
              </a:rPr>
              <a:t>CONFORME A SU CORAZÓN</a:t>
            </a:r>
            <a:endParaRPr lang="es-DO"/>
          </a:p>
        </p:txBody>
      </p:sp>
      <p:sp>
        <p:nvSpPr>
          <p:cNvPr id="2104279559" name="TextBox 7"/>
          <p:cNvSpPr txBox="1"/>
          <p:nvPr/>
        </p:nvSpPr>
        <p:spPr bwMode="auto">
          <a:xfrm>
            <a:off x="2435119" y="5755697"/>
            <a:ext cx="7472284" cy="830997"/>
          </a:xfrm>
          <a:prstGeom prst="rect">
            <a:avLst/>
          </a:prstGeom>
          <a:noFill/>
        </p:spPr>
        <p:txBody>
          <a:bodyPr wrap="square" rtlCol="0">
            <a:spAutoFit/>
          </a:bodyPr>
          <a:lstStyle/>
          <a:p>
            <a:pPr algn="ctr">
              <a:defRPr/>
            </a:pPr>
            <a:r>
              <a:rPr lang="es-DO" sz="2400" b="1" i="0" u="none" strike="noStrike" cap="none" spc="0">
                <a:ln>
                  <a:noFill/>
                </a:ln>
                <a:solidFill>
                  <a:prstClr val="black"/>
                </a:solidFill>
                <a:latin typeface="Gill Sans MT"/>
                <a:ea typeface="+mn-ea"/>
                <a:cs typeface="+mn-cs"/>
              </a:rPr>
              <a:t>Base Bíblica: </a:t>
            </a:r>
            <a:endParaRPr/>
          </a:p>
          <a:p>
            <a:pPr algn="ctr">
              <a:defRPr/>
            </a:pPr>
            <a:r>
              <a:rPr lang="es-DO" sz="2400" i="0" u="none" strike="noStrike" cap="none" spc="0">
                <a:ln>
                  <a:noFill/>
                </a:ln>
                <a:solidFill>
                  <a:prstClr val="black"/>
                </a:solidFill>
                <a:latin typeface="Gill Sans MT"/>
                <a:ea typeface="+mn-ea"/>
                <a:cs typeface="+mn-cs"/>
              </a:rPr>
              <a:t>1 Samuel 15:1-16:13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p:nvSpPr>
          <p:cNvPr id="1711618494" name="Título 1"/>
          <p:cNvSpPr>
            <a:spLocks noGrp="1"/>
          </p:cNvSpPr>
          <p:nvPr>
            <p:ph type="title"/>
          </p:nvPr>
        </p:nvSpPr>
        <p:spPr bwMode="auto">
          <a:xfrm>
            <a:off x="0" y="-35535"/>
            <a:ext cx="12192000" cy="428625"/>
          </a:xfrm>
          <a:prstGeom prst="rect">
            <a:avLst/>
          </a:prstGeom>
          <a:solidFill>
            <a:srgbClr val="9E5B4B"/>
          </a:solidFill>
          <a:ln>
            <a:noFill/>
          </a:ln>
        </p:spPr>
        <p:txBody>
          <a:bodyPr/>
          <a:lstStyle/>
          <a:p>
            <a:pPr algn="ctr">
              <a:defRPr/>
            </a:pPr>
            <a:r>
              <a:rPr lang="es-DO" b="1">
                <a:solidFill>
                  <a:schemeClr val="bg1"/>
                </a:solidFill>
                <a:latin typeface="Verlag Black"/>
              </a:rPr>
              <a:t>LECTURA ANTIFONAL</a:t>
            </a:r>
            <a:endParaRPr/>
          </a:p>
        </p:txBody>
      </p:sp>
      <p:sp>
        <p:nvSpPr>
          <p:cNvPr id="1156667412" name="CuadroTexto 5"/>
          <p:cNvSpPr txBox="1"/>
          <p:nvPr/>
        </p:nvSpPr>
        <p:spPr bwMode="auto">
          <a:xfrm>
            <a:off x="120581" y="393090"/>
            <a:ext cx="11857054" cy="6247864"/>
          </a:xfrm>
          <a:prstGeom prst="rect">
            <a:avLst/>
          </a:prstGeom>
          <a:noFill/>
        </p:spPr>
        <p:txBody>
          <a:bodyPr wrap="square">
            <a:noAutofit/>
          </a:bodyPr>
          <a:lstStyle/>
          <a:p>
            <a:pPr algn="just">
              <a:defRPr/>
            </a:pPr>
            <a:r>
              <a:rPr lang="es-DO" sz="4400" b="1">
                <a:solidFill>
                  <a:srgbClr val="FF0000"/>
                </a:solidFill>
              </a:rPr>
              <a:t>1 Samuel 15:22-16:13</a:t>
            </a:r>
            <a:endParaRPr/>
          </a:p>
          <a:p>
            <a:pPr algn="just">
              <a:defRPr/>
            </a:pPr>
            <a:r>
              <a:rPr lang="es-DO" sz="4400" b="1">
                <a:solidFill>
                  <a:srgbClr val="FF0000"/>
                </a:solidFill>
              </a:rPr>
              <a:t>22</a:t>
            </a:r>
            <a:r>
              <a:rPr lang="es-DO" sz="4400">
                <a:solidFill>
                  <a:srgbClr val="000000"/>
                </a:solidFill>
              </a:rPr>
              <a:t> Y Samuel dijo: ¿Se complace Jehová tanto en los holocaustos y víctimas, como en que se obedezca a las palabras de Jehová? Ciertamente el obedecer es mejor que los sacrificios, y el prestar atención que la grosura de los carneros.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p:nvSpPr>
          <p:cNvPr id="1911473758" name="Título 1"/>
          <p:cNvSpPr>
            <a:spLocks noGrp="1"/>
          </p:cNvSpPr>
          <p:nvPr>
            <p:ph type="title"/>
          </p:nvPr>
        </p:nvSpPr>
        <p:spPr bwMode="auto">
          <a:xfrm>
            <a:off x="0" y="-35535"/>
            <a:ext cx="12192000" cy="428625"/>
          </a:xfrm>
          <a:prstGeom prst="rect">
            <a:avLst/>
          </a:prstGeom>
          <a:solidFill>
            <a:srgbClr val="9E5B4B"/>
          </a:solidFill>
          <a:ln>
            <a:noFill/>
          </a:ln>
        </p:spPr>
        <p:txBody>
          <a:bodyPr/>
          <a:lstStyle/>
          <a:p>
            <a:pPr algn="ctr">
              <a:defRPr/>
            </a:pPr>
            <a:r>
              <a:rPr lang="es-DO" b="1">
                <a:solidFill>
                  <a:schemeClr val="bg1"/>
                </a:solidFill>
                <a:latin typeface="Verlag Black"/>
              </a:rPr>
              <a:t>LECTURA ANTIFONAL</a:t>
            </a:r>
            <a:endParaRPr/>
          </a:p>
        </p:txBody>
      </p:sp>
      <p:sp>
        <p:nvSpPr>
          <p:cNvPr id="873917179" name="CuadroTexto 5"/>
          <p:cNvSpPr txBox="1"/>
          <p:nvPr/>
        </p:nvSpPr>
        <p:spPr bwMode="auto">
          <a:xfrm>
            <a:off x="80388" y="393090"/>
            <a:ext cx="11736474" cy="6617196"/>
          </a:xfrm>
          <a:prstGeom prst="rect">
            <a:avLst/>
          </a:prstGeom>
          <a:noFill/>
        </p:spPr>
        <p:txBody>
          <a:bodyPr wrap="square">
            <a:noAutofit/>
          </a:bodyPr>
          <a:lstStyle/>
          <a:p>
            <a:pPr algn="just">
              <a:defRPr/>
            </a:pPr>
            <a:r>
              <a:rPr lang="es-DO" sz="4400" b="1">
                <a:solidFill>
                  <a:srgbClr val="FF0000"/>
                </a:solidFill>
              </a:rPr>
              <a:t>23</a:t>
            </a:r>
            <a:r>
              <a:rPr lang="es-DO" sz="4400">
                <a:solidFill>
                  <a:srgbClr val="000000"/>
                </a:solidFill>
              </a:rPr>
              <a:t> Porque como pecado de adivinación es la rebelión, y como ídolos e idolatría la obstinación. Por cuanto tú desechaste la palabra de Jehová, él también te ha desechado para que no seas rey.</a:t>
            </a:r>
            <a:endParaRPr/>
          </a:p>
          <a:p>
            <a:pPr algn="just">
              <a:defRPr/>
            </a:pPr>
            <a:r>
              <a:rPr lang="es-DO" sz="4400" b="1">
                <a:solidFill>
                  <a:srgbClr val="FF0000"/>
                </a:solidFill>
              </a:rPr>
              <a:t>34</a:t>
            </a:r>
            <a:r>
              <a:rPr lang="es-DO" sz="4400">
                <a:solidFill>
                  <a:srgbClr val="000000"/>
                </a:solidFill>
              </a:rPr>
              <a:t> Se fue luego Samuel a Ramá, y Saúl subió a su casa en Gabaa de Saúl.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p:nvSpPr>
          <p:cNvPr id="952385320" name="Título 1"/>
          <p:cNvSpPr>
            <a:spLocks noGrp="1"/>
          </p:cNvSpPr>
          <p:nvPr>
            <p:ph type="title"/>
          </p:nvPr>
        </p:nvSpPr>
        <p:spPr bwMode="auto">
          <a:xfrm>
            <a:off x="0" y="-35535"/>
            <a:ext cx="12192000" cy="428625"/>
          </a:xfrm>
          <a:prstGeom prst="rect">
            <a:avLst/>
          </a:prstGeom>
          <a:solidFill>
            <a:srgbClr val="9E5B4B"/>
          </a:solidFill>
          <a:ln>
            <a:noFill/>
          </a:ln>
        </p:spPr>
        <p:txBody>
          <a:bodyPr/>
          <a:lstStyle/>
          <a:p>
            <a:pPr algn="ctr">
              <a:defRPr/>
            </a:pPr>
            <a:r>
              <a:rPr lang="es-DO" b="1">
                <a:solidFill>
                  <a:schemeClr val="bg1"/>
                </a:solidFill>
                <a:latin typeface="Verlag Black"/>
              </a:rPr>
              <a:t>LECTURA ANTIFONAL</a:t>
            </a:r>
            <a:endParaRPr/>
          </a:p>
        </p:txBody>
      </p:sp>
      <p:sp>
        <p:nvSpPr>
          <p:cNvPr id="2071311638" name="CuadroTexto 5"/>
          <p:cNvSpPr txBox="1"/>
          <p:nvPr/>
        </p:nvSpPr>
        <p:spPr bwMode="auto">
          <a:xfrm>
            <a:off x="80388" y="393090"/>
            <a:ext cx="11836957" cy="6247864"/>
          </a:xfrm>
          <a:prstGeom prst="rect">
            <a:avLst/>
          </a:prstGeom>
          <a:noFill/>
        </p:spPr>
        <p:txBody>
          <a:bodyPr wrap="square">
            <a:noAutofit/>
          </a:bodyPr>
          <a:lstStyle/>
          <a:p>
            <a:pPr algn="just">
              <a:defRPr/>
            </a:pPr>
            <a:r>
              <a:rPr lang="es-DO" sz="4400" b="1">
                <a:solidFill>
                  <a:srgbClr val="FF0000"/>
                </a:solidFill>
              </a:rPr>
              <a:t>35</a:t>
            </a:r>
            <a:r>
              <a:rPr lang="es-DO" sz="4400">
                <a:solidFill>
                  <a:srgbClr val="000000"/>
                </a:solidFill>
              </a:rPr>
              <a:t> Y nunca después vio Samuel a Saúl en toda su vida; y Samuel lloraba a Saúl; y Jehová se arrepentía de haber puesto a Saúl por rey sobre Israel.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p:nvSpPr>
          <p:cNvPr id="1816463671" name="Título 1"/>
          <p:cNvSpPr>
            <a:spLocks noGrp="1"/>
          </p:cNvSpPr>
          <p:nvPr>
            <p:ph type="title"/>
          </p:nvPr>
        </p:nvSpPr>
        <p:spPr bwMode="auto">
          <a:xfrm>
            <a:off x="0" y="-35535"/>
            <a:ext cx="12192000" cy="428625"/>
          </a:xfrm>
          <a:prstGeom prst="rect">
            <a:avLst/>
          </a:prstGeom>
          <a:solidFill>
            <a:srgbClr val="9E5B4B"/>
          </a:solidFill>
          <a:ln>
            <a:noFill/>
          </a:ln>
        </p:spPr>
        <p:txBody>
          <a:bodyPr/>
          <a:lstStyle/>
          <a:p>
            <a:pPr algn="ctr">
              <a:defRPr/>
            </a:pPr>
            <a:r>
              <a:rPr lang="es-DO" b="1">
                <a:solidFill>
                  <a:schemeClr val="bg1"/>
                </a:solidFill>
                <a:latin typeface="Verlag Black"/>
              </a:rPr>
              <a:t>LECTURA ANTIFONAL</a:t>
            </a:r>
            <a:endParaRPr/>
          </a:p>
        </p:txBody>
      </p:sp>
      <p:sp>
        <p:nvSpPr>
          <p:cNvPr id="1396929582" name="CuadroTexto 5"/>
          <p:cNvSpPr txBox="1"/>
          <p:nvPr/>
        </p:nvSpPr>
        <p:spPr bwMode="auto">
          <a:xfrm>
            <a:off x="80388" y="393090"/>
            <a:ext cx="12111612" cy="6309420"/>
          </a:xfrm>
          <a:prstGeom prst="rect">
            <a:avLst/>
          </a:prstGeom>
          <a:noFill/>
        </p:spPr>
        <p:txBody>
          <a:bodyPr wrap="square">
            <a:noAutofit/>
          </a:bodyPr>
          <a:lstStyle/>
          <a:p>
            <a:pPr algn="just">
              <a:defRPr/>
            </a:pPr>
            <a:r>
              <a:rPr lang="es-DO" sz="4400" b="1">
                <a:solidFill>
                  <a:srgbClr val="FF0000"/>
                </a:solidFill>
              </a:rPr>
              <a:t>16:1</a:t>
            </a:r>
            <a:r>
              <a:rPr lang="es-DO" sz="4400">
                <a:solidFill>
                  <a:srgbClr val="000000"/>
                </a:solidFill>
              </a:rPr>
              <a:t> Dijo Jehová a Samuel: ¿Hasta cuándo llorarás a Saúl, habiéndolo yo desechado para que no reine sobre Israel? Llena tu cuerno de aceite, y ven, te enviaré a Isaí de Belén, porque de sus hijos me he provisto de rey.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p:nvSpPr>
          <p:cNvPr id="1278377171" name="Rectangle 3102"/>
          <p:cNvSpPr>
            <a:spLocks noAdjustHandles="1" noChangeArrowheads="1" noChangeAspect="1" noChangeShapeType="1" noEditPoints="1" noGrp="1" noMove="1" noResize="1" noRot="1" noTextEdit="1"/>
          </p:cNvSpPr>
          <p:nvPr/>
        </p:nvSpPr>
        <p:spPr bwMode="auto">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pic>
        <p:nvPicPr>
          <p:cNvPr id="1231925981" name="Picture 3092" descr="Dibujo de la tierra desde el espacio&#10;&#10;Descripción generada automáticamente con confianza baja"/>
          <p:cNvPicPr>
            <a:picLocks noChangeAspect="1"/>
          </p:cNvPicPr>
          <p:nvPr/>
        </p:nvPicPr>
        <p:blipFill rotWithShape="1">
          <a:blip r:embed="rId3">
            <a:alphaModFix amt="35000"/>
          </a:blip>
          <a:srcRect l="0" t="0" r="0" b="15730"/>
          <a:stretch/>
        </p:blipFill>
        <p:spPr bwMode="auto">
          <a:xfrm>
            <a:off x="20" y="10"/>
            <a:ext cx="12191980" cy="6857990"/>
          </a:xfrm>
          <a:prstGeom prst="rect">
            <a:avLst/>
          </a:prstGeom>
        </p:spPr>
      </p:pic>
      <p:sp>
        <p:nvSpPr>
          <p:cNvPr id="505261965" name="Título 1"/>
          <p:cNvSpPr txBox="1"/>
          <p:nvPr/>
        </p:nvSpPr>
        <p:spPr bwMode="auto">
          <a:xfrm>
            <a:off x="838200" y="365125"/>
            <a:ext cx="10515600" cy="1325563"/>
          </a:xfrm>
          <a:prstGeom prst="rect">
            <a:avLst/>
          </a:prstGeom>
        </p:spPr>
        <p:txBody>
          <a:bodyPr vert="horz" lIns="91440" tIns="45720" rIns="91440" bIns="45720" rtlCol="0" anchor="ctr">
            <a:normAutofit/>
          </a:bodyPr>
          <a:lstStyle>
            <a:lvl1pPr algn="l" defTabSz="914400" rtl="0">
              <a:lnSpc>
                <a:spcPct val="90000"/>
              </a:lnSpc>
              <a:spcBef>
                <a:spcPts val="0"/>
              </a:spcBef>
              <a:buNone/>
              <a:defRPr sz="4400">
                <a:solidFill>
                  <a:schemeClr val="tx1"/>
                </a:solidFill>
                <a:latin typeface="+mj-lt"/>
                <a:ea typeface="+mj-ea"/>
                <a:cs typeface="+mj-cs"/>
              </a:defRPr>
            </a:lvl1pPr>
          </a:lstStyle>
          <a:p>
            <a:pPr marL="0" marR="0" lvl="0" indent="0">
              <a:spcAft>
                <a:spcPts val="600"/>
              </a:spcAft>
              <a:buClrTx/>
              <a:buSzTx/>
              <a:defRPr/>
            </a:pPr>
            <a:r>
              <a:rPr lang="en-US" i="0" u="none" strike="noStrike" cap="none" spc="0">
                <a:ln>
                  <a:noFill/>
                </a:ln>
                <a:solidFill>
                  <a:srgbClr val="FFFFFF"/>
                </a:solidFill>
                <a:latin typeface="Verlag Black"/>
                <a:cs typeface="Times New Roman"/>
              </a:rPr>
              <a:t>Objetivos:</a:t>
            </a:r>
            <a:endParaRPr/>
          </a:p>
        </p:txBody>
      </p:sp>
      <p:graphicFrame>
        <p:nvGraphicFramePr>
          <p:cNvPr id="441775846" name="CuadroTexto 2"/>
          <p:cNvGraphicFramePr>
            <a:graphicFrameLocks xmlns:a="http://schemas.openxmlformats.org/drawingml/2006/main"/>
          </p:cNvGraphicFramePr>
          <p:nvPr/>
        </p:nvGraphicFramePr>
        <p:xfrm rot="0">
          <a:off x="838200" y="1825625"/>
          <a:ext cx="10515600" cy="4351338"/>
          <a:chOff x="0" y="0"/>
          <a:chExt cx="10515600" cy="4351338"/>
        </p:xfrm>
        <a:graphic>
          <a:graphicData uri="http://schemas.openxmlformats.org/drawingml/2006/diagram">
            <dgm:relIds xmlns:dgm="http://schemas.openxmlformats.org/drawingml/2006/diagram" xmlns:r="http://schemas.openxmlformats.org/officeDocument/2006/relationships" r:dm="rId5" r:lo="rId7" r:qs="rId8" r:cs="rId6"/>
          </a:graphicData>
        </a:graphic>
      </p:graphicFrame>
    </p:spTree>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1181654660" name="Picture 3092" descr="Dibujo de la tierra desde el espacio&#10;&#10;Descripción generada automáticamente con confianza baja"/>
          <p:cNvPicPr>
            <a:picLocks noChangeAspect="1"/>
          </p:cNvPicPr>
          <p:nvPr/>
        </p:nvPicPr>
        <p:blipFill rotWithShape="1">
          <a:blip r:embed="rId3"/>
          <a:srcRect l="0" t="0" r="0" b="15730"/>
          <a:stretch/>
        </p:blipFill>
        <p:spPr bwMode="auto">
          <a:xfrm>
            <a:off x="20" y="10"/>
            <a:ext cx="12191980" cy="6857990"/>
          </a:xfrm>
          <a:prstGeom prst="rect">
            <a:avLst/>
          </a:prstGeom>
        </p:spPr>
      </p:pic>
      <p:sp>
        <p:nvSpPr>
          <p:cNvPr id="656552663" name="Rectangle 3096"/>
          <p:cNvSpPr>
            <a:spLocks noAdjustHandles="1" noChangeArrowheads="1" noChangeAspect="1" noChangeShapeType="1" noEditPoints="1" noGrp="1" noMove="1" noResize="1" noRot="1" noTextEdit="1"/>
          </p:cNvSpPr>
          <p:nvPr/>
        </p:nvSpPr>
        <p:spPr bwMode="auto">
          <a:xfrm>
            <a:off x="0" y="0"/>
            <a:ext cx="12196802" cy="6858000"/>
          </a:xfrm>
          <a:prstGeom prst="rect">
            <a:avLst/>
          </a:prstGeom>
          <a:gradFill>
            <a:gsLst>
              <a:gs pos="28000">
                <a:schemeClr val="bg2">
                  <a:alpha val="84000"/>
                </a:schemeClr>
              </a:gs>
              <a:gs pos="74000">
                <a:schemeClr val="bg1"/>
              </a:gs>
            </a:gsLst>
            <a:path path="circle"/>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70467566" name="Título 1"/>
          <p:cNvSpPr txBox="1"/>
          <p:nvPr/>
        </p:nvSpPr>
        <p:spPr bwMode="auto">
          <a:xfrm>
            <a:off x="171272" y="-111232"/>
            <a:ext cx="10515600" cy="1325563"/>
          </a:xfrm>
          <a:prstGeom prst="rect">
            <a:avLst/>
          </a:prstGeom>
        </p:spPr>
        <p:txBody>
          <a:bodyPr vert="horz" lIns="91440" tIns="45720" rIns="91440" bIns="45720" rtlCol="0" anchor="ctr">
            <a:normAutofit/>
          </a:bodyPr>
          <a:lstStyle>
            <a:lvl1pPr algn="l" defTabSz="914400" rtl="0">
              <a:lnSpc>
                <a:spcPct val="90000"/>
              </a:lnSpc>
              <a:spcBef>
                <a:spcPts val="0"/>
              </a:spcBef>
              <a:buNone/>
              <a:defRPr sz="4400">
                <a:solidFill>
                  <a:schemeClr val="tx1"/>
                </a:solidFill>
                <a:latin typeface="+mj-lt"/>
                <a:ea typeface="+mj-ea"/>
                <a:cs typeface="+mj-cs"/>
              </a:defRPr>
            </a:lvl1pPr>
          </a:lstStyle>
          <a:p>
            <a:pPr marL="0" marR="0" lvl="0" indent="0" algn="l" defTabSz="914400" rtl="0">
              <a:lnSpc>
                <a:spcPct val="90000"/>
              </a:lnSpc>
              <a:spcBef>
                <a:spcPts val="0"/>
              </a:spcBef>
              <a:spcAft>
                <a:spcPts val="600"/>
              </a:spcAft>
              <a:buClrTx/>
              <a:buSzTx/>
              <a:buFontTx/>
              <a:buNone/>
              <a:defRPr/>
            </a:pPr>
            <a:r>
              <a:rPr lang="en-US" sz="4400" b="1" i="0" u="none" strike="noStrike" cap="none" spc="0">
                <a:ln>
                  <a:noFill/>
                </a:ln>
                <a:solidFill>
                  <a:srgbClr val="2650A3"/>
                </a:solidFill>
                <a:latin typeface="Times New Roman"/>
                <a:cs typeface="Times New Roman"/>
              </a:rPr>
              <a:t>Pensamiento Central:</a:t>
            </a:r>
            <a:endParaRPr/>
          </a:p>
        </p:txBody>
      </p:sp>
      <p:graphicFrame>
        <p:nvGraphicFramePr>
          <p:cNvPr id="1432311128" name="CuadroTexto 2"/>
          <p:cNvGraphicFramePr>
            <a:graphicFrameLocks xmlns:a="http://schemas.openxmlformats.org/drawingml/2006/main"/>
          </p:cNvGraphicFramePr>
          <p:nvPr/>
        </p:nvGraphicFramePr>
        <p:xfrm rot="0">
          <a:off x="176074" y="1103088"/>
          <a:ext cx="11811000" cy="4351338"/>
          <a:chOff x="0" y="0"/>
          <a:chExt cx="11811000" cy="4351338"/>
        </p:xfrm>
        <a:graphic>
          <a:graphicData uri="http://schemas.openxmlformats.org/drawingml/2006/diagram">
            <dgm:relIds xmlns:dgm="http://schemas.openxmlformats.org/drawingml/2006/diagram" xmlns:r="http://schemas.openxmlformats.org/officeDocument/2006/relationships" r:dm="rId5" r:lo="rId7" r:qs="rId8" r:cs="rId6"/>
          </a:graphicData>
        </a:graphic>
      </p:graphicFrame>
      <p:sp>
        <p:nvSpPr>
          <p:cNvPr id="1280866119" name="Título 1"/>
          <p:cNvSpPr txBox="1"/>
          <p:nvPr/>
        </p:nvSpPr>
        <p:spPr bwMode="auto">
          <a:xfrm>
            <a:off x="180876" y="2866255"/>
            <a:ext cx="10515600" cy="1325563"/>
          </a:xfrm>
          <a:prstGeom prst="rect">
            <a:avLst/>
          </a:prstGeom>
        </p:spPr>
        <p:txBody>
          <a:bodyPr vert="horz" lIns="91440" tIns="45720" rIns="91440" bIns="45720" rtlCol="0" anchor="ctr">
            <a:normAutofit lnSpcReduction="10000"/>
          </a:bodyPr>
          <a:lstStyle>
            <a:lvl1pPr algn="l" defTabSz="914400" rtl="0">
              <a:lnSpc>
                <a:spcPct val="90000"/>
              </a:lnSpc>
              <a:spcBef>
                <a:spcPts val="0"/>
              </a:spcBef>
              <a:buNone/>
              <a:defRPr sz="4400">
                <a:solidFill>
                  <a:schemeClr val="tx1"/>
                </a:solidFill>
                <a:latin typeface="+mj-lt"/>
                <a:ea typeface="+mj-ea"/>
                <a:cs typeface="+mj-cs"/>
              </a:defRPr>
            </a:lvl1pPr>
          </a:lstStyle>
          <a:p>
            <a:pPr marL="0" marR="0" lvl="0" indent="0" algn="l" defTabSz="914400" rtl="0">
              <a:lnSpc>
                <a:spcPct val="90000"/>
              </a:lnSpc>
              <a:spcBef>
                <a:spcPts val="0"/>
              </a:spcBef>
              <a:spcAft>
                <a:spcPts val="600"/>
              </a:spcAft>
              <a:buClrTx/>
              <a:buSzTx/>
              <a:buFontTx/>
              <a:buNone/>
              <a:defRPr/>
            </a:pPr>
            <a:endParaRPr lang="en-US" sz="4400" b="1" i="0" u="none" strike="noStrike" cap="none" spc="0">
              <a:ln>
                <a:noFill/>
              </a:ln>
              <a:solidFill>
                <a:srgbClr val="2650A3"/>
              </a:solidFill>
              <a:latin typeface="Times New Roman"/>
              <a:cs typeface="Times New Roman"/>
            </a:endParaRPr>
          </a:p>
          <a:p>
            <a:pPr marL="0" marR="0" lvl="0" indent="0" algn="l" defTabSz="914400" rtl="0">
              <a:lnSpc>
                <a:spcPct val="90000"/>
              </a:lnSpc>
              <a:spcBef>
                <a:spcPts val="0"/>
              </a:spcBef>
              <a:spcAft>
                <a:spcPts val="600"/>
              </a:spcAft>
              <a:buClrTx/>
              <a:buSzTx/>
              <a:buFontTx/>
              <a:buNone/>
              <a:defRPr/>
            </a:pPr>
            <a:r>
              <a:rPr lang="en-US" sz="4400" b="1" i="0" u="none" strike="noStrike" cap="none" spc="0">
                <a:ln>
                  <a:noFill/>
                </a:ln>
                <a:solidFill>
                  <a:srgbClr val="2650A3"/>
                </a:solidFill>
                <a:latin typeface="Times New Roman"/>
                <a:cs typeface="Times New Roman"/>
              </a:rPr>
              <a:t>Texto</a:t>
            </a:r>
            <a:r>
              <a:rPr lang="en-US" sz="4400" b="1" i="0" u="none" strike="noStrike" cap="none" spc="0">
                <a:ln>
                  <a:noFill/>
                </a:ln>
                <a:solidFill>
                  <a:srgbClr val="2650A3"/>
                </a:solidFill>
                <a:latin typeface="Times New Roman"/>
                <a:cs typeface="Times New Roman"/>
              </a:rPr>
              <a:t> Áureo: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tx1"/>
        </a:solidFill>
      </p:bgPr>
    </p:bg>
    <p:spTree>
      <p:nvGrpSpPr>
        <p:cNvPr id="1" name=""/>
        <p:cNvGrpSpPr/>
        <p:nvPr/>
      </p:nvGrpSpPr>
      <p:grpSpPr bwMode="auto">
        <a:xfrm>
          <a:off x="0" y="0"/>
          <a:ext cx="0" cy="0"/>
          <a:chOff x="0" y="0"/>
          <a:chExt cx="0" cy="0"/>
        </a:xfrm>
      </p:grpSpPr>
      <p:grpSp>
        <p:nvGrpSpPr>
          <p:cNvPr id="1157718645" name="Google Shape;659;p28"/>
          <p:cNvGrpSpPr/>
          <p:nvPr/>
        </p:nvGrpSpPr>
        <p:grpSpPr bwMode="auto">
          <a:xfrm>
            <a:off x="69217" y="509676"/>
            <a:ext cx="3724866" cy="1080200"/>
            <a:chOff x="1278288" y="800475"/>
            <a:chExt cx="3126959" cy="810150"/>
          </a:xfrm>
        </p:grpSpPr>
        <p:sp>
          <p:nvSpPr>
            <p:cNvPr id="660" name="Google Shape;660;p28"/>
            <p:cNvSpPr/>
            <p:nvPr/>
          </p:nvSpPr>
          <p:spPr bwMode="auto">
            <a:xfrm>
              <a:off x="1278288" y="800475"/>
              <a:ext cx="839100" cy="698525"/>
            </a:xfrm>
            <a:custGeom>
              <a:avLst/>
              <a:gdLst/>
              <a:ahLst/>
              <a:cxnLst/>
              <a:rect l="l" t="t" r="r" b="b"/>
              <a:pathLst>
                <a:path w="33564" h="27941" fill="norm" stroke="1" extrusionOk="0">
                  <a:moveTo>
                    <a:pt x="6111" y="1"/>
                  </a:moveTo>
                  <a:cubicBezTo>
                    <a:pt x="3455" y="1"/>
                    <a:pt x="0" y="300"/>
                    <a:pt x="0" y="4593"/>
                  </a:cubicBezTo>
                  <a:lnTo>
                    <a:pt x="0" y="6200"/>
                  </a:lnTo>
                  <a:lnTo>
                    <a:pt x="0" y="27941"/>
                  </a:lnTo>
                  <a:cubicBezTo>
                    <a:pt x="0" y="23649"/>
                    <a:pt x="3455" y="23349"/>
                    <a:pt x="6111" y="23349"/>
                  </a:cubicBezTo>
                  <a:cubicBezTo>
                    <a:pt x="6542" y="23349"/>
                    <a:pt x="6952" y="23357"/>
                    <a:pt x="7323" y="23357"/>
                  </a:cubicBezTo>
                  <a:lnTo>
                    <a:pt x="7323" y="23345"/>
                  </a:lnTo>
                  <a:lnTo>
                    <a:pt x="21896" y="23345"/>
                  </a:lnTo>
                  <a:cubicBezTo>
                    <a:pt x="28337" y="23345"/>
                    <a:pt x="33564" y="18130"/>
                    <a:pt x="33564" y="11677"/>
                  </a:cubicBezTo>
                  <a:cubicBezTo>
                    <a:pt x="33564" y="5235"/>
                    <a:pt x="28337" y="9"/>
                    <a:pt x="21896" y="9"/>
                  </a:cubicBezTo>
                  <a:lnTo>
                    <a:pt x="7323" y="9"/>
                  </a:lnTo>
                  <a:cubicBezTo>
                    <a:pt x="6952" y="9"/>
                    <a:pt x="6542" y="1"/>
                    <a:pt x="6111" y="1"/>
                  </a:cubicBezTo>
                  <a:close/>
                </a:path>
              </a:pathLst>
            </a:custGeom>
            <a:solidFill>
              <a:srgbClr val="FFFFFF"/>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661" name="Google Shape;661;p28"/>
            <p:cNvSpPr/>
            <p:nvPr/>
          </p:nvSpPr>
          <p:spPr bwMode="auto">
            <a:xfrm>
              <a:off x="1278300" y="911700"/>
              <a:ext cx="3126947" cy="698925"/>
            </a:xfrm>
            <a:custGeom>
              <a:avLst/>
              <a:gdLst/>
              <a:ahLst/>
              <a:cxnLst/>
              <a:rect l="l" t="t" r="r" b="b"/>
              <a:pathLst>
                <a:path w="116265" h="27957" fill="norm" stroke="1" extrusionOk="0">
                  <a:moveTo>
                    <a:pt x="0" y="1"/>
                  </a:moveTo>
                  <a:lnTo>
                    <a:pt x="0" y="21741"/>
                  </a:lnTo>
                  <a:lnTo>
                    <a:pt x="0" y="23361"/>
                  </a:lnTo>
                  <a:cubicBezTo>
                    <a:pt x="0" y="27653"/>
                    <a:pt x="3455" y="27952"/>
                    <a:pt x="6111" y="27952"/>
                  </a:cubicBezTo>
                  <a:cubicBezTo>
                    <a:pt x="6542" y="27952"/>
                    <a:pt x="6952" y="27945"/>
                    <a:pt x="7323" y="27945"/>
                  </a:cubicBezTo>
                  <a:lnTo>
                    <a:pt x="7323" y="27956"/>
                  </a:lnTo>
                  <a:lnTo>
                    <a:pt x="104597" y="27956"/>
                  </a:lnTo>
                  <a:cubicBezTo>
                    <a:pt x="111038" y="27956"/>
                    <a:pt x="116265" y="22730"/>
                    <a:pt x="116265" y="16276"/>
                  </a:cubicBezTo>
                  <a:cubicBezTo>
                    <a:pt x="116265" y="9835"/>
                    <a:pt x="111038" y="4608"/>
                    <a:pt x="104597" y="4608"/>
                  </a:cubicBezTo>
                  <a:lnTo>
                    <a:pt x="7323" y="4608"/>
                  </a:lnTo>
                  <a:lnTo>
                    <a:pt x="7323" y="4596"/>
                  </a:lnTo>
                  <a:cubicBezTo>
                    <a:pt x="6961" y="4596"/>
                    <a:pt x="6563" y="4604"/>
                    <a:pt x="6144" y="4604"/>
                  </a:cubicBezTo>
                  <a:cubicBezTo>
                    <a:pt x="3484" y="4604"/>
                    <a:pt x="0" y="4310"/>
                    <a:pt x="0" y="1"/>
                  </a:cubicBezTo>
                  <a:close/>
                </a:path>
              </a:pathLst>
            </a:custGeom>
            <a:solidFill>
              <a:srgbClr val="5EB2FC"/>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662" name="Google Shape;662;p28"/>
            <p:cNvSpPr/>
            <p:nvPr/>
          </p:nvSpPr>
          <p:spPr bwMode="auto">
            <a:xfrm>
              <a:off x="1278288" y="950100"/>
              <a:ext cx="863225" cy="583725"/>
            </a:xfrm>
            <a:custGeom>
              <a:avLst/>
              <a:gdLst/>
              <a:ahLst/>
              <a:cxnLst/>
              <a:rect l="l" t="t" r="r" b="b"/>
              <a:pathLst>
                <a:path w="34529" h="23349" fill="norm" stroke="1" extrusionOk="0">
                  <a:moveTo>
                    <a:pt x="179" y="1"/>
                  </a:moveTo>
                  <a:cubicBezTo>
                    <a:pt x="60" y="441"/>
                    <a:pt x="0" y="929"/>
                    <a:pt x="0" y="1513"/>
                  </a:cubicBezTo>
                  <a:lnTo>
                    <a:pt x="0" y="3120"/>
                  </a:lnTo>
                  <a:lnTo>
                    <a:pt x="0" y="20205"/>
                  </a:lnTo>
                  <a:lnTo>
                    <a:pt x="0" y="21825"/>
                  </a:lnTo>
                  <a:cubicBezTo>
                    <a:pt x="0" y="22396"/>
                    <a:pt x="60" y="22908"/>
                    <a:pt x="179" y="23349"/>
                  </a:cubicBezTo>
                  <a:cubicBezTo>
                    <a:pt x="934" y="20479"/>
                    <a:pt x="3946" y="20258"/>
                    <a:pt x="6319" y="20258"/>
                  </a:cubicBezTo>
                  <a:cubicBezTo>
                    <a:pt x="6752" y="20258"/>
                    <a:pt x="7164" y="20265"/>
                    <a:pt x="7537" y="20265"/>
                  </a:cubicBezTo>
                  <a:lnTo>
                    <a:pt x="22527" y="20265"/>
                  </a:lnTo>
                  <a:cubicBezTo>
                    <a:pt x="29159" y="20265"/>
                    <a:pt x="34528" y="15038"/>
                    <a:pt x="34528" y="8597"/>
                  </a:cubicBezTo>
                  <a:cubicBezTo>
                    <a:pt x="34528" y="6597"/>
                    <a:pt x="34016" y="4715"/>
                    <a:pt x="33112" y="3072"/>
                  </a:cubicBezTo>
                  <a:lnTo>
                    <a:pt x="7323" y="3072"/>
                  </a:lnTo>
                  <a:lnTo>
                    <a:pt x="7323" y="3060"/>
                  </a:lnTo>
                  <a:cubicBezTo>
                    <a:pt x="6959" y="3060"/>
                    <a:pt x="6557" y="3068"/>
                    <a:pt x="6134" y="3068"/>
                  </a:cubicBezTo>
                  <a:cubicBezTo>
                    <a:pt x="3834" y="3068"/>
                    <a:pt x="923" y="2847"/>
                    <a:pt x="179" y="1"/>
                  </a:cubicBezTo>
                  <a:close/>
                </a:path>
              </a:pathLst>
            </a:custGeom>
            <a:solidFill>
              <a:srgbClr val="0C8AE8"/>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663" name="Google Shape;663;p28"/>
            <p:cNvSpPr/>
            <p:nvPr/>
          </p:nvSpPr>
          <p:spPr bwMode="auto">
            <a:xfrm>
              <a:off x="1278288" y="812400"/>
              <a:ext cx="839100" cy="698800"/>
            </a:xfrm>
            <a:custGeom>
              <a:avLst/>
              <a:gdLst/>
              <a:ahLst/>
              <a:cxnLst/>
              <a:rect l="l" t="t" r="r" b="b"/>
              <a:pathLst>
                <a:path w="33564" h="27952" fill="norm" stroke="1" extrusionOk="0">
                  <a:moveTo>
                    <a:pt x="6144" y="1"/>
                  </a:moveTo>
                  <a:cubicBezTo>
                    <a:pt x="3484" y="1"/>
                    <a:pt x="0" y="294"/>
                    <a:pt x="0" y="4604"/>
                  </a:cubicBezTo>
                  <a:lnTo>
                    <a:pt x="0" y="6211"/>
                  </a:lnTo>
                  <a:lnTo>
                    <a:pt x="0" y="27952"/>
                  </a:lnTo>
                  <a:cubicBezTo>
                    <a:pt x="0" y="23660"/>
                    <a:pt x="3455" y="23360"/>
                    <a:pt x="6111" y="23360"/>
                  </a:cubicBezTo>
                  <a:cubicBezTo>
                    <a:pt x="6542" y="23360"/>
                    <a:pt x="6952" y="23368"/>
                    <a:pt x="7323" y="23368"/>
                  </a:cubicBezTo>
                  <a:lnTo>
                    <a:pt x="7323" y="23356"/>
                  </a:lnTo>
                  <a:lnTo>
                    <a:pt x="21896" y="23356"/>
                  </a:lnTo>
                  <a:cubicBezTo>
                    <a:pt x="28337" y="23356"/>
                    <a:pt x="33564" y="18129"/>
                    <a:pt x="33564" y="11688"/>
                  </a:cubicBezTo>
                  <a:cubicBezTo>
                    <a:pt x="33564" y="5235"/>
                    <a:pt x="28337" y="8"/>
                    <a:pt x="21896" y="8"/>
                  </a:cubicBezTo>
                  <a:lnTo>
                    <a:pt x="7323" y="8"/>
                  </a:lnTo>
                  <a:cubicBezTo>
                    <a:pt x="6961" y="8"/>
                    <a:pt x="6563" y="1"/>
                    <a:pt x="6144" y="1"/>
                  </a:cubicBezTo>
                  <a:close/>
                </a:path>
              </a:pathLst>
            </a:custGeom>
            <a:solidFill>
              <a:srgbClr val="869FB2"/>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664" name="Google Shape;664;p28"/>
            <p:cNvSpPr/>
            <p:nvPr/>
          </p:nvSpPr>
          <p:spPr bwMode="auto">
            <a:xfrm>
              <a:off x="3872250" y="1102000"/>
              <a:ext cx="434700" cy="434700"/>
            </a:xfrm>
            <a:prstGeom prst="ellipse">
              <a:avLst/>
            </a:prstGeom>
            <a:solidFill>
              <a:srgbClr val="FFFFFF"/>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r>
                <a:rPr lang="en" sz="2950" b="0" i="0" u="none" strike="noStrike" cap="none" spc="0">
                  <a:ln>
                    <a:noFill/>
                  </a:ln>
                  <a:solidFill>
                    <a:srgbClr val="5EB2FC"/>
                  </a:solidFill>
                  <a:latin typeface="Fira Sans Extra Condensed Medium"/>
                  <a:ea typeface="Fira Sans Extra Condensed Medium"/>
                  <a:cs typeface="Fira Sans Extra Condensed Medium"/>
                </a:rPr>
                <a:t>1</a:t>
              </a:r>
              <a:endParaRPr sz="2950" b="0" i="0" u="none" strike="noStrike" cap="none" spc="0">
                <a:ln>
                  <a:noFill/>
                </a:ln>
                <a:solidFill>
                  <a:srgbClr val="5EB2FC"/>
                </a:solidFill>
                <a:latin typeface="Fira Sans Extra Condensed Medium"/>
                <a:ea typeface="Fira Sans Extra Condensed Medium"/>
                <a:cs typeface="Fira Sans Extra Condensed Medium"/>
              </a:endParaRPr>
            </a:p>
          </p:txBody>
        </p:sp>
        <p:sp>
          <p:nvSpPr>
            <p:cNvPr id="665" name="Google Shape;665;p28"/>
            <p:cNvSpPr/>
            <p:nvPr/>
          </p:nvSpPr>
          <p:spPr bwMode="auto">
            <a:xfrm>
              <a:off x="2258837" y="1183750"/>
              <a:ext cx="1515115" cy="271200"/>
            </a:xfrm>
            <a:prstGeom prst="rect">
              <a:avLst/>
            </a:prstGeom>
            <a:no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
                  <a:srgbClr val="000000"/>
                </a:buClr>
                <a:buSzPts val="1100"/>
                <a:buFontTx/>
                <a:buNone/>
                <a:defRPr/>
              </a:pPr>
              <a:r>
                <a:rPr lang="es-DO" sz="2250" b="0" i="0" u="none" strike="noStrike" cap="none" spc="0">
                  <a:ln>
                    <a:noFill/>
                  </a:ln>
                  <a:solidFill>
                    <a:srgbClr val="FFFFFF"/>
                  </a:solidFill>
                  <a:latin typeface="Fira Sans Extra Condensed Medium"/>
                  <a:ea typeface="Fira Sans Extra Condensed Medium"/>
                  <a:cs typeface="Fira Sans Extra Condensed Medium"/>
                </a:rPr>
                <a:t>ENSEÑANZA</a:t>
              </a:r>
              <a:endParaRPr sz="2400" b="0" i="0" u="none" strike="noStrike" cap="none" spc="0">
                <a:ln>
                  <a:noFill/>
                </a:ln>
                <a:solidFill>
                  <a:srgbClr val="FFFFFF"/>
                </a:solidFill>
                <a:latin typeface="Arial"/>
                <a:ea typeface="+mn-ea"/>
                <a:cs typeface="+mn-cs"/>
              </a:endParaRPr>
            </a:p>
          </p:txBody>
        </p:sp>
      </p:grpSp>
      <p:sp>
        <p:nvSpPr>
          <p:cNvPr id="1938959455" name="CuadroTexto 13"/>
          <p:cNvSpPr txBox="1"/>
          <p:nvPr/>
        </p:nvSpPr>
        <p:spPr bwMode="auto">
          <a:xfrm>
            <a:off x="3894761" y="590189"/>
            <a:ext cx="7471099" cy="1200329"/>
          </a:xfrm>
          <a:prstGeom prst="rect">
            <a:avLst/>
          </a:prstGeom>
          <a:noFill/>
        </p:spPr>
        <p:txBody>
          <a:bodyPr wrap="square" anchor="ctr">
            <a:spAutoFit/>
          </a:bodyPr>
          <a:lstStyle/>
          <a:p>
            <a:pPr lvl="0" algn="just">
              <a:defRPr/>
            </a:pPr>
            <a:r>
              <a:rPr lang="es-DO" sz="2400">
                <a:solidFill>
                  <a:schemeClr val="bg1"/>
                </a:solidFill>
                <a:latin typeface="Verlag Black"/>
              </a:rPr>
              <a:t>En la obra de Dios, todos los que Él ha llamado son importantes, pero nadie es indispensable.</a:t>
            </a:r>
            <a:endParaRPr/>
          </a:p>
        </p:txBody>
      </p:sp>
      <p:sp>
        <p:nvSpPr>
          <p:cNvPr id="1190577974" name="CuadroTexto 22"/>
          <p:cNvSpPr txBox="1"/>
          <p:nvPr/>
        </p:nvSpPr>
        <p:spPr bwMode="auto">
          <a:xfrm>
            <a:off x="0" y="-3876"/>
            <a:ext cx="12192000" cy="461665"/>
          </a:xfrm>
          <a:prstGeom prst="rect">
            <a:avLst/>
          </a:prstGeom>
          <a:solidFill>
            <a:srgbClr val="92D050"/>
          </a:solidFill>
        </p:spPr>
        <p:txBody>
          <a:bodyPr wrap="square">
            <a:spAutoFit/>
          </a:bodyPr>
          <a:lstStyle/>
          <a:p>
            <a:pPr marL="0" marR="0" lvl="0" indent="0" algn="ctr" defTabSz="914400" rtl="0">
              <a:lnSpc>
                <a:spcPct val="100000"/>
              </a:lnSpc>
              <a:spcBef>
                <a:spcPts val="0"/>
              </a:spcBef>
              <a:spcAft>
                <a:spcPts val="0"/>
              </a:spcAft>
              <a:buClrTx/>
              <a:buSzTx/>
              <a:buFontTx/>
              <a:buNone/>
              <a:defRPr/>
            </a:pPr>
            <a:r>
              <a:rPr lang="es-DO" sz="2400" b="1" i="0" u="none" strike="noStrike" cap="none" spc="0">
                <a:ln>
                  <a:noFill/>
                </a:ln>
                <a:solidFill>
                  <a:srgbClr val="000000"/>
                </a:solidFill>
                <a:latin typeface="Verlag Light"/>
                <a:ea typeface="+mn-ea"/>
                <a:cs typeface="+mn-cs"/>
              </a:rPr>
              <a:t>DATOS GENERALES ACERCA DEL TEMA</a:t>
            </a:r>
            <a:endParaRPr/>
          </a:p>
        </p:txBody>
      </p:sp>
      <p:pic>
        <p:nvPicPr>
          <p:cNvPr id="1130286684" name="Gráfico 14" descr="Libro abierto contorno"/>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82925" y="488125"/>
            <a:ext cx="914400" cy="914400"/>
          </a:xfrm>
          <a:prstGeom prst="rect">
            <a:avLst/>
          </a:prstGeom>
        </p:spPr>
      </p:pic>
      <p:grpSp>
        <p:nvGrpSpPr>
          <p:cNvPr id="1572207367" name="Google Shape;638;p28"/>
          <p:cNvGrpSpPr/>
          <p:nvPr/>
        </p:nvGrpSpPr>
        <p:grpSpPr bwMode="auto">
          <a:xfrm>
            <a:off x="156201" y="3017233"/>
            <a:ext cx="3726000" cy="1080067"/>
            <a:chOff x="1278288" y="2622125"/>
            <a:chExt cx="3126959" cy="810050"/>
          </a:xfrm>
        </p:grpSpPr>
        <p:sp>
          <p:nvSpPr>
            <p:cNvPr id="3" name="Google Shape;639;p28"/>
            <p:cNvSpPr/>
            <p:nvPr/>
          </p:nvSpPr>
          <p:spPr bwMode="auto">
            <a:xfrm>
              <a:off x="1278288" y="2622125"/>
              <a:ext cx="839100" cy="698525"/>
            </a:xfrm>
            <a:custGeom>
              <a:avLst/>
              <a:gdLst/>
              <a:ahLst/>
              <a:cxnLst/>
              <a:rect l="l" t="t" r="r" b="b"/>
              <a:pathLst>
                <a:path w="33564" h="27941" fill="norm" stroke="1" extrusionOk="0">
                  <a:moveTo>
                    <a:pt x="6111" y="1"/>
                  </a:moveTo>
                  <a:cubicBezTo>
                    <a:pt x="3455" y="1"/>
                    <a:pt x="0" y="300"/>
                    <a:pt x="0" y="4593"/>
                  </a:cubicBezTo>
                  <a:lnTo>
                    <a:pt x="0" y="6200"/>
                  </a:lnTo>
                  <a:lnTo>
                    <a:pt x="0" y="27941"/>
                  </a:lnTo>
                  <a:cubicBezTo>
                    <a:pt x="0" y="23649"/>
                    <a:pt x="3455" y="23349"/>
                    <a:pt x="6111" y="23349"/>
                  </a:cubicBezTo>
                  <a:cubicBezTo>
                    <a:pt x="6542" y="23349"/>
                    <a:pt x="6952" y="23357"/>
                    <a:pt x="7323" y="23357"/>
                  </a:cubicBezTo>
                  <a:lnTo>
                    <a:pt x="7323" y="23345"/>
                  </a:lnTo>
                  <a:lnTo>
                    <a:pt x="21896" y="23345"/>
                  </a:lnTo>
                  <a:cubicBezTo>
                    <a:pt x="28337" y="23345"/>
                    <a:pt x="33564" y="18118"/>
                    <a:pt x="33564" y="11677"/>
                  </a:cubicBezTo>
                  <a:cubicBezTo>
                    <a:pt x="33564" y="5236"/>
                    <a:pt x="28337" y="9"/>
                    <a:pt x="21896" y="9"/>
                  </a:cubicBezTo>
                  <a:lnTo>
                    <a:pt x="7323" y="9"/>
                  </a:lnTo>
                  <a:cubicBezTo>
                    <a:pt x="6952" y="9"/>
                    <a:pt x="6542" y="1"/>
                    <a:pt x="6111" y="1"/>
                  </a:cubicBezTo>
                  <a:close/>
                </a:path>
              </a:pathLst>
            </a:custGeom>
            <a:solidFill>
              <a:srgbClr val="FFFFFF"/>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4" name="Google Shape;640;p28"/>
            <p:cNvSpPr/>
            <p:nvPr/>
          </p:nvSpPr>
          <p:spPr bwMode="auto">
            <a:xfrm>
              <a:off x="1278300" y="2733350"/>
              <a:ext cx="3126947" cy="698825"/>
            </a:xfrm>
            <a:custGeom>
              <a:avLst/>
              <a:gdLst/>
              <a:ahLst/>
              <a:cxnLst/>
              <a:rect l="l" t="t" r="r" b="b"/>
              <a:pathLst>
                <a:path w="116265" h="27953" fill="norm" stroke="1" extrusionOk="0">
                  <a:moveTo>
                    <a:pt x="0" y="1"/>
                  </a:moveTo>
                  <a:lnTo>
                    <a:pt x="0" y="21742"/>
                  </a:lnTo>
                  <a:lnTo>
                    <a:pt x="0" y="23349"/>
                  </a:lnTo>
                  <a:cubicBezTo>
                    <a:pt x="0" y="27653"/>
                    <a:pt x="3457" y="27953"/>
                    <a:pt x="6114" y="27953"/>
                  </a:cubicBezTo>
                  <a:cubicBezTo>
                    <a:pt x="6544" y="27953"/>
                    <a:pt x="6953" y="27945"/>
                    <a:pt x="7323" y="27945"/>
                  </a:cubicBezTo>
                  <a:lnTo>
                    <a:pt x="104597" y="27945"/>
                  </a:lnTo>
                  <a:cubicBezTo>
                    <a:pt x="111038" y="27945"/>
                    <a:pt x="116265" y="22730"/>
                    <a:pt x="116265" y="16277"/>
                  </a:cubicBezTo>
                  <a:cubicBezTo>
                    <a:pt x="116265" y="9835"/>
                    <a:pt x="111038" y="4608"/>
                    <a:pt x="104597" y="4608"/>
                  </a:cubicBezTo>
                  <a:lnTo>
                    <a:pt x="7323" y="4608"/>
                  </a:lnTo>
                  <a:lnTo>
                    <a:pt x="7323" y="4597"/>
                  </a:lnTo>
                  <a:cubicBezTo>
                    <a:pt x="6961" y="4597"/>
                    <a:pt x="6563" y="4604"/>
                    <a:pt x="6144" y="4604"/>
                  </a:cubicBezTo>
                  <a:cubicBezTo>
                    <a:pt x="3484" y="4604"/>
                    <a:pt x="0" y="4311"/>
                    <a:pt x="0" y="1"/>
                  </a:cubicBezTo>
                  <a:close/>
                </a:path>
              </a:pathLst>
            </a:custGeom>
            <a:solidFill>
              <a:srgbClr val="EC3A3B"/>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5" name="Google Shape;641;p28"/>
            <p:cNvSpPr/>
            <p:nvPr/>
          </p:nvSpPr>
          <p:spPr bwMode="auto">
            <a:xfrm>
              <a:off x="1278288" y="2771750"/>
              <a:ext cx="863225" cy="583725"/>
            </a:xfrm>
            <a:custGeom>
              <a:avLst/>
              <a:gdLst/>
              <a:ahLst/>
              <a:cxnLst/>
              <a:rect l="l" t="t" r="r" b="b"/>
              <a:pathLst>
                <a:path w="34529" h="23349" fill="norm" stroke="1" extrusionOk="0">
                  <a:moveTo>
                    <a:pt x="179" y="1"/>
                  </a:moveTo>
                  <a:cubicBezTo>
                    <a:pt x="60" y="441"/>
                    <a:pt x="0" y="929"/>
                    <a:pt x="0" y="1501"/>
                  </a:cubicBezTo>
                  <a:lnTo>
                    <a:pt x="0" y="3120"/>
                  </a:lnTo>
                  <a:lnTo>
                    <a:pt x="0" y="20206"/>
                  </a:lnTo>
                  <a:lnTo>
                    <a:pt x="0" y="21813"/>
                  </a:lnTo>
                  <a:cubicBezTo>
                    <a:pt x="0" y="22396"/>
                    <a:pt x="60" y="22908"/>
                    <a:pt x="179" y="23349"/>
                  </a:cubicBezTo>
                  <a:cubicBezTo>
                    <a:pt x="934" y="20479"/>
                    <a:pt x="3946" y="20258"/>
                    <a:pt x="6319" y="20258"/>
                  </a:cubicBezTo>
                  <a:cubicBezTo>
                    <a:pt x="6752" y="20258"/>
                    <a:pt x="7164" y="20265"/>
                    <a:pt x="7537" y="20265"/>
                  </a:cubicBezTo>
                  <a:lnTo>
                    <a:pt x="22527" y="20265"/>
                  </a:lnTo>
                  <a:cubicBezTo>
                    <a:pt x="29159" y="20265"/>
                    <a:pt x="34528" y="15038"/>
                    <a:pt x="34528" y="8585"/>
                  </a:cubicBezTo>
                  <a:cubicBezTo>
                    <a:pt x="34528" y="6597"/>
                    <a:pt x="34016" y="4716"/>
                    <a:pt x="33112" y="3072"/>
                  </a:cubicBezTo>
                  <a:lnTo>
                    <a:pt x="7323" y="3072"/>
                  </a:lnTo>
                  <a:lnTo>
                    <a:pt x="7323" y="3061"/>
                  </a:lnTo>
                  <a:cubicBezTo>
                    <a:pt x="6959" y="3061"/>
                    <a:pt x="6557" y="3068"/>
                    <a:pt x="6134" y="3068"/>
                  </a:cubicBezTo>
                  <a:cubicBezTo>
                    <a:pt x="3834" y="3068"/>
                    <a:pt x="923" y="2847"/>
                    <a:pt x="179" y="1"/>
                  </a:cubicBezTo>
                  <a:close/>
                </a:path>
              </a:pathLst>
            </a:custGeom>
            <a:solidFill>
              <a:srgbClr val="C11019"/>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6" name="Google Shape;642;p28"/>
            <p:cNvSpPr/>
            <p:nvPr/>
          </p:nvSpPr>
          <p:spPr bwMode="auto">
            <a:xfrm>
              <a:off x="1278288" y="2634050"/>
              <a:ext cx="839100" cy="698800"/>
            </a:xfrm>
            <a:custGeom>
              <a:avLst/>
              <a:gdLst/>
              <a:ahLst/>
              <a:cxnLst/>
              <a:rect l="l" t="t" r="r" b="b"/>
              <a:pathLst>
                <a:path w="33564" h="27952" fill="norm" stroke="1" extrusionOk="0">
                  <a:moveTo>
                    <a:pt x="6114" y="0"/>
                  </a:moveTo>
                  <a:cubicBezTo>
                    <a:pt x="3457" y="0"/>
                    <a:pt x="0" y="300"/>
                    <a:pt x="0" y="4604"/>
                  </a:cubicBezTo>
                  <a:lnTo>
                    <a:pt x="0" y="6211"/>
                  </a:lnTo>
                  <a:lnTo>
                    <a:pt x="0" y="27952"/>
                  </a:lnTo>
                  <a:cubicBezTo>
                    <a:pt x="0" y="23660"/>
                    <a:pt x="3455" y="23360"/>
                    <a:pt x="6111" y="23360"/>
                  </a:cubicBezTo>
                  <a:cubicBezTo>
                    <a:pt x="6542" y="23360"/>
                    <a:pt x="6952" y="23368"/>
                    <a:pt x="7323" y="23368"/>
                  </a:cubicBezTo>
                  <a:lnTo>
                    <a:pt x="7323" y="23356"/>
                  </a:lnTo>
                  <a:lnTo>
                    <a:pt x="21896" y="23356"/>
                  </a:lnTo>
                  <a:cubicBezTo>
                    <a:pt x="28337" y="23356"/>
                    <a:pt x="33564" y="18129"/>
                    <a:pt x="33564" y="11688"/>
                  </a:cubicBezTo>
                  <a:cubicBezTo>
                    <a:pt x="33564" y="5235"/>
                    <a:pt x="28337" y="8"/>
                    <a:pt x="21896" y="8"/>
                  </a:cubicBezTo>
                  <a:lnTo>
                    <a:pt x="7323" y="8"/>
                  </a:lnTo>
                  <a:cubicBezTo>
                    <a:pt x="6953" y="8"/>
                    <a:pt x="6544" y="0"/>
                    <a:pt x="6114" y="0"/>
                  </a:cubicBezTo>
                  <a:close/>
                </a:path>
              </a:pathLst>
            </a:custGeom>
            <a:solidFill>
              <a:srgbClr val="869FB2"/>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7" name="Google Shape;643;p28"/>
            <p:cNvSpPr/>
            <p:nvPr/>
          </p:nvSpPr>
          <p:spPr bwMode="auto">
            <a:xfrm>
              <a:off x="3872250" y="2923650"/>
              <a:ext cx="434700" cy="434700"/>
            </a:xfrm>
            <a:prstGeom prst="ellipse">
              <a:avLst/>
            </a:prstGeom>
            <a:solidFill>
              <a:srgbClr val="FFFFFF"/>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r>
                <a:rPr lang="en" sz="2950" b="0" i="0" u="none" strike="noStrike" cap="none" spc="0">
                  <a:ln>
                    <a:noFill/>
                  </a:ln>
                  <a:solidFill>
                    <a:srgbClr val="EC3A3B"/>
                  </a:solidFill>
                  <a:latin typeface="Fira Sans Extra Condensed Medium"/>
                  <a:ea typeface="Fira Sans Extra Condensed Medium"/>
                  <a:cs typeface="Fira Sans Extra Condensed Medium"/>
                </a:rPr>
                <a:t>3</a:t>
              </a:r>
              <a:endParaRPr sz="2950" b="0" i="0" u="none" strike="noStrike" cap="none" spc="0">
                <a:ln>
                  <a:noFill/>
                </a:ln>
                <a:solidFill>
                  <a:srgbClr val="EC3A3B"/>
                </a:solidFill>
                <a:latin typeface="Fira Sans Extra Condensed Medium"/>
                <a:ea typeface="Fira Sans Extra Condensed Medium"/>
                <a:cs typeface="Fira Sans Extra Condensed Medium"/>
              </a:endParaRPr>
            </a:p>
          </p:txBody>
        </p:sp>
        <p:sp>
          <p:nvSpPr>
            <p:cNvPr id="8" name="Google Shape;644;p28"/>
            <p:cNvSpPr/>
            <p:nvPr/>
          </p:nvSpPr>
          <p:spPr bwMode="auto">
            <a:xfrm>
              <a:off x="2101370" y="3005400"/>
              <a:ext cx="1777381" cy="271200"/>
            </a:xfrm>
            <a:prstGeom prst="rect">
              <a:avLst/>
            </a:prstGeom>
            <a:no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
                  <a:srgbClr val="000000"/>
                </a:buClr>
                <a:buSzPts val="1100"/>
                <a:buFontTx/>
                <a:buNone/>
                <a:defRPr/>
              </a:pPr>
              <a:r>
                <a:rPr lang="es-DO" sz="2250" b="0" i="0" u="none" strike="noStrike" cap="none" spc="0">
                  <a:ln>
                    <a:noFill/>
                  </a:ln>
                  <a:solidFill>
                    <a:srgbClr val="FFFFFF"/>
                  </a:solidFill>
                  <a:latin typeface="Fira Sans Extra Condensed Medium"/>
                  <a:ea typeface="Fira Sans Extra Condensed Medium"/>
                  <a:cs typeface="Fira Sans Extra Condensed Medium"/>
                </a:rPr>
                <a:t>PERSONAJES</a:t>
              </a:r>
              <a:endParaRPr sz="2400" b="0" i="0" u="none" strike="noStrike" cap="none" spc="0">
                <a:ln>
                  <a:noFill/>
                </a:ln>
                <a:solidFill>
                  <a:srgbClr val="FFFFFF"/>
                </a:solidFill>
                <a:latin typeface="Arial"/>
                <a:ea typeface="+mn-ea"/>
                <a:cs typeface="+mn-cs"/>
              </a:endParaRPr>
            </a:p>
          </p:txBody>
        </p:sp>
      </p:grpSp>
      <p:pic>
        <p:nvPicPr>
          <p:cNvPr id="1140015968" name="Gráfico 8" descr="Grupo de hombres contorno"/>
          <p:cNvPicPr>
            <a:picLocks noChangeAspect="1"/>
          </p:cNvPicPr>
          <p:nvPr/>
        </p:nvPicPr>
        <p:blipFill rotWithShape="1">
          <a:blip r:embed="rId5">
            <a:extLst>
              <a:ext uri="{96DAC541-7B7A-43D3-8B79-37D633B846F1}">
                <asvg:svgBlip xmlns:asvg="http://schemas.microsoft.com/office/drawing/2016/SVG/main" r:embed="rId6"/>
              </a:ext>
            </a:extLst>
          </a:blip>
          <a:stretch/>
        </p:blipFill>
        <p:spPr bwMode="auto">
          <a:xfrm>
            <a:off x="245387" y="3070963"/>
            <a:ext cx="736083" cy="736083"/>
          </a:xfrm>
          <a:prstGeom prst="rect">
            <a:avLst/>
          </a:prstGeom>
        </p:spPr>
      </p:pic>
      <p:sp>
        <p:nvSpPr>
          <p:cNvPr id="1062484442" name="CuadroTexto 9"/>
          <p:cNvSpPr txBox="1"/>
          <p:nvPr/>
        </p:nvSpPr>
        <p:spPr bwMode="auto">
          <a:xfrm>
            <a:off x="3894760" y="3490736"/>
            <a:ext cx="7888599" cy="502920"/>
          </a:xfrm>
          <a:prstGeom prst="rect">
            <a:avLst/>
          </a:prstGeom>
          <a:noFill/>
        </p:spPr>
        <p:txBody>
          <a:bodyPr wrap="square" anchor="ctr">
            <a:spAutoFit/>
          </a:bodyPr>
          <a:lstStyle/>
          <a:p>
            <a:pPr lvl="0" algn="just">
              <a:defRPr/>
            </a:pPr>
            <a:r>
              <a:rPr lang="es-DO" sz="2400">
                <a:solidFill>
                  <a:schemeClr val="bg1"/>
                </a:solidFill>
                <a:latin typeface="Verlag Black"/>
              </a:rPr>
              <a:t>Jehová, Samuel, Saúl y David.</a:t>
            </a:r>
            <a:endParaRPr/>
          </a:p>
        </p:txBody>
      </p:sp>
      <p:grpSp>
        <p:nvGrpSpPr>
          <p:cNvPr id="34185892" name="Google Shape;627;p28"/>
          <p:cNvGrpSpPr/>
          <p:nvPr/>
        </p:nvGrpSpPr>
        <p:grpSpPr bwMode="auto">
          <a:xfrm>
            <a:off x="198905" y="4207034"/>
            <a:ext cx="3726000" cy="1080067"/>
            <a:chOff x="1278288" y="3532950"/>
            <a:chExt cx="3126959" cy="810050"/>
          </a:xfrm>
          <a:solidFill>
            <a:srgbClr val="00A2E3"/>
          </a:solidFill>
        </p:grpSpPr>
        <p:sp>
          <p:nvSpPr>
            <p:cNvPr id="12" name="Google Shape;628;p28"/>
            <p:cNvSpPr/>
            <p:nvPr/>
          </p:nvSpPr>
          <p:spPr bwMode="auto">
            <a:xfrm>
              <a:off x="1278288" y="3532950"/>
              <a:ext cx="839100" cy="698525"/>
            </a:xfrm>
            <a:custGeom>
              <a:avLst/>
              <a:gdLst/>
              <a:ahLst/>
              <a:cxnLst/>
              <a:rect l="l" t="t" r="r" b="b"/>
              <a:pathLst>
                <a:path w="33564" h="27941" fill="norm" stroke="1" extrusionOk="0">
                  <a:moveTo>
                    <a:pt x="6111" y="1"/>
                  </a:moveTo>
                  <a:cubicBezTo>
                    <a:pt x="3455" y="1"/>
                    <a:pt x="0" y="301"/>
                    <a:pt x="0" y="4593"/>
                  </a:cubicBezTo>
                  <a:lnTo>
                    <a:pt x="0" y="6200"/>
                  </a:lnTo>
                  <a:lnTo>
                    <a:pt x="0" y="27941"/>
                  </a:lnTo>
                  <a:cubicBezTo>
                    <a:pt x="0" y="23649"/>
                    <a:pt x="3455" y="23349"/>
                    <a:pt x="6111" y="23349"/>
                  </a:cubicBezTo>
                  <a:cubicBezTo>
                    <a:pt x="6542" y="23349"/>
                    <a:pt x="6952" y="23357"/>
                    <a:pt x="7323" y="23357"/>
                  </a:cubicBezTo>
                  <a:lnTo>
                    <a:pt x="7323" y="23345"/>
                  </a:lnTo>
                  <a:lnTo>
                    <a:pt x="21896" y="23345"/>
                  </a:lnTo>
                  <a:cubicBezTo>
                    <a:pt x="28337" y="23345"/>
                    <a:pt x="33564" y="18118"/>
                    <a:pt x="33564" y="11677"/>
                  </a:cubicBezTo>
                  <a:cubicBezTo>
                    <a:pt x="33564" y="5236"/>
                    <a:pt x="28337" y="9"/>
                    <a:pt x="21896" y="9"/>
                  </a:cubicBezTo>
                  <a:lnTo>
                    <a:pt x="7323" y="9"/>
                  </a:lnTo>
                  <a:cubicBezTo>
                    <a:pt x="6952" y="9"/>
                    <a:pt x="6542" y="1"/>
                    <a:pt x="6111" y="1"/>
                  </a:cubicBezTo>
                  <a:close/>
                </a:path>
              </a:pathLst>
            </a:custGeom>
            <a:grp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13" name="Google Shape;629;p28"/>
            <p:cNvSpPr/>
            <p:nvPr/>
          </p:nvSpPr>
          <p:spPr bwMode="auto">
            <a:xfrm>
              <a:off x="1278300" y="3644175"/>
              <a:ext cx="3126947" cy="698825"/>
            </a:xfrm>
            <a:custGeom>
              <a:avLst/>
              <a:gdLst/>
              <a:ahLst/>
              <a:cxnLst/>
              <a:rect l="l" t="t" r="r" b="b"/>
              <a:pathLst>
                <a:path w="116265" h="27953" fill="norm" stroke="1" extrusionOk="0">
                  <a:moveTo>
                    <a:pt x="0" y="1"/>
                  </a:moveTo>
                  <a:lnTo>
                    <a:pt x="0" y="21742"/>
                  </a:lnTo>
                  <a:lnTo>
                    <a:pt x="0" y="23349"/>
                  </a:lnTo>
                  <a:cubicBezTo>
                    <a:pt x="0" y="27653"/>
                    <a:pt x="3457" y="27953"/>
                    <a:pt x="6114" y="27953"/>
                  </a:cubicBezTo>
                  <a:cubicBezTo>
                    <a:pt x="6544" y="27953"/>
                    <a:pt x="6953" y="27945"/>
                    <a:pt x="7323" y="27945"/>
                  </a:cubicBezTo>
                  <a:lnTo>
                    <a:pt x="104597" y="27945"/>
                  </a:lnTo>
                  <a:cubicBezTo>
                    <a:pt x="111038" y="27945"/>
                    <a:pt x="116265" y="22730"/>
                    <a:pt x="116265" y="16277"/>
                  </a:cubicBezTo>
                  <a:cubicBezTo>
                    <a:pt x="116265" y="9835"/>
                    <a:pt x="111038" y="4609"/>
                    <a:pt x="104597" y="4609"/>
                  </a:cubicBezTo>
                  <a:lnTo>
                    <a:pt x="7323" y="4609"/>
                  </a:lnTo>
                  <a:lnTo>
                    <a:pt x="7323" y="4585"/>
                  </a:lnTo>
                  <a:cubicBezTo>
                    <a:pt x="6952" y="4585"/>
                    <a:pt x="6542" y="4593"/>
                    <a:pt x="6111" y="4593"/>
                  </a:cubicBezTo>
                  <a:cubicBezTo>
                    <a:pt x="3455" y="4593"/>
                    <a:pt x="0" y="4293"/>
                    <a:pt x="0" y="1"/>
                  </a:cubicBezTo>
                  <a:close/>
                </a:path>
              </a:pathLst>
            </a:custGeom>
            <a:grp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16" name="Google Shape;630;p28"/>
            <p:cNvSpPr/>
            <p:nvPr/>
          </p:nvSpPr>
          <p:spPr bwMode="auto">
            <a:xfrm>
              <a:off x="1278288" y="3682575"/>
              <a:ext cx="863225" cy="583725"/>
            </a:xfrm>
            <a:custGeom>
              <a:avLst/>
              <a:gdLst/>
              <a:ahLst/>
              <a:cxnLst/>
              <a:rect l="l" t="t" r="r" b="b"/>
              <a:pathLst>
                <a:path w="34529" h="23349" fill="norm" stroke="1" extrusionOk="0">
                  <a:moveTo>
                    <a:pt x="179" y="1"/>
                  </a:moveTo>
                  <a:cubicBezTo>
                    <a:pt x="60" y="441"/>
                    <a:pt x="0" y="929"/>
                    <a:pt x="0" y="1501"/>
                  </a:cubicBezTo>
                  <a:lnTo>
                    <a:pt x="0" y="3120"/>
                  </a:lnTo>
                  <a:lnTo>
                    <a:pt x="0" y="20206"/>
                  </a:lnTo>
                  <a:lnTo>
                    <a:pt x="0" y="21813"/>
                  </a:lnTo>
                  <a:cubicBezTo>
                    <a:pt x="0" y="22396"/>
                    <a:pt x="60" y="22908"/>
                    <a:pt x="179" y="23349"/>
                  </a:cubicBezTo>
                  <a:cubicBezTo>
                    <a:pt x="934" y="20479"/>
                    <a:pt x="3946" y="20258"/>
                    <a:pt x="6319" y="20258"/>
                  </a:cubicBezTo>
                  <a:cubicBezTo>
                    <a:pt x="6752" y="20258"/>
                    <a:pt x="7164" y="20265"/>
                    <a:pt x="7537" y="20265"/>
                  </a:cubicBezTo>
                  <a:lnTo>
                    <a:pt x="22527" y="20265"/>
                  </a:lnTo>
                  <a:cubicBezTo>
                    <a:pt x="29159" y="20265"/>
                    <a:pt x="34528" y="15038"/>
                    <a:pt x="34528" y="8585"/>
                  </a:cubicBezTo>
                  <a:cubicBezTo>
                    <a:pt x="34528" y="6597"/>
                    <a:pt x="34016" y="4716"/>
                    <a:pt x="33112" y="3073"/>
                  </a:cubicBezTo>
                  <a:lnTo>
                    <a:pt x="7323" y="3073"/>
                  </a:lnTo>
                  <a:lnTo>
                    <a:pt x="7323" y="3049"/>
                  </a:lnTo>
                  <a:cubicBezTo>
                    <a:pt x="6947" y="3049"/>
                    <a:pt x="6531" y="3057"/>
                    <a:pt x="6093" y="3057"/>
                  </a:cubicBezTo>
                  <a:cubicBezTo>
                    <a:pt x="3800" y="3057"/>
                    <a:pt x="919" y="2830"/>
                    <a:pt x="179" y="1"/>
                  </a:cubicBezTo>
                  <a:close/>
                </a:path>
              </a:pathLst>
            </a:custGeom>
            <a:solidFill>
              <a:schemeClr val="accent1">
                <a:lumMod val="50000"/>
                <a:alpha val="57000"/>
              </a:schemeClr>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17" name="Google Shape;631;p28"/>
            <p:cNvSpPr/>
            <p:nvPr/>
          </p:nvSpPr>
          <p:spPr bwMode="auto">
            <a:xfrm>
              <a:off x="1278288" y="3544875"/>
              <a:ext cx="839100" cy="698800"/>
            </a:xfrm>
            <a:custGeom>
              <a:avLst/>
              <a:gdLst/>
              <a:ahLst/>
              <a:cxnLst/>
              <a:rect l="l" t="t" r="r" b="b"/>
              <a:pathLst>
                <a:path w="33564" h="27952" fill="norm" stroke="1" extrusionOk="0">
                  <a:moveTo>
                    <a:pt x="6114" y="0"/>
                  </a:moveTo>
                  <a:cubicBezTo>
                    <a:pt x="3457" y="0"/>
                    <a:pt x="0" y="300"/>
                    <a:pt x="0" y="4604"/>
                  </a:cubicBezTo>
                  <a:lnTo>
                    <a:pt x="0" y="6211"/>
                  </a:lnTo>
                  <a:lnTo>
                    <a:pt x="0" y="27952"/>
                  </a:lnTo>
                  <a:cubicBezTo>
                    <a:pt x="0" y="23660"/>
                    <a:pt x="3455" y="23360"/>
                    <a:pt x="6111" y="23360"/>
                  </a:cubicBezTo>
                  <a:cubicBezTo>
                    <a:pt x="6542" y="23360"/>
                    <a:pt x="6952" y="23368"/>
                    <a:pt x="7323" y="23368"/>
                  </a:cubicBezTo>
                  <a:lnTo>
                    <a:pt x="7323" y="23356"/>
                  </a:lnTo>
                  <a:lnTo>
                    <a:pt x="21896" y="23356"/>
                  </a:lnTo>
                  <a:cubicBezTo>
                    <a:pt x="28337" y="23356"/>
                    <a:pt x="33564" y="18129"/>
                    <a:pt x="33564" y="11688"/>
                  </a:cubicBezTo>
                  <a:cubicBezTo>
                    <a:pt x="33564" y="5235"/>
                    <a:pt x="28337" y="8"/>
                    <a:pt x="21896" y="8"/>
                  </a:cubicBezTo>
                  <a:lnTo>
                    <a:pt x="7323" y="8"/>
                  </a:lnTo>
                  <a:cubicBezTo>
                    <a:pt x="6953" y="8"/>
                    <a:pt x="6544" y="0"/>
                    <a:pt x="6114" y="0"/>
                  </a:cubicBezTo>
                  <a:close/>
                </a:path>
              </a:pathLst>
            </a:custGeom>
            <a:solidFill>
              <a:srgbClr val="869FB2"/>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19" name="Google Shape;632;p28"/>
            <p:cNvSpPr/>
            <p:nvPr/>
          </p:nvSpPr>
          <p:spPr bwMode="auto">
            <a:xfrm>
              <a:off x="3872250" y="3834450"/>
              <a:ext cx="434700" cy="434700"/>
            </a:xfrm>
            <a:prstGeom prst="ellipse">
              <a:avLst/>
            </a:prstGeom>
            <a:solidFill>
              <a:schemeClr val="bg1"/>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r>
                <a:rPr lang="en" sz="2950" b="0" i="0" u="none" strike="noStrike" cap="none" spc="0">
                  <a:ln>
                    <a:noFill/>
                  </a:ln>
                  <a:solidFill>
                    <a:srgbClr val="00A2E3"/>
                  </a:solidFill>
                  <a:latin typeface="Fira Sans Extra Condensed Medium"/>
                  <a:ea typeface="Fira Sans Extra Condensed Medium"/>
                  <a:cs typeface="Fira Sans Extra Condensed Medium"/>
                </a:rPr>
                <a:t>4</a:t>
              </a:r>
              <a:endParaRPr sz="2950" b="0" i="0" u="none" strike="noStrike" cap="none" spc="0">
                <a:ln>
                  <a:noFill/>
                </a:ln>
                <a:solidFill>
                  <a:srgbClr val="00A2E3"/>
                </a:solidFill>
                <a:latin typeface="Fira Sans Extra Condensed Medium"/>
                <a:ea typeface="Fira Sans Extra Condensed Medium"/>
                <a:cs typeface="Fira Sans Extra Condensed Medium"/>
              </a:endParaRPr>
            </a:p>
          </p:txBody>
        </p:sp>
        <p:sp>
          <p:nvSpPr>
            <p:cNvPr id="20" name="Google Shape;633;p28"/>
            <p:cNvSpPr/>
            <p:nvPr/>
          </p:nvSpPr>
          <p:spPr bwMode="auto">
            <a:xfrm>
              <a:off x="2258838" y="3916200"/>
              <a:ext cx="1236000" cy="271200"/>
            </a:xfrm>
            <a:prstGeom prst="rect">
              <a:avLst/>
            </a:prstGeom>
            <a:grp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
                  <a:srgbClr val="000000"/>
                </a:buClr>
                <a:buSzPts val="1100"/>
                <a:buFontTx/>
                <a:buNone/>
                <a:defRPr/>
              </a:pPr>
              <a:r>
                <a:rPr lang="es-DO" sz="2250" b="0" i="0" u="none" strike="noStrike" cap="none" spc="0">
                  <a:ln>
                    <a:noFill/>
                  </a:ln>
                  <a:solidFill>
                    <a:srgbClr val="FFFFFF"/>
                  </a:solidFill>
                  <a:latin typeface="Fira Sans Extra Condensed Medium"/>
                  <a:ea typeface="Fira Sans Extra Condensed Medium"/>
                  <a:cs typeface="Fira Sans Extra Condensed Medium"/>
                </a:rPr>
                <a:t>FECHA</a:t>
              </a:r>
              <a:endParaRPr sz="2400" b="0" i="0" u="none" strike="noStrike" cap="none" spc="0">
                <a:ln>
                  <a:noFill/>
                </a:ln>
                <a:solidFill>
                  <a:srgbClr val="FFFFFF"/>
                </a:solidFill>
                <a:latin typeface="Arial"/>
                <a:ea typeface="+mn-ea"/>
                <a:cs typeface="+mn-cs"/>
              </a:endParaRPr>
            </a:p>
          </p:txBody>
        </p:sp>
      </p:grpSp>
      <p:pic>
        <p:nvPicPr>
          <p:cNvPr id="685983336" name="Gráfico 20" descr="Calendario contorno"/>
          <p:cNvPicPr>
            <a:picLocks noChangeAspect="1"/>
          </p:cNvPicPr>
          <p:nvPr/>
        </p:nvPicPr>
        <p:blipFill rotWithShape="1">
          <a:blip r:embed="rId7">
            <a:extLst>
              <a:ext uri="{96DAC541-7B7A-43D3-8B79-37D633B846F1}">
                <asvg:svgBlip xmlns:asvg="http://schemas.microsoft.com/office/drawing/2016/SVG/main" r:embed="rId8"/>
              </a:ext>
            </a:extLst>
          </a:blip>
          <a:stretch/>
        </p:blipFill>
        <p:spPr bwMode="auto">
          <a:xfrm>
            <a:off x="170158" y="4071243"/>
            <a:ext cx="914400" cy="914400"/>
          </a:xfrm>
          <a:prstGeom prst="rect">
            <a:avLst/>
          </a:prstGeom>
        </p:spPr>
      </p:pic>
      <p:sp>
        <p:nvSpPr>
          <p:cNvPr id="894819245" name="CuadroTexto 21"/>
          <p:cNvSpPr txBox="1"/>
          <p:nvPr/>
        </p:nvSpPr>
        <p:spPr bwMode="auto">
          <a:xfrm>
            <a:off x="3924904" y="4663176"/>
            <a:ext cx="8230029" cy="502920"/>
          </a:xfrm>
          <a:prstGeom prst="rect">
            <a:avLst/>
          </a:prstGeom>
          <a:noFill/>
        </p:spPr>
        <p:txBody>
          <a:bodyPr wrap="square" anchor="ctr">
            <a:spAutoFit/>
          </a:bodyPr>
          <a:lstStyle/>
          <a:p>
            <a:pPr lvl="0">
              <a:defRPr/>
            </a:pPr>
            <a:r>
              <a:rPr lang="es-DO" sz="2800">
                <a:solidFill>
                  <a:schemeClr val="bg1"/>
                </a:solidFill>
                <a:latin typeface="Verlag Black"/>
              </a:rPr>
              <a:t>930 a. C.</a:t>
            </a:r>
            <a:endParaRPr/>
          </a:p>
        </p:txBody>
      </p:sp>
      <p:grpSp>
        <p:nvGrpSpPr>
          <p:cNvPr id="832041046" name="Google Shape;627;p28"/>
          <p:cNvGrpSpPr/>
          <p:nvPr/>
        </p:nvGrpSpPr>
        <p:grpSpPr bwMode="auto">
          <a:xfrm>
            <a:off x="166380" y="5443272"/>
            <a:ext cx="3728381" cy="1080067"/>
            <a:chOff x="1276290" y="3532950"/>
            <a:chExt cx="3128957" cy="810050"/>
          </a:xfrm>
        </p:grpSpPr>
        <p:sp>
          <p:nvSpPr>
            <p:cNvPr id="26" name="Google Shape;628;p28"/>
            <p:cNvSpPr/>
            <p:nvPr/>
          </p:nvSpPr>
          <p:spPr bwMode="auto">
            <a:xfrm>
              <a:off x="1278288" y="3532950"/>
              <a:ext cx="839100" cy="698525"/>
            </a:xfrm>
            <a:custGeom>
              <a:avLst/>
              <a:gdLst/>
              <a:ahLst/>
              <a:cxnLst/>
              <a:rect l="l" t="t" r="r" b="b"/>
              <a:pathLst>
                <a:path w="33564" h="27941" fill="norm" stroke="1" extrusionOk="0">
                  <a:moveTo>
                    <a:pt x="6111" y="1"/>
                  </a:moveTo>
                  <a:cubicBezTo>
                    <a:pt x="3455" y="1"/>
                    <a:pt x="0" y="301"/>
                    <a:pt x="0" y="4593"/>
                  </a:cubicBezTo>
                  <a:lnTo>
                    <a:pt x="0" y="6200"/>
                  </a:lnTo>
                  <a:lnTo>
                    <a:pt x="0" y="27941"/>
                  </a:lnTo>
                  <a:cubicBezTo>
                    <a:pt x="0" y="23649"/>
                    <a:pt x="3455" y="23349"/>
                    <a:pt x="6111" y="23349"/>
                  </a:cubicBezTo>
                  <a:cubicBezTo>
                    <a:pt x="6542" y="23349"/>
                    <a:pt x="6952" y="23357"/>
                    <a:pt x="7323" y="23357"/>
                  </a:cubicBezTo>
                  <a:lnTo>
                    <a:pt x="7323" y="23345"/>
                  </a:lnTo>
                  <a:lnTo>
                    <a:pt x="21896" y="23345"/>
                  </a:lnTo>
                  <a:cubicBezTo>
                    <a:pt x="28337" y="23345"/>
                    <a:pt x="33564" y="18118"/>
                    <a:pt x="33564" y="11677"/>
                  </a:cubicBezTo>
                  <a:cubicBezTo>
                    <a:pt x="33564" y="5236"/>
                    <a:pt x="28337" y="9"/>
                    <a:pt x="21896" y="9"/>
                  </a:cubicBezTo>
                  <a:lnTo>
                    <a:pt x="7323" y="9"/>
                  </a:lnTo>
                  <a:cubicBezTo>
                    <a:pt x="6952" y="9"/>
                    <a:pt x="6542" y="1"/>
                    <a:pt x="6111" y="1"/>
                  </a:cubicBezTo>
                  <a:close/>
                </a:path>
              </a:pathLst>
            </a:custGeom>
            <a:solidFill>
              <a:srgbClr val="FFFFFF"/>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27" name="Google Shape;629;p28"/>
            <p:cNvSpPr/>
            <p:nvPr/>
          </p:nvSpPr>
          <p:spPr bwMode="auto">
            <a:xfrm>
              <a:off x="1278300" y="3644175"/>
              <a:ext cx="3126947" cy="698825"/>
            </a:xfrm>
            <a:custGeom>
              <a:avLst/>
              <a:gdLst/>
              <a:ahLst/>
              <a:cxnLst/>
              <a:rect l="l" t="t" r="r" b="b"/>
              <a:pathLst>
                <a:path w="116265" h="27953" fill="norm" stroke="1" extrusionOk="0">
                  <a:moveTo>
                    <a:pt x="0" y="1"/>
                  </a:moveTo>
                  <a:lnTo>
                    <a:pt x="0" y="21742"/>
                  </a:lnTo>
                  <a:lnTo>
                    <a:pt x="0" y="23349"/>
                  </a:lnTo>
                  <a:cubicBezTo>
                    <a:pt x="0" y="27653"/>
                    <a:pt x="3457" y="27953"/>
                    <a:pt x="6114" y="27953"/>
                  </a:cubicBezTo>
                  <a:cubicBezTo>
                    <a:pt x="6544" y="27953"/>
                    <a:pt x="6953" y="27945"/>
                    <a:pt x="7323" y="27945"/>
                  </a:cubicBezTo>
                  <a:lnTo>
                    <a:pt x="104597" y="27945"/>
                  </a:lnTo>
                  <a:cubicBezTo>
                    <a:pt x="111038" y="27945"/>
                    <a:pt x="116265" y="22730"/>
                    <a:pt x="116265" y="16277"/>
                  </a:cubicBezTo>
                  <a:cubicBezTo>
                    <a:pt x="116265" y="9835"/>
                    <a:pt x="111038" y="4609"/>
                    <a:pt x="104597" y="4609"/>
                  </a:cubicBezTo>
                  <a:lnTo>
                    <a:pt x="7323" y="4609"/>
                  </a:lnTo>
                  <a:lnTo>
                    <a:pt x="7323" y="4585"/>
                  </a:lnTo>
                  <a:cubicBezTo>
                    <a:pt x="6952" y="4585"/>
                    <a:pt x="6542" y="4593"/>
                    <a:pt x="6111" y="4593"/>
                  </a:cubicBezTo>
                  <a:cubicBezTo>
                    <a:pt x="3455" y="4593"/>
                    <a:pt x="0" y="4293"/>
                    <a:pt x="0" y="1"/>
                  </a:cubicBezTo>
                  <a:close/>
                </a:path>
              </a:pathLst>
            </a:custGeom>
            <a:solidFill>
              <a:schemeClr val="accent4">
                <a:lumMod val="75000"/>
              </a:schemeClr>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28" name="Google Shape;630;p28"/>
            <p:cNvSpPr/>
            <p:nvPr/>
          </p:nvSpPr>
          <p:spPr bwMode="auto">
            <a:xfrm>
              <a:off x="1278288" y="3682575"/>
              <a:ext cx="863225" cy="583725"/>
            </a:xfrm>
            <a:custGeom>
              <a:avLst/>
              <a:gdLst/>
              <a:ahLst/>
              <a:cxnLst/>
              <a:rect l="l" t="t" r="r" b="b"/>
              <a:pathLst>
                <a:path w="34529" h="23349" fill="norm" stroke="1" extrusionOk="0">
                  <a:moveTo>
                    <a:pt x="179" y="1"/>
                  </a:moveTo>
                  <a:cubicBezTo>
                    <a:pt x="60" y="441"/>
                    <a:pt x="0" y="929"/>
                    <a:pt x="0" y="1501"/>
                  </a:cubicBezTo>
                  <a:lnTo>
                    <a:pt x="0" y="3120"/>
                  </a:lnTo>
                  <a:lnTo>
                    <a:pt x="0" y="20206"/>
                  </a:lnTo>
                  <a:lnTo>
                    <a:pt x="0" y="21813"/>
                  </a:lnTo>
                  <a:cubicBezTo>
                    <a:pt x="0" y="22396"/>
                    <a:pt x="60" y="22908"/>
                    <a:pt x="179" y="23349"/>
                  </a:cubicBezTo>
                  <a:cubicBezTo>
                    <a:pt x="934" y="20479"/>
                    <a:pt x="3946" y="20258"/>
                    <a:pt x="6319" y="20258"/>
                  </a:cubicBezTo>
                  <a:cubicBezTo>
                    <a:pt x="6752" y="20258"/>
                    <a:pt x="7164" y="20265"/>
                    <a:pt x="7537" y="20265"/>
                  </a:cubicBezTo>
                  <a:lnTo>
                    <a:pt x="22527" y="20265"/>
                  </a:lnTo>
                  <a:cubicBezTo>
                    <a:pt x="29159" y="20265"/>
                    <a:pt x="34528" y="15038"/>
                    <a:pt x="34528" y="8585"/>
                  </a:cubicBezTo>
                  <a:cubicBezTo>
                    <a:pt x="34528" y="6597"/>
                    <a:pt x="34016" y="4716"/>
                    <a:pt x="33112" y="3073"/>
                  </a:cubicBezTo>
                  <a:lnTo>
                    <a:pt x="7323" y="3073"/>
                  </a:lnTo>
                  <a:lnTo>
                    <a:pt x="7323" y="3049"/>
                  </a:lnTo>
                  <a:cubicBezTo>
                    <a:pt x="6947" y="3049"/>
                    <a:pt x="6531" y="3057"/>
                    <a:pt x="6093" y="3057"/>
                  </a:cubicBezTo>
                  <a:cubicBezTo>
                    <a:pt x="3800" y="3057"/>
                    <a:pt x="919" y="2830"/>
                    <a:pt x="179" y="1"/>
                  </a:cubicBezTo>
                  <a:close/>
                </a:path>
              </a:pathLst>
            </a:custGeom>
            <a:solidFill>
              <a:schemeClr val="accent4">
                <a:lumMod val="50000"/>
              </a:schemeClr>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29" name="Google Shape;631;p28"/>
            <p:cNvSpPr/>
            <p:nvPr/>
          </p:nvSpPr>
          <p:spPr bwMode="auto">
            <a:xfrm>
              <a:off x="1276290" y="3544875"/>
              <a:ext cx="839100" cy="698800"/>
            </a:xfrm>
            <a:custGeom>
              <a:avLst/>
              <a:gdLst/>
              <a:ahLst/>
              <a:cxnLst/>
              <a:rect l="l" t="t" r="r" b="b"/>
              <a:pathLst>
                <a:path w="33564" h="27952" fill="norm" stroke="1" extrusionOk="0">
                  <a:moveTo>
                    <a:pt x="6114" y="0"/>
                  </a:moveTo>
                  <a:cubicBezTo>
                    <a:pt x="3457" y="0"/>
                    <a:pt x="0" y="300"/>
                    <a:pt x="0" y="4604"/>
                  </a:cubicBezTo>
                  <a:lnTo>
                    <a:pt x="0" y="6211"/>
                  </a:lnTo>
                  <a:lnTo>
                    <a:pt x="0" y="27952"/>
                  </a:lnTo>
                  <a:cubicBezTo>
                    <a:pt x="0" y="23660"/>
                    <a:pt x="3455" y="23360"/>
                    <a:pt x="6111" y="23360"/>
                  </a:cubicBezTo>
                  <a:cubicBezTo>
                    <a:pt x="6542" y="23360"/>
                    <a:pt x="6952" y="23368"/>
                    <a:pt x="7323" y="23368"/>
                  </a:cubicBezTo>
                  <a:lnTo>
                    <a:pt x="7323" y="23356"/>
                  </a:lnTo>
                  <a:lnTo>
                    <a:pt x="21896" y="23356"/>
                  </a:lnTo>
                  <a:cubicBezTo>
                    <a:pt x="28337" y="23356"/>
                    <a:pt x="33564" y="18129"/>
                    <a:pt x="33564" y="11688"/>
                  </a:cubicBezTo>
                  <a:cubicBezTo>
                    <a:pt x="33564" y="5235"/>
                    <a:pt x="28337" y="8"/>
                    <a:pt x="21896" y="8"/>
                  </a:cubicBezTo>
                  <a:lnTo>
                    <a:pt x="7323" y="8"/>
                  </a:lnTo>
                  <a:cubicBezTo>
                    <a:pt x="6953" y="8"/>
                    <a:pt x="6544" y="0"/>
                    <a:pt x="6114" y="0"/>
                  </a:cubicBezTo>
                  <a:close/>
                </a:path>
              </a:pathLst>
            </a:custGeom>
            <a:solidFill>
              <a:srgbClr val="869FB2"/>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30" name="Google Shape;632;p28"/>
            <p:cNvSpPr/>
            <p:nvPr/>
          </p:nvSpPr>
          <p:spPr bwMode="auto">
            <a:xfrm>
              <a:off x="3872250" y="3834450"/>
              <a:ext cx="434700" cy="434700"/>
            </a:xfrm>
            <a:prstGeom prst="ellipse">
              <a:avLst/>
            </a:prstGeom>
            <a:solidFill>
              <a:srgbClr val="FFFFFF"/>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r>
                <a:rPr lang="en" sz="2950" b="0" i="0" u="none" strike="noStrike" cap="none" spc="0">
                  <a:ln>
                    <a:noFill/>
                  </a:ln>
                  <a:solidFill>
                    <a:srgbClr val="1B1BC9"/>
                  </a:solidFill>
                  <a:latin typeface="Fira Sans Extra Condensed Medium"/>
                  <a:ea typeface="Fira Sans Extra Condensed Medium"/>
                  <a:cs typeface="Fira Sans Extra Condensed Medium"/>
                </a:rPr>
                <a:t>5</a:t>
              </a:r>
              <a:endParaRPr sz="2950" b="0" i="0" u="none" strike="noStrike" cap="none" spc="0">
                <a:ln>
                  <a:noFill/>
                </a:ln>
                <a:solidFill>
                  <a:srgbClr val="1B1BC9"/>
                </a:solidFill>
                <a:latin typeface="Fira Sans Extra Condensed Medium"/>
                <a:ea typeface="Fira Sans Extra Condensed Medium"/>
                <a:cs typeface="Fira Sans Extra Condensed Medium"/>
              </a:endParaRPr>
            </a:p>
          </p:txBody>
        </p:sp>
        <p:sp>
          <p:nvSpPr>
            <p:cNvPr id="31" name="Google Shape;633;p28"/>
            <p:cNvSpPr/>
            <p:nvPr/>
          </p:nvSpPr>
          <p:spPr bwMode="auto">
            <a:xfrm>
              <a:off x="2258838" y="3916200"/>
              <a:ext cx="1236000" cy="271200"/>
            </a:xfrm>
            <a:prstGeom prst="rect">
              <a:avLst/>
            </a:prstGeom>
            <a:no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
                  <a:srgbClr val="000000"/>
                </a:buClr>
                <a:buSzPts val="1100"/>
                <a:buFontTx/>
                <a:buNone/>
                <a:defRPr/>
              </a:pPr>
              <a:r>
                <a:rPr lang="es-ES" sz="2250" b="0" i="0" u="none" strike="noStrike" cap="none" spc="0">
                  <a:ln>
                    <a:noFill/>
                  </a:ln>
                  <a:solidFill>
                    <a:srgbClr val="FFFFFF"/>
                  </a:solidFill>
                  <a:latin typeface="Fira Sans Extra Condensed Medium"/>
                  <a:ea typeface="+mn-ea"/>
                  <a:cs typeface="+mn-cs"/>
                </a:rPr>
                <a:t>LUGAR</a:t>
              </a:r>
              <a:endParaRPr lang="es-DO" sz="2250" b="0" i="0" u="none" strike="noStrike" cap="none" spc="0">
                <a:ln>
                  <a:noFill/>
                </a:ln>
                <a:solidFill>
                  <a:srgbClr val="FFFFFF"/>
                </a:solidFill>
                <a:latin typeface="Fira Sans Extra Condensed Medium"/>
                <a:ea typeface="+mn-ea"/>
                <a:cs typeface="+mn-cs"/>
              </a:endParaRPr>
            </a:p>
          </p:txBody>
        </p:sp>
      </p:grpSp>
      <p:pic>
        <p:nvPicPr>
          <p:cNvPr id="839013327" name="Gráfico 31" descr="Marcador contorno"/>
          <p:cNvPicPr>
            <a:picLocks noChangeAspect="1"/>
          </p:cNvPicPr>
          <p:nvPr/>
        </p:nvPicPr>
        <p:blipFill rotWithShape="1">
          <a:blip r:embed="rId9">
            <a:extLst>
              <a:ext uri="{96DAC541-7B7A-43D3-8B79-37D633B846F1}">
                <asvg:svgBlip xmlns:asvg="http://schemas.microsoft.com/office/drawing/2016/SVG/main" r:embed="rId10"/>
              </a:ext>
            </a:extLst>
          </a:blip>
          <a:stretch/>
        </p:blipFill>
        <p:spPr bwMode="auto">
          <a:xfrm>
            <a:off x="168782" y="5398763"/>
            <a:ext cx="914400" cy="914400"/>
          </a:xfrm>
          <a:prstGeom prst="rect">
            <a:avLst/>
          </a:prstGeom>
        </p:spPr>
      </p:pic>
      <p:sp>
        <p:nvSpPr>
          <p:cNvPr id="1515706200" name="CuadroTexto 32"/>
          <p:cNvSpPr txBox="1"/>
          <p:nvPr/>
        </p:nvSpPr>
        <p:spPr bwMode="auto">
          <a:xfrm>
            <a:off x="3924904" y="5924895"/>
            <a:ext cx="8230029" cy="502920"/>
          </a:xfrm>
          <a:prstGeom prst="rect">
            <a:avLst/>
          </a:prstGeom>
          <a:noFill/>
        </p:spPr>
        <p:txBody>
          <a:bodyPr wrap="square" anchor="ctr">
            <a:spAutoFit/>
          </a:bodyPr>
          <a:lstStyle/>
          <a:p>
            <a:pPr lvl="0" algn="just">
              <a:defRPr/>
            </a:pPr>
            <a:r>
              <a:rPr lang="es-DO" sz="2800">
                <a:solidFill>
                  <a:schemeClr val="bg1"/>
                </a:solidFill>
                <a:latin typeface="Verlag Black"/>
              </a:rPr>
              <a:t>Carmel, Gilgal, Belén.</a:t>
            </a:r>
            <a:endParaRPr/>
          </a:p>
        </p:txBody>
      </p:sp>
      <p:grpSp>
        <p:nvGrpSpPr>
          <p:cNvPr id="869121946" name="Google Shape;659;p28"/>
          <p:cNvGrpSpPr/>
          <p:nvPr/>
        </p:nvGrpSpPr>
        <p:grpSpPr bwMode="auto">
          <a:xfrm>
            <a:off x="156201" y="1786065"/>
            <a:ext cx="3724866" cy="1080200"/>
            <a:chOff x="1278288" y="800475"/>
            <a:chExt cx="3126959" cy="810150"/>
          </a:xfrm>
        </p:grpSpPr>
        <p:sp>
          <p:nvSpPr>
            <p:cNvPr id="24" name="Google Shape;660;p28"/>
            <p:cNvSpPr/>
            <p:nvPr/>
          </p:nvSpPr>
          <p:spPr bwMode="auto">
            <a:xfrm>
              <a:off x="1278288" y="800475"/>
              <a:ext cx="839100" cy="698525"/>
            </a:xfrm>
            <a:custGeom>
              <a:avLst/>
              <a:gdLst/>
              <a:ahLst/>
              <a:cxnLst/>
              <a:rect l="l" t="t" r="r" b="b"/>
              <a:pathLst>
                <a:path w="33564" h="27941" fill="norm" stroke="1" extrusionOk="0">
                  <a:moveTo>
                    <a:pt x="6111" y="1"/>
                  </a:moveTo>
                  <a:cubicBezTo>
                    <a:pt x="3455" y="1"/>
                    <a:pt x="0" y="300"/>
                    <a:pt x="0" y="4593"/>
                  </a:cubicBezTo>
                  <a:lnTo>
                    <a:pt x="0" y="6200"/>
                  </a:lnTo>
                  <a:lnTo>
                    <a:pt x="0" y="27941"/>
                  </a:lnTo>
                  <a:cubicBezTo>
                    <a:pt x="0" y="23649"/>
                    <a:pt x="3455" y="23349"/>
                    <a:pt x="6111" y="23349"/>
                  </a:cubicBezTo>
                  <a:cubicBezTo>
                    <a:pt x="6542" y="23349"/>
                    <a:pt x="6952" y="23357"/>
                    <a:pt x="7323" y="23357"/>
                  </a:cubicBezTo>
                  <a:lnTo>
                    <a:pt x="7323" y="23345"/>
                  </a:lnTo>
                  <a:lnTo>
                    <a:pt x="21896" y="23345"/>
                  </a:lnTo>
                  <a:cubicBezTo>
                    <a:pt x="28337" y="23345"/>
                    <a:pt x="33564" y="18130"/>
                    <a:pt x="33564" y="11677"/>
                  </a:cubicBezTo>
                  <a:cubicBezTo>
                    <a:pt x="33564" y="5235"/>
                    <a:pt x="28337" y="9"/>
                    <a:pt x="21896" y="9"/>
                  </a:cubicBezTo>
                  <a:lnTo>
                    <a:pt x="7323" y="9"/>
                  </a:lnTo>
                  <a:cubicBezTo>
                    <a:pt x="6952" y="9"/>
                    <a:pt x="6542" y="1"/>
                    <a:pt x="6111" y="1"/>
                  </a:cubicBezTo>
                  <a:close/>
                </a:path>
              </a:pathLst>
            </a:custGeom>
            <a:solidFill>
              <a:srgbClr val="FFFFFF"/>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34" name="Google Shape;661;p28"/>
            <p:cNvSpPr/>
            <p:nvPr/>
          </p:nvSpPr>
          <p:spPr bwMode="auto">
            <a:xfrm>
              <a:off x="1278300" y="911700"/>
              <a:ext cx="3126947" cy="698925"/>
            </a:xfrm>
            <a:custGeom>
              <a:avLst/>
              <a:gdLst/>
              <a:ahLst/>
              <a:cxnLst/>
              <a:rect l="l" t="t" r="r" b="b"/>
              <a:pathLst>
                <a:path w="116265" h="27957" fill="norm" stroke="1" extrusionOk="0">
                  <a:moveTo>
                    <a:pt x="0" y="1"/>
                  </a:moveTo>
                  <a:lnTo>
                    <a:pt x="0" y="21741"/>
                  </a:lnTo>
                  <a:lnTo>
                    <a:pt x="0" y="23361"/>
                  </a:lnTo>
                  <a:cubicBezTo>
                    <a:pt x="0" y="27653"/>
                    <a:pt x="3455" y="27952"/>
                    <a:pt x="6111" y="27952"/>
                  </a:cubicBezTo>
                  <a:cubicBezTo>
                    <a:pt x="6542" y="27952"/>
                    <a:pt x="6952" y="27945"/>
                    <a:pt x="7323" y="27945"/>
                  </a:cubicBezTo>
                  <a:lnTo>
                    <a:pt x="7323" y="27956"/>
                  </a:lnTo>
                  <a:lnTo>
                    <a:pt x="104597" y="27956"/>
                  </a:lnTo>
                  <a:cubicBezTo>
                    <a:pt x="111038" y="27956"/>
                    <a:pt x="116265" y="22730"/>
                    <a:pt x="116265" y="16276"/>
                  </a:cubicBezTo>
                  <a:cubicBezTo>
                    <a:pt x="116265" y="9835"/>
                    <a:pt x="111038" y="4608"/>
                    <a:pt x="104597" y="4608"/>
                  </a:cubicBezTo>
                  <a:lnTo>
                    <a:pt x="7323" y="4608"/>
                  </a:lnTo>
                  <a:lnTo>
                    <a:pt x="7323" y="4596"/>
                  </a:lnTo>
                  <a:cubicBezTo>
                    <a:pt x="6961" y="4596"/>
                    <a:pt x="6563" y="4604"/>
                    <a:pt x="6144" y="4604"/>
                  </a:cubicBezTo>
                  <a:cubicBezTo>
                    <a:pt x="3484" y="4604"/>
                    <a:pt x="0" y="4310"/>
                    <a:pt x="0" y="1"/>
                  </a:cubicBezTo>
                  <a:close/>
                </a:path>
              </a:pathLst>
            </a:custGeom>
            <a:solidFill>
              <a:srgbClr val="5EB2FC"/>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35" name="Google Shape;662;p28"/>
            <p:cNvSpPr/>
            <p:nvPr/>
          </p:nvSpPr>
          <p:spPr bwMode="auto">
            <a:xfrm>
              <a:off x="1278288" y="950100"/>
              <a:ext cx="863225" cy="583725"/>
            </a:xfrm>
            <a:custGeom>
              <a:avLst/>
              <a:gdLst/>
              <a:ahLst/>
              <a:cxnLst/>
              <a:rect l="l" t="t" r="r" b="b"/>
              <a:pathLst>
                <a:path w="34529" h="23349" fill="norm" stroke="1" extrusionOk="0">
                  <a:moveTo>
                    <a:pt x="179" y="1"/>
                  </a:moveTo>
                  <a:cubicBezTo>
                    <a:pt x="60" y="441"/>
                    <a:pt x="0" y="929"/>
                    <a:pt x="0" y="1513"/>
                  </a:cubicBezTo>
                  <a:lnTo>
                    <a:pt x="0" y="3120"/>
                  </a:lnTo>
                  <a:lnTo>
                    <a:pt x="0" y="20205"/>
                  </a:lnTo>
                  <a:lnTo>
                    <a:pt x="0" y="21825"/>
                  </a:lnTo>
                  <a:cubicBezTo>
                    <a:pt x="0" y="22396"/>
                    <a:pt x="60" y="22908"/>
                    <a:pt x="179" y="23349"/>
                  </a:cubicBezTo>
                  <a:cubicBezTo>
                    <a:pt x="934" y="20479"/>
                    <a:pt x="3946" y="20258"/>
                    <a:pt x="6319" y="20258"/>
                  </a:cubicBezTo>
                  <a:cubicBezTo>
                    <a:pt x="6752" y="20258"/>
                    <a:pt x="7164" y="20265"/>
                    <a:pt x="7537" y="20265"/>
                  </a:cubicBezTo>
                  <a:lnTo>
                    <a:pt x="22527" y="20265"/>
                  </a:lnTo>
                  <a:cubicBezTo>
                    <a:pt x="29159" y="20265"/>
                    <a:pt x="34528" y="15038"/>
                    <a:pt x="34528" y="8597"/>
                  </a:cubicBezTo>
                  <a:cubicBezTo>
                    <a:pt x="34528" y="6597"/>
                    <a:pt x="34016" y="4715"/>
                    <a:pt x="33112" y="3072"/>
                  </a:cubicBezTo>
                  <a:lnTo>
                    <a:pt x="7323" y="3072"/>
                  </a:lnTo>
                  <a:lnTo>
                    <a:pt x="7323" y="3060"/>
                  </a:lnTo>
                  <a:cubicBezTo>
                    <a:pt x="6959" y="3060"/>
                    <a:pt x="6557" y="3068"/>
                    <a:pt x="6134" y="3068"/>
                  </a:cubicBezTo>
                  <a:cubicBezTo>
                    <a:pt x="3834" y="3068"/>
                    <a:pt x="923" y="2847"/>
                    <a:pt x="179" y="1"/>
                  </a:cubicBezTo>
                  <a:close/>
                </a:path>
              </a:pathLst>
            </a:custGeom>
            <a:solidFill>
              <a:srgbClr val="0C8AE8"/>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36" name="Google Shape;663;p28"/>
            <p:cNvSpPr/>
            <p:nvPr/>
          </p:nvSpPr>
          <p:spPr bwMode="auto">
            <a:xfrm>
              <a:off x="1278288" y="812400"/>
              <a:ext cx="839100" cy="698800"/>
            </a:xfrm>
            <a:custGeom>
              <a:avLst/>
              <a:gdLst/>
              <a:ahLst/>
              <a:cxnLst/>
              <a:rect l="l" t="t" r="r" b="b"/>
              <a:pathLst>
                <a:path w="33564" h="27952" fill="norm" stroke="1" extrusionOk="0">
                  <a:moveTo>
                    <a:pt x="6144" y="1"/>
                  </a:moveTo>
                  <a:cubicBezTo>
                    <a:pt x="3484" y="1"/>
                    <a:pt x="0" y="294"/>
                    <a:pt x="0" y="4604"/>
                  </a:cubicBezTo>
                  <a:lnTo>
                    <a:pt x="0" y="6211"/>
                  </a:lnTo>
                  <a:lnTo>
                    <a:pt x="0" y="27952"/>
                  </a:lnTo>
                  <a:cubicBezTo>
                    <a:pt x="0" y="23660"/>
                    <a:pt x="3455" y="23360"/>
                    <a:pt x="6111" y="23360"/>
                  </a:cubicBezTo>
                  <a:cubicBezTo>
                    <a:pt x="6542" y="23360"/>
                    <a:pt x="6952" y="23368"/>
                    <a:pt x="7323" y="23368"/>
                  </a:cubicBezTo>
                  <a:lnTo>
                    <a:pt x="7323" y="23356"/>
                  </a:lnTo>
                  <a:lnTo>
                    <a:pt x="21896" y="23356"/>
                  </a:lnTo>
                  <a:cubicBezTo>
                    <a:pt x="28337" y="23356"/>
                    <a:pt x="33564" y="18129"/>
                    <a:pt x="33564" y="11688"/>
                  </a:cubicBezTo>
                  <a:cubicBezTo>
                    <a:pt x="33564" y="5235"/>
                    <a:pt x="28337" y="8"/>
                    <a:pt x="21896" y="8"/>
                  </a:cubicBezTo>
                  <a:lnTo>
                    <a:pt x="7323" y="8"/>
                  </a:lnTo>
                  <a:cubicBezTo>
                    <a:pt x="6961" y="8"/>
                    <a:pt x="6563" y="1"/>
                    <a:pt x="6144" y="1"/>
                  </a:cubicBezTo>
                  <a:close/>
                </a:path>
              </a:pathLst>
            </a:custGeom>
            <a:solidFill>
              <a:srgbClr val="869FB2"/>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endParaRPr sz="2400" b="0" i="0" u="none" strike="noStrike" cap="none" spc="0">
                <a:ln>
                  <a:noFill/>
                </a:ln>
                <a:solidFill>
                  <a:srgbClr val="434343"/>
                </a:solidFill>
                <a:latin typeface="Fira Sans Extra Condensed Medium"/>
                <a:ea typeface="Fira Sans Extra Condensed Medium"/>
                <a:cs typeface="Fira Sans Extra Condensed Medium"/>
              </a:endParaRPr>
            </a:p>
          </p:txBody>
        </p:sp>
        <p:sp>
          <p:nvSpPr>
            <p:cNvPr id="37" name="Google Shape;664;p28"/>
            <p:cNvSpPr/>
            <p:nvPr/>
          </p:nvSpPr>
          <p:spPr bwMode="auto">
            <a:xfrm>
              <a:off x="3872250" y="1102000"/>
              <a:ext cx="434700" cy="434700"/>
            </a:xfrm>
            <a:prstGeom prst="ellipse">
              <a:avLst/>
            </a:prstGeom>
            <a:solidFill>
              <a:srgbClr val="FFFFFF"/>
            </a:solid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Tx/>
                <a:buSzTx/>
                <a:buFontTx/>
                <a:buNone/>
                <a:defRPr/>
              </a:pPr>
              <a:r>
                <a:rPr lang="en" sz="2950" b="0" i="0" u="none" strike="noStrike" cap="none" spc="0">
                  <a:ln>
                    <a:noFill/>
                  </a:ln>
                  <a:solidFill>
                    <a:srgbClr val="5EB2FC"/>
                  </a:solidFill>
                  <a:latin typeface="Fira Sans Extra Condensed Medium"/>
                  <a:ea typeface="Fira Sans Extra Condensed Medium"/>
                  <a:cs typeface="Fira Sans Extra Condensed Medium"/>
                </a:rPr>
                <a:t>1</a:t>
              </a:r>
              <a:endParaRPr sz="2950" b="0" i="0" u="none" strike="noStrike" cap="none" spc="0">
                <a:ln>
                  <a:noFill/>
                </a:ln>
                <a:solidFill>
                  <a:srgbClr val="5EB2FC"/>
                </a:solidFill>
                <a:latin typeface="Fira Sans Extra Condensed Medium"/>
                <a:ea typeface="Fira Sans Extra Condensed Medium"/>
                <a:cs typeface="Fira Sans Extra Condensed Medium"/>
              </a:endParaRPr>
            </a:p>
          </p:txBody>
        </p:sp>
        <p:sp>
          <p:nvSpPr>
            <p:cNvPr id="38" name="Google Shape;665;p28"/>
            <p:cNvSpPr/>
            <p:nvPr/>
          </p:nvSpPr>
          <p:spPr bwMode="auto">
            <a:xfrm>
              <a:off x="2258837" y="1183750"/>
              <a:ext cx="1515115" cy="271200"/>
            </a:xfrm>
            <a:prstGeom prst="rect">
              <a:avLst/>
            </a:prstGeom>
            <a:noFill/>
            <a:ln>
              <a:noFill/>
            </a:ln>
          </p:spPr>
          <p:txBody>
            <a:bodyPr spcFirstLastPara="1" wrap="square" lIns="121900" tIns="121900" rIns="121900" bIns="121900" anchor="ctr" anchorCtr="0">
              <a:noAutofit/>
            </a:bodyPr>
            <a:lstStyle/>
            <a:p>
              <a:pPr marL="0" marR="0" lvl="0" indent="0" algn="ctr" defTabSz="914400" rtl="0">
                <a:lnSpc>
                  <a:spcPct val="100000"/>
                </a:lnSpc>
                <a:spcBef>
                  <a:spcPts val="0"/>
                </a:spcBef>
                <a:spcAft>
                  <a:spcPts val="0"/>
                </a:spcAft>
                <a:buClr>
                  <a:srgbClr val="000000"/>
                </a:buClr>
                <a:buSzPts val="1100"/>
                <a:buFontTx/>
                <a:buNone/>
                <a:defRPr/>
              </a:pPr>
              <a:r>
                <a:rPr lang="es-DO" sz="2250" b="0" i="0" u="none" strike="noStrike" cap="none" spc="0">
                  <a:ln>
                    <a:noFill/>
                  </a:ln>
                  <a:solidFill>
                    <a:srgbClr val="FFFFFF"/>
                  </a:solidFill>
                  <a:latin typeface="Fira Sans Extra Condensed Medium"/>
                  <a:ea typeface="Fira Sans Extra Condensed Medium"/>
                  <a:cs typeface="Fira Sans Extra Condensed Medium"/>
                </a:rPr>
                <a:t>AUTOR</a:t>
              </a:r>
              <a:endParaRPr sz="2400" b="0" i="0" u="none" strike="noStrike" cap="none" spc="0">
                <a:ln>
                  <a:noFill/>
                </a:ln>
                <a:solidFill>
                  <a:srgbClr val="FFFFFF"/>
                </a:solidFill>
                <a:latin typeface="Arial"/>
                <a:ea typeface="+mn-ea"/>
                <a:cs typeface="+mn-cs"/>
              </a:endParaRPr>
            </a:p>
          </p:txBody>
        </p:sp>
      </p:grpSp>
      <p:sp>
        <p:nvSpPr>
          <p:cNvPr id="1794844460" name="CuadroTexto 38"/>
          <p:cNvSpPr txBox="1"/>
          <p:nvPr/>
        </p:nvSpPr>
        <p:spPr bwMode="auto">
          <a:xfrm>
            <a:off x="3881049" y="2221713"/>
            <a:ext cx="7471099" cy="502920"/>
          </a:xfrm>
          <a:prstGeom prst="rect">
            <a:avLst/>
          </a:prstGeom>
          <a:noFill/>
        </p:spPr>
        <p:txBody>
          <a:bodyPr wrap="square" anchor="ctr">
            <a:spAutoFit/>
          </a:bodyPr>
          <a:lstStyle/>
          <a:p>
            <a:pPr lvl="0" algn="just">
              <a:defRPr/>
            </a:pPr>
            <a:r>
              <a:rPr lang="es-DO" sz="2800">
                <a:solidFill>
                  <a:schemeClr val="bg1"/>
                </a:solidFill>
                <a:latin typeface="Verlag Black"/>
              </a:rPr>
              <a:t>El profeta Samuel.</a:t>
            </a:r>
            <a:endParaRPr/>
          </a:p>
        </p:txBody>
      </p:sp>
      <p:pic>
        <p:nvPicPr>
          <p:cNvPr id="883079599" name="Gráfico 39" descr="Libro abierto contorno"/>
          <p:cNvPicPr>
            <a:picLocks noChangeAspect="1"/>
          </p:cNvPicPr>
          <p:nvPr/>
        </p:nvPicPr>
        <p:blipFill rotWithShape="1">
          <a:blip r:embed="rId11"/>
          <a:stretch/>
        </p:blipFill>
        <p:spPr bwMode="auto">
          <a:xfrm>
            <a:off x="169909" y="1764514"/>
            <a:ext cx="914400" cy="9144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tx1"/>
        </a:solidFill>
      </p:bgPr>
    </p:bg>
    <p:spTree>
      <p:nvGrpSpPr>
        <p:cNvPr id="1" name=""/>
        <p:cNvGrpSpPr/>
        <p:nvPr/>
      </p:nvGrpSpPr>
      <p:grpSpPr bwMode="auto">
        <a:xfrm>
          <a:off x="0" y="0"/>
          <a:ext cx="0" cy="0"/>
          <a:chOff x="0" y="0"/>
          <a:chExt cx="0" cy="0"/>
        </a:xfrm>
      </p:grpSpPr>
      <p:pic>
        <p:nvPicPr>
          <p:cNvPr id="624487647" name="Imagen 2" descr="Sol brillando entre los árboles&#10;&#10;Descripción generada automáticamente"/>
          <p:cNvPicPr>
            <a:picLocks noChangeAspect="1"/>
          </p:cNvPicPr>
          <p:nvPr/>
        </p:nvPicPr>
        <p:blipFill rotWithShape="1">
          <a:blip r:embed="rId3"/>
          <a:stretch/>
        </p:blipFill>
        <p:spPr bwMode="auto">
          <a:xfrm>
            <a:off x="0" y="0"/>
            <a:ext cx="12192000" cy="6858000"/>
          </a:xfrm>
          <a:prstGeom prst="rect">
            <a:avLst/>
          </a:prstGeom>
        </p:spPr>
      </p:pic>
      <p:sp>
        <p:nvSpPr>
          <p:cNvPr id="1300168545" name="Rectangle 3112"/>
          <p:cNvSpPr>
            <a:spLocks noAdjustHandles="1" noChangeArrowheads="1" noChangeAspect="1" noChangeShapeType="1" noEditPoints="1" noGrp="1" noMove="1" noResize="1" noRot="1" noTextEdit="1"/>
          </p:cNvSpPr>
          <p:nvPr/>
        </p:nvSpPr>
        <p:spPr bwMode="auto">
          <a:xfrm>
            <a:off x="1857375" y="1885950"/>
            <a:ext cx="8505825" cy="3152775"/>
          </a:xfrm>
          <a:prstGeom prst="rect">
            <a:avLst/>
          </a:prstGeom>
          <a:solidFill>
            <a:schemeClr val="bg1">
              <a:alpha val="75000"/>
            </a:schemeClr>
          </a:solidFill>
          <a:ln w="635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74000939" name="Título 1"/>
          <p:cNvSpPr txBox="1"/>
          <p:nvPr/>
        </p:nvSpPr>
        <p:spPr bwMode="auto">
          <a:xfrm>
            <a:off x="2276475" y="2247900"/>
            <a:ext cx="7581899" cy="2514600"/>
          </a:xfrm>
          <a:prstGeom prst="rect">
            <a:avLst/>
          </a:prstGeom>
        </p:spPr>
        <p:txBody>
          <a:bodyPr vert="horz" lIns="91440" tIns="45720" rIns="91440" bIns="45720" rtlCol="0" anchor="ctr">
            <a:normAutofit/>
          </a:bodyPr>
          <a:lstStyle>
            <a:lvl1pPr algn="l" defTabSz="914400" rtl="0">
              <a:lnSpc>
                <a:spcPct val="90000"/>
              </a:lnSpc>
              <a:spcBef>
                <a:spcPts val="0"/>
              </a:spcBef>
              <a:buNone/>
              <a:defRPr sz="4400">
                <a:solidFill>
                  <a:schemeClr val="tx1"/>
                </a:solidFill>
                <a:latin typeface="+mj-lt"/>
                <a:ea typeface="+mj-ea"/>
                <a:cs typeface="+mj-cs"/>
              </a:defRPr>
            </a:lvl1pPr>
          </a:lstStyle>
          <a:p>
            <a:pPr algn="ctr">
              <a:spcAft>
                <a:spcPts val="600"/>
              </a:spcAft>
              <a:defRPr/>
            </a:pPr>
            <a:r>
              <a:rPr lang="en-US" sz="8000" b="1">
                <a:solidFill>
                  <a:schemeClr val="tx1">
                    <a:lumMod val="75000"/>
                    <a:lumOff val="25000"/>
                  </a:schemeClr>
                </a:solidFill>
              </a:rPr>
              <a:t>INTRODUCCIÓN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807445852" name="Rectangle 14"/>
          <p:cNvSpPr>
            <a:spLocks noAdjustHandles="1" noChangeArrowheads="1" noChangeAspect="1" noChangeShapeType="1" noEditPoints="1" noGrp="1" noMove="1" noResize="1" noRot="1" noTextEdit="1"/>
          </p:cNvSpPr>
          <p:nvPr/>
        </p:nvSpPr>
        <p:spPr bwMode="auto">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920363461" name="Rectangle 16"/>
          <p:cNvSpPr>
            <a:spLocks noAdjustHandles="1" noChangeArrowheads="1" noChangeAspect="1" noChangeShapeType="1" noEditPoints="1" noGrp="1" noMove="1" noResize="1" noRot="1" noTextEdit="1"/>
          </p:cNvSpPr>
          <p:nvPr/>
        </p:nvSpPr>
        <p:spPr bwMode="auto">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663437527" name="Rectangle 18"/>
          <p:cNvSpPr>
            <a:spLocks noAdjustHandles="1" noChangeArrowheads="1" noChangeAspect="1" noChangeShapeType="1" noEditPoints="1" noGrp="1" noMove="1" noResize="1" noRot="1" noTextEdit="1"/>
          </p:cNvSpPr>
          <p:nvPr/>
        </p:nvSpPr>
        <p:spPr bwMode="auto">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836505797" name="Rectangle 20"/>
          <p:cNvSpPr>
            <a:spLocks noAdjustHandles="1" noChangeArrowheads="1" noChangeAspect="1" noChangeShapeType="1" noEditPoints="1" noGrp="1" noMove="1" noResize="1" noRot="1" noTextEdit="1"/>
          </p:cNvSpPr>
          <p:nvPr/>
        </p:nvSpPr>
        <p:spPr bwMode="auto">
          <a:xfrm flipH="1">
            <a:off x="8115298"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864943061" name="Rectangle 22"/>
          <p:cNvSpPr>
            <a:spLocks noAdjustHandles="1" noChangeArrowheads="1" noChangeAspect="1" noChangeShapeType="1" noEditPoints="1" noGrp="1" noMove="1" noResize="1" noRot="1" noTextEdit="1"/>
          </p:cNvSpPr>
          <p:nvPr/>
        </p:nvSpPr>
        <p:spPr bwMode="auto">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998994914" name="Título 1"/>
          <p:cNvSpPr>
            <a:spLocks noGrp="1"/>
          </p:cNvSpPr>
          <p:nvPr>
            <p:ph type="title"/>
          </p:nvPr>
        </p:nvSpPr>
        <p:spPr bwMode="auto">
          <a:xfrm>
            <a:off x="459346" y="248114"/>
            <a:ext cx="10945254" cy="1033669"/>
          </a:xfrm>
        </p:spPr>
        <p:txBody>
          <a:bodyPr>
            <a:normAutofit/>
          </a:bodyPr>
          <a:lstStyle/>
          <a:p>
            <a:pPr>
              <a:defRPr/>
            </a:pPr>
            <a:r>
              <a:rPr lang="es-DO" sz="4000">
                <a:solidFill>
                  <a:srgbClr val="FFFFFF"/>
                </a:solidFill>
              </a:rPr>
              <a:t>Introducción </a:t>
            </a:r>
            <a:endParaRPr/>
          </a:p>
        </p:txBody>
      </p:sp>
      <p:sp>
        <p:nvSpPr>
          <p:cNvPr id="92199570" name="Marcador de contenido 2"/>
          <p:cNvSpPr>
            <a:spLocks noGrp="1"/>
          </p:cNvSpPr>
          <p:nvPr>
            <p:ph idx="1"/>
          </p:nvPr>
        </p:nvSpPr>
        <p:spPr bwMode="auto">
          <a:xfrm>
            <a:off x="459346" y="1708353"/>
            <a:ext cx="10945254" cy="4341647"/>
          </a:xfrm>
        </p:spPr>
        <p:txBody>
          <a:bodyPr anchor="t">
            <a:noAutofit/>
          </a:bodyPr>
          <a:lstStyle/>
          <a:p>
            <a:pPr marL="0" indent="0" algn="just">
              <a:buNone/>
              <a:defRPr/>
            </a:pPr>
            <a:r>
              <a:rPr lang="es-DO" sz="4000">
                <a:latin typeface="Times New Roman"/>
                <a:cs typeface="Times New Roman"/>
              </a:rPr>
              <a:t>Es triste tener que enterarnos de incidentes como la caída del primer rey de Israel, Saúl; sin embargo, hechos como ese siempre se dan en la historia del pueblo de Dios. La actitud precipitada e irresponsable de Saúl cuando, en lugar de esperar a Samuel, como se le había dicho, se adelantó y ofreció el holocausto en Gilgal fue el principio del triste fin de este rey.</a:t>
            </a:r>
            <a:endParaRPr lang="es-DO"/>
          </a:p>
        </p:txBody>
      </p:sp>
      <p:pic>
        <p:nvPicPr>
          <p:cNvPr id="1661163926" name="Imagen 8"/>
          <p:cNvPicPr>
            <a:picLocks noChangeAspect="1"/>
          </p:cNvPicPr>
          <p:nvPr/>
        </p:nvPicPr>
        <p:blipFill rotWithShape="1">
          <a:blip r:embed="rId3"/>
          <a:stretch/>
        </p:blipFill>
        <p:spPr bwMode="auto">
          <a:xfrm>
            <a:off x="11281505" y="6196152"/>
            <a:ext cx="815245" cy="58231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2113333104" name="Rectangle 14"/>
          <p:cNvSpPr>
            <a:spLocks noAdjustHandles="1" noChangeArrowheads="1" noChangeAspect="1" noChangeShapeType="1" noEditPoints="1" noGrp="1" noMove="1" noResize="1" noRot="1" noTextEdit="1"/>
          </p:cNvSpPr>
          <p:nvPr/>
        </p:nvSpPr>
        <p:spPr bwMode="auto">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299871727" name="Rectangle 16"/>
          <p:cNvSpPr>
            <a:spLocks noAdjustHandles="1" noChangeArrowheads="1" noChangeAspect="1" noChangeShapeType="1" noEditPoints="1" noGrp="1" noMove="1" noResize="1" noRot="1" noTextEdit="1"/>
          </p:cNvSpPr>
          <p:nvPr/>
        </p:nvSpPr>
        <p:spPr bwMode="auto">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2057360776" name="Rectangle 18"/>
          <p:cNvSpPr>
            <a:spLocks noAdjustHandles="1" noChangeArrowheads="1" noChangeAspect="1" noChangeShapeType="1" noEditPoints="1" noGrp="1" noMove="1" noResize="1" noRot="1" noTextEdit="1"/>
          </p:cNvSpPr>
          <p:nvPr/>
        </p:nvSpPr>
        <p:spPr bwMode="auto">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932579448" name="Rectangle 20"/>
          <p:cNvSpPr>
            <a:spLocks noAdjustHandles="1" noChangeArrowheads="1" noChangeAspect="1" noChangeShapeType="1" noEditPoints="1" noGrp="1" noMove="1" noResize="1" noRot="1" noTextEdit="1"/>
          </p:cNvSpPr>
          <p:nvPr/>
        </p:nvSpPr>
        <p:spPr bwMode="auto">
          <a:xfrm flipH="1">
            <a:off x="8115298"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922162190" name="Rectangle 22"/>
          <p:cNvSpPr>
            <a:spLocks noAdjustHandles="1" noChangeArrowheads="1" noChangeAspect="1" noChangeShapeType="1" noEditPoints="1" noGrp="1" noMove="1" noResize="1" noRot="1" noTextEdit="1"/>
          </p:cNvSpPr>
          <p:nvPr/>
        </p:nvSpPr>
        <p:spPr bwMode="auto">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958967024" name="Título 1"/>
          <p:cNvSpPr>
            <a:spLocks noGrp="1"/>
          </p:cNvSpPr>
          <p:nvPr>
            <p:ph type="title"/>
          </p:nvPr>
        </p:nvSpPr>
        <p:spPr bwMode="auto">
          <a:xfrm>
            <a:off x="459346" y="248114"/>
            <a:ext cx="10945254" cy="1033669"/>
          </a:xfrm>
        </p:spPr>
        <p:txBody>
          <a:bodyPr>
            <a:normAutofit/>
          </a:bodyPr>
          <a:lstStyle/>
          <a:p>
            <a:pPr>
              <a:defRPr/>
            </a:pPr>
            <a:r>
              <a:rPr lang="es-DO" sz="4000">
                <a:solidFill>
                  <a:srgbClr val="FFFFFF"/>
                </a:solidFill>
              </a:rPr>
              <a:t>Introducción </a:t>
            </a:r>
            <a:endParaRPr/>
          </a:p>
        </p:txBody>
      </p:sp>
      <p:sp>
        <p:nvSpPr>
          <p:cNvPr id="2043224969" name="Marcador de contenido 2"/>
          <p:cNvSpPr>
            <a:spLocks noGrp="1"/>
          </p:cNvSpPr>
          <p:nvPr>
            <p:ph idx="1"/>
          </p:nvPr>
        </p:nvSpPr>
        <p:spPr bwMode="auto">
          <a:xfrm>
            <a:off x="459346" y="1708353"/>
            <a:ext cx="10945254" cy="4341647"/>
          </a:xfrm>
        </p:spPr>
        <p:txBody>
          <a:bodyPr anchor="t">
            <a:noAutofit/>
          </a:bodyPr>
          <a:lstStyle/>
          <a:p>
            <a:pPr marL="0" indent="0" algn="just">
              <a:buNone/>
              <a:defRPr/>
            </a:pPr>
            <a:r>
              <a:rPr lang="es-DO" sz="4000">
                <a:latin typeface="Times New Roman"/>
                <a:cs typeface="Times New Roman"/>
              </a:rPr>
              <a:t>Samuel lo reprendió duramente en esa ocasión, y también le anunció con profundo dolor que su reino no sería permanente, sino que Jehová se había buscado "un varón conforme a su corazón" </a:t>
            </a:r>
            <a:r>
              <a:rPr lang="es-DO" sz="4000" b="1">
                <a:latin typeface="Times New Roman"/>
                <a:cs typeface="Times New Roman"/>
              </a:rPr>
              <a:t>(1 Samuel 13:13,14)</a:t>
            </a:r>
            <a:r>
              <a:rPr lang="es-DO" sz="4000">
                <a:latin typeface="Times New Roman"/>
                <a:cs typeface="Times New Roman"/>
              </a:rPr>
              <a:t>. Después de eso vio cómo Dios usó a su hijo Jonatán para la maravillosa victoria contra los filisteos en Micmas. Desafortunadamente, le llegó a Saúl el día de su prueba final.</a:t>
            </a:r>
            <a:endParaRPr lang="es-DO"/>
          </a:p>
        </p:txBody>
      </p:sp>
      <p:pic>
        <p:nvPicPr>
          <p:cNvPr id="2141641038" name="Imagen 8"/>
          <p:cNvPicPr>
            <a:picLocks noChangeAspect="1"/>
          </p:cNvPicPr>
          <p:nvPr/>
        </p:nvPicPr>
        <p:blipFill rotWithShape="1">
          <a:blip r:embed="rId3"/>
          <a:stretch/>
        </p:blipFill>
        <p:spPr bwMode="auto">
          <a:xfrm>
            <a:off x="11281505" y="6196152"/>
            <a:ext cx="815245" cy="58231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360473118" name="Rectangle 14"/>
          <p:cNvSpPr>
            <a:spLocks noAdjustHandles="1" noChangeArrowheads="1" noChangeAspect="1" noChangeShapeType="1" noEditPoints="1" noGrp="1" noMove="1" noResize="1" noRot="1" noTextEdit="1"/>
          </p:cNvSpPr>
          <p:nvPr/>
        </p:nvSpPr>
        <p:spPr bwMode="auto">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828497294" name="Rectangle 16"/>
          <p:cNvSpPr>
            <a:spLocks noAdjustHandles="1" noChangeArrowheads="1" noChangeAspect="1" noChangeShapeType="1" noEditPoints="1" noGrp="1" noMove="1" noResize="1" noRot="1" noTextEdit="1"/>
          </p:cNvSpPr>
          <p:nvPr/>
        </p:nvSpPr>
        <p:spPr bwMode="auto">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203665700" name="Rectangle 18"/>
          <p:cNvSpPr>
            <a:spLocks noAdjustHandles="1" noChangeArrowheads="1" noChangeAspect="1" noChangeShapeType="1" noEditPoints="1" noGrp="1" noMove="1" noResize="1" noRot="1" noTextEdit="1"/>
          </p:cNvSpPr>
          <p:nvPr/>
        </p:nvSpPr>
        <p:spPr bwMode="auto">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76977140" name="Rectangle 20"/>
          <p:cNvSpPr>
            <a:spLocks noAdjustHandles="1" noChangeArrowheads="1" noChangeAspect="1" noChangeShapeType="1" noEditPoints="1" noGrp="1" noMove="1" noResize="1" noRot="1" noTextEdit="1"/>
          </p:cNvSpPr>
          <p:nvPr/>
        </p:nvSpPr>
        <p:spPr bwMode="auto">
          <a:xfrm flipH="1">
            <a:off x="8115298"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354606128" name="Rectangle 22"/>
          <p:cNvSpPr>
            <a:spLocks noAdjustHandles="1" noChangeArrowheads="1" noChangeAspect="1" noChangeShapeType="1" noEditPoints="1" noGrp="1" noMove="1" noResize="1" noRot="1" noTextEdit="1"/>
          </p:cNvSpPr>
          <p:nvPr/>
        </p:nvSpPr>
        <p:spPr bwMode="auto">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909749133" name="Título 1"/>
          <p:cNvSpPr>
            <a:spLocks noGrp="1"/>
          </p:cNvSpPr>
          <p:nvPr>
            <p:ph type="title"/>
          </p:nvPr>
        </p:nvSpPr>
        <p:spPr bwMode="auto">
          <a:xfrm>
            <a:off x="459346" y="248114"/>
            <a:ext cx="10945254" cy="1033669"/>
          </a:xfrm>
        </p:spPr>
        <p:txBody>
          <a:bodyPr>
            <a:normAutofit/>
          </a:bodyPr>
          <a:lstStyle/>
          <a:p>
            <a:pPr>
              <a:defRPr/>
            </a:pPr>
            <a:r>
              <a:rPr lang="es-DO" sz="4000">
                <a:solidFill>
                  <a:srgbClr val="FFFFFF"/>
                </a:solidFill>
              </a:rPr>
              <a:t>Introducción </a:t>
            </a:r>
            <a:endParaRPr/>
          </a:p>
        </p:txBody>
      </p:sp>
      <p:sp>
        <p:nvSpPr>
          <p:cNvPr id="947565564" name="Marcador de contenido 2"/>
          <p:cNvSpPr>
            <a:spLocks noGrp="1"/>
          </p:cNvSpPr>
          <p:nvPr>
            <p:ph idx="1"/>
          </p:nvPr>
        </p:nvSpPr>
        <p:spPr bwMode="auto">
          <a:xfrm>
            <a:off x="459346" y="1708353"/>
            <a:ext cx="10945254" cy="4341647"/>
          </a:xfrm>
        </p:spPr>
        <p:txBody>
          <a:bodyPr anchor="t">
            <a:noAutofit/>
          </a:bodyPr>
          <a:lstStyle/>
          <a:p>
            <a:pPr marL="0" indent="0" algn="just">
              <a:buNone/>
              <a:defRPr/>
            </a:pPr>
            <a:r>
              <a:rPr lang="es-DO" sz="4400">
                <a:latin typeface="Times New Roman"/>
                <a:cs typeface="Times New Roman"/>
              </a:rPr>
              <a:t>Dios lo envió a exterminar a los amalecitas, pueblo maligno que había hecho mucho daño a Israel. Saúl salió con 210 000 soldados y venció a los de Amalec; pero no cumplió con todo lo que tenía que hacer. Actuando otra vez por su propia cuenta, perdonó la vida al rey Agag y trajeron ganado y otras cosas, contra lo que Dios había ordenado.</a:t>
            </a:r>
            <a:endParaRPr lang="es-DO"/>
          </a:p>
        </p:txBody>
      </p:sp>
      <p:pic>
        <p:nvPicPr>
          <p:cNvPr id="14753103" name="Imagen 8"/>
          <p:cNvPicPr>
            <a:picLocks noChangeAspect="1"/>
          </p:cNvPicPr>
          <p:nvPr/>
        </p:nvPicPr>
        <p:blipFill rotWithShape="1">
          <a:blip r:embed="rId3"/>
          <a:stretch/>
        </p:blipFill>
        <p:spPr bwMode="auto">
          <a:xfrm>
            <a:off x="11281505" y="6196152"/>
            <a:ext cx="815245" cy="58231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280748965" name="Rectangle 14"/>
          <p:cNvSpPr>
            <a:spLocks noAdjustHandles="1" noChangeArrowheads="1" noChangeAspect="1" noChangeShapeType="1" noEditPoints="1" noGrp="1" noMove="1" noResize="1" noRot="1" noTextEdit="1"/>
          </p:cNvSpPr>
          <p:nvPr/>
        </p:nvSpPr>
        <p:spPr bwMode="auto">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496704526" name="Rectangle 16"/>
          <p:cNvSpPr>
            <a:spLocks noAdjustHandles="1" noChangeArrowheads="1" noChangeAspect="1" noChangeShapeType="1" noEditPoints="1" noGrp="1" noMove="1" noResize="1" noRot="1" noTextEdit="1"/>
          </p:cNvSpPr>
          <p:nvPr/>
        </p:nvSpPr>
        <p:spPr bwMode="auto">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140327752" name="Rectangle 18"/>
          <p:cNvSpPr>
            <a:spLocks noAdjustHandles="1" noChangeArrowheads="1" noChangeAspect="1" noChangeShapeType="1" noEditPoints="1" noGrp="1" noMove="1" noResize="1" noRot="1" noTextEdit="1"/>
          </p:cNvSpPr>
          <p:nvPr/>
        </p:nvSpPr>
        <p:spPr bwMode="auto">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005860276" name="Rectangle 20"/>
          <p:cNvSpPr>
            <a:spLocks noAdjustHandles="1" noChangeArrowheads="1" noChangeAspect="1" noChangeShapeType="1" noEditPoints="1" noGrp="1" noMove="1" noResize="1" noRot="1" noTextEdit="1"/>
          </p:cNvSpPr>
          <p:nvPr/>
        </p:nvSpPr>
        <p:spPr bwMode="auto">
          <a:xfrm flipH="1">
            <a:off x="8115298"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697793730" name="Rectangle 22"/>
          <p:cNvSpPr>
            <a:spLocks noAdjustHandles="1" noChangeArrowheads="1" noChangeAspect="1" noChangeShapeType="1" noEditPoints="1" noGrp="1" noMove="1" noResize="1" noRot="1" noTextEdit="1"/>
          </p:cNvSpPr>
          <p:nvPr/>
        </p:nvSpPr>
        <p:spPr bwMode="auto">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617238042" name="Título 1"/>
          <p:cNvSpPr>
            <a:spLocks noGrp="1"/>
          </p:cNvSpPr>
          <p:nvPr>
            <p:ph type="title"/>
          </p:nvPr>
        </p:nvSpPr>
        <p:spPr bwMode="auto">
          <a:xfrm>
            <a:off x="459346" y="248114"/>
            <a:ext cx="10945254" cy="1033669"/>
          </a:xfrm>
        </p:spPr>
        <p:txBody>
          <a:bodyPr>
            <a:normAutofit/>
          </a:bodyPr>
          <a:lstStyle/>
          <a:p>
            <a:pPr>
              <a:defRPr/>
            </a:pPr>
            <a:r>
              <a:rPr lang="es-DO" sz="4000">
                <a:solidFill>
                  <a:srgbClr val="FFFFFF"/>
                </a:solidFill>
              </a:rPr>
              <a:t>Introducción </a:t>
            </a:r>
            <a:endParaRPr/>
          </a:p>
        </p:txBody>
      </p:sp>
      <p:sp>
        <p:nvSpPr>
          <p:cNvPr id="33499234" name="Marcador de contenido 2"/>
          <p:cNvSpPr>
            <a:spLocks noGrp="1"/>
          </p:cNvSpPr>
          <p:nvPr>
            <p:ph idx="1"/>
          </p:nvPr>
        </p:nvSpPr>
        <p:spPr bwMode="auto">
          <a:xfrm>
            <a:off x="459346" y="1708353"/>
            <a:ext cx="10945254" cy="4341647"/>
          </a:xfrm>
        </p:spPr>
        <p:txBody>
          <a:bodyPr anchor="t">
            <a:noAutofit/>
          </a:bodyPr>
          <a:lstStyle/>
          <a:p>
            <a:pPr marL="0" indent="0" algn="just">
              <a:buNone/>
              <a:defRPr/>
            </a:pPr>
            <a:r>
              <a:rPr lang="es-DO" sz="4000">
                <a:latin typeface="Times New Roman"/>
                <a:cs typeface="Times New Roman"/>
              </a:rPr>
              <a:t>Samuel, nuevamente, se enfrentó a Saúl y lo declaró totalmente destituido, aunque seguiría en el puesto hasta su muerte vergonzosa. Sin embargo, el trono de Israel no quedaría vacío. Ya Dios había escogido a David, el octavo hijo de Isaí de Belén. Aquí aprendemos que nadie es indispensable en la obra de Dios.</a:t>
            </a:r>
            <a:endParaRPr lang="es-DO"/>
          </a:p>
        </p:txBody>
      </p:sp>
      <p:pic>
        <p:nvPicPr>
          <p:cNvPr id="805290810" name="Imagen 8"/>
          <p:cNvPicPr>
            <a:picLocks noChangeAspect="1"/>
          </p:cNvPicPr>
          <p:nvPr/>
        </p:nvPicPr>
        <p:blipFill rotWithShape="1">
          <a:blip r:embed="rId3"/>
          <a:stretch/>
        </p:blipFill>
        <p:spPr bwMode="auto">
          <a:xfrm>
            <a:off x="11281505" y="6196152"/>
            <a:ext cx="815245" cy="58231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1360891476" name="Imagen 4"/>
          <p:cNvPicPr>
            <a:picLocks noChangeAspect="1"/>
          </p:cNvPicPr>
          <p:nvPr/>
        </p:nvPicPr>
        <p:blipFill rotWithShape="1">
          <a:blip r:embed="rId3"/>
          <a:stretch/>
        </p:blipFill>
        <p:spPr bwMode="auto">
          <a:xfrm>
            <a:off x="0" y="0"/>
            <a:ext cx="12192000" cy="6858000"/>
          </a:xfrm>
          <a:prstGeom prst="rect">
            <a:avLst/>
          </a:prstGeom>
        </p:spPr>
      </p:pic>
      <p:sp>
        <p:nvSpPr>
          <p:cNvPr id="1280827052" name="CuadroTexto 8"/>
          <p:cNvSpPr txBox="1"/>
          <p:nvPr/>
        </p:nvSpPr>
        <p:spPr bwMode="auto">
          <a:xfrm flipH="0" flipV="0">
            <a:off x="685799" y="2779776"/>
            <a:ext cx="7277501" cy="2148840"/>
          </a:xfrm>
          <a:prstGeom prst="rect">
            <a:avLst/>
          </a:prstGeom>
        </p:spPr>
        <p:txBody>
          <a:bodyPr vert="horz" lIns="91440" tIns="0" rIns="91440" bIns="0" rtlCol="0" anchor="t">
            <a:noAutofit/>
          </a:bodyPr>
          <a:lstStyle/>
          <a:p>
            <a:pPr>
              <a:lnSpc>
                <a:spcPct val="100000"/>
              </a:lnSpc>
              <a:defRPr/>
            </a:pPr>
            <a:r>
              <a:rPr lang="es-DO" sz="3600" b="1">
                <a:solidFill>
                  <a:srgbClr val="FFFFFF"/>
                </a:solidFill>
                <a:latin typeface="Verlag Black"/>
              </a:rPr>
              <a:t>TEMA I- La caída de un hombre contrario al corazón de Dios</a:t>
            </a:r>
            <a:endParaRPr sz="3600"/>
          </a:p>
        </p:txBody>
      </p:sp>
      <p:sp>
        <p:nvSpPr>
          <p:cNvPr id="456715286" name="OrangeBar"/>
          <p:cNvSpPr/>
          <p:nvPr/>
        </p:nvSpPr>
        <p:spPr bwMode="auto">
          <a:xfrm>
            <a:off x="685800" y="2542032"/>
            <a:ext cx="1600200" cy="73152"/>
          </a:xfrm>
          <a:prstGeom prst="rect">
            <a:avLst/>
          </a:prstGeom>
          <a:solidFill>
            <a:srgbClr val="E85D04"/>
          </a:solidFill>
          <a:ln>
            <a:noFill/>
          </a:ln>
        </p:spPr>
      </p:sp>
      <p:sp>
        <p:nvSpPr>
          <p:cNvPr id="1225178171" name="GrayLine"/>
          <p:cNvSpPr/>
          <p:nvPr/>
        </p:nvSpPr>
        <p:spPr bwMode="auto">
          <a:xfrm>
            <a:off x="685800" y="5001768"/>
            <a:ext cx="4900000" cy="10972"/>
          </a:xfrm>
          <a:prstGeom prst="rect">
            <a:avLst/>
          </a:prstGeom>
          <a:solidFill>
            <a:srgbClr val="E0E0E0"/>
          </a:solidFill>
          <a:ln>
            <a:noFill/>
          </a:ln>
        </p:spPr>
      </p:sp>
      <p:sp>
        <p:nvSpPr>
          <p:cNvPr id="1232923110"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rgbClr val="FFFFFF"/>
                </a:solidFill>
                <a:latin typeface="Verlag Black"/>
              </a:rPr>
              <a:t>1 Samuel 15:1-12</a:t>
            </a:r>
            <a:endParaRPr lang="es-DO"/>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630272101" name="DefinicionCard"/>
          <p:cNvPicPr>
            <a:picLocks noChangeAspect="0"/>
          </p:cNvPicPr>
          <p:nvPr/>
        </p:nvPicPr>
        <p:blipFill rotWithShape="1">
          <a:blip r:embed="rId3"/>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2139930896" name="Imagen 4"/>
          <p:cNvPicPr>
            <a:picLocks noChangeAspect="1"/>
          </p:cNvPicPr>
          <p:nvPr/>
        </p:nvPicPr>
        <p:blipFill rotWithShape="1">
          <a:blip r:embed="rId3"/>
          <a:stretch/>
        </p:blipFill>
        <p:spPr bwMode="auto">
          <a:xfrm>
            <a:off x="0" y="0"/>
            <a:ext cx="12192000" cy="6858000"/>
          </a:xfrm>
          <a:prstGeom prst="rect">
            <a:avLst/>
          </a:prstGeom>
        </p:spPr>
      </p:pic>
      <p:sp>
        <p:nvSpPr>
          <p:cNvPr id="1499266301" name="CuadroTexto 8"/>
          <p:cNvSpPr txBox="1"/>
          <p:nvPr/>
        </p:nvSpPr>
        <p:spPr bwMode="auto">
          <a:xfrm flipH="0" flipV="0">
            <a:off x="685799" y="2779776"/>
            <a:ext cx="7061841" cy="2148840"/>
          </a:xfrm>
          <a:prstGeom prst="rect">
            <a:avLst/>
          </a:prstGeom>
        </p:spPr>
        <p:txBody>
          <a:bodyPr vert="horz" lIns="91440" tIns="0" rIns="91440" bIns="0" rtlCol="0" anchor="t">
            <a:noAutofit/>
          </a:bodyPr>
          <a:lstStyle/>
          <a:p>
            <a:pPr>
              <a:lnSpc>
                <a:spcPct val="100000"/>
              </a:lnSpc>
              <a:defRPr/>
            </a:pPr>
            <a:r>
              <a:rPr lang="es-DO" sz="3600" b="1">
                <a:solidFill>
                  <a:srgbClr val="FFFFFF"/>
                </a:solidFill>
                <a:latin typeface="Verlag Black"/>
              </a:rPr>
              <a:t>1.A- Obedecer a medias es como no obedecer</a:t>
            </a:r>
            <a:endParaRPr sz="3600"/>
          </a:p>
        </p:txBody>
      </p:sp>
      <p:sp>
        <p:nvSpPr>
          <p:cNvPr id="440608659" name="OrangeBar"/>
          <p:cNvSpPr/>
          <p:nvPr/>
        </p:nvSpPr>
        <p:spPr bwMode="auto">
          <a:xfrm>
            <a:off x="685800" y="2542032"/>
            <a:ext cx="1600200" cy="73152"/>
          </a:xfrm>
          <a:prstGeom prst="rect">
            <a:avLst/>
          </a:prstGeom>
          <a:solidFill>
            <a:srgbClr val="E85D04"/>
          </a:solidFill>
          <a:ln>
            <a:noFill/>
          </a:ln>
        </p:spPr>
      </p:sp>
      <p:sp>
        <p:nvSpPr>
          <p:cNvPr id="647782013" name="GrayLine"/>
          <p:cNvSpPr/>
          <p:nvPr/>
        </p:nvSpPr>
        <p:spPr bwMode="auto">
          <a:xfrm>
            <a:off x="685800" y="5001768"/>
            <a:ext cx="4900000" cy="10972"/>
          </a:xfrm>
          <a:prstGeom prst="rect">
            <a:avLst/>
          </a:prstGeom>
          <a:solidFill>
            <a:srgbClr val="E0E0E0"/>
          </a:solidFill>
          <a:ln>
            <a:noFill/>
          </a:ln>
        </p:spPr>
      </p:sp>
      <p:sp>
        <p:nvSpPr>
          <p:cNvPr id="1447917689"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rgbClr val="FFFFFF"/>
                </a:solidFill>
                <a:latin typeface="Verlag Black"/>
              </a:rPr>
              <a:t>1 Samuel 15:1-9</a:t>
            </a:r>
            <a:endParaRPr lang="es-DO"/>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tx1"/>
        </a:solidFill>
      </p:bgPr>
    </p:bg>
    <p:spTree>
      <p:nvGrpSpPr>
        <p:cNvPr id="1" name=""/>
        <p:cNvGrpSpPr/>
        <p:nvPr/>
      </p:nvGrpSpPr>
      <p:grpSpPr bwMode="auto">
        <a:xfrm>
          <a:off x="0" y="0"/>
          <a:ext cx="0" cy="0"/>
          <a:chOff x="0" y="0"/>
          <a:chExt cx="0" cy="0"/>
        </a:xfrm>
      </p:grpSpPr>
      <p:sp>
        <p:nvSpPr>
          <p:cNvPr id="592652296" name="CuadroTexto 3"/>
          <p:cNvSpPr txBox="1"/>
          <p:nvPr/>
        </p:nvSpPr>
        <p:spPr bwMode="auto">
          <a:xfrm>
            <a:off x="3192490" y="99420"/>
            <a:ext cx="5479235" cy="1015663"/>
          </a:xfrm>
          <a:prstGeom prst="rect">
            <a:avLst/>
          </a:prstGeom>
          <a:noFill/>
        </p:spPr>
        <p:txBody>
          <a:bodyPr wrap="square">
            <a:spAutoFit/>
          </a:bodyPr>
          <a:lstStyle/>
          <a:p>
            <a:pPr marL="0" marR="0" lvl="0" indent="0" algn="ctr" defTabSz="914400" rtl="0">
              <a:lnSpc>
                <a:spcPct val="100000"/>
              </a:lnSpc>
              <a:spcBef>
                <a:spcPts val="0"/>
              </a:spcBef>
              <a:spcAft>
                <a:spcPts val="0"/>
              </a:spcAft>
              <a:buClrTx/>
              <a:buSzTx/>
              <a:buFontTx/>
              <a:buNone/>
              <a:defRPr/>
            </a:pPr>
            <a:r>
              <a:rPr lang="es-DO" sz="6000" b="1" i="0" u="none" strike="noStrike" cap="none" spc="0">
                <a:ln>
                  <a:noFill/>
                </a:ln>
                <a:solidFill>
                  <a:prstClr val="white"/>
                </a:solidFill>
                <a:latin typeface="Calibri"/>
                <a:ea typeface="+mn-ea"/>
                <a:cs typeface="+mn-cs"/>
              </a:rPr>
              <a:t>Texto Bíblico</a:t>
            </a:r>
            <a:endParaRPr/>
          </a:p>
        </p:txBody>
      </p:sp>
      <p:sp>
        <p:nvSpPr>
          <p:cNvPr id="117770651" name="TextBox 4"/>
          <p:cNvSpPr txBox="1"/>
          <p:nvPr/>
        </p:nvSpPr>
        <p:spPr bwMode="auto">
          <a:xfrm>
            <a:off x="294515" y="856357"/>
            <a:ext cx="11602969" cy="5755422"/>
          </a:xfrm>
          <a:prstGeom prst="rect">
            <a:avLst/>
          </a:prstGeom>
          <a:noFill/>
        </p:spPr>
        <p:txBody>
          <a:bodyPr wrap="square">
            <a:noAutofit/>
          </a:bodyPr>
          <a:lstStyle/>
          <a:p>
            <a:pPr>
              <a:defRPr/>
            </a:pPr>
            <a:r>
              <a:rPr lang="es-DO" sz="4400" b="1">
                <a:solidFill>
                  <a:srgbClr val="FFFF00"/>
                </a:solidFill>
              </a:rPr>
              <a:t>1 Samuel 15:1-9</a:t>
            </a:r>
            <a:endParaRPr/>
          </a:p>
          <a:p>
            <a:pPr>
              <a:defRPr/>
            </a:pPr>
            <a:r>
              <a:rPr lang="es-DO" sz="4400" b="1">
                <a:solidFill>
                  <a:srgbClr val="FFFF00"/>
                </a:solidFill>
              </a:rPr>
              <a:t>1</a:t>
            </a:r>
            <a:r>
              <a:rPr lang="es-DO" sz="4400">
                <a:solidFill>
                  <a:srgbClr val="FFFFFF"/>
                </a:solidFill>
              </a:rPr>
              <a:t> Después Samuel dijo a Saúl: Jehová me envió a que te ungiese por rey sobre su pueblo Israel; ahora, pues, está atento a las palabras de Jehová.</a:t>
            </a:r>
            <a:endParaRPr/>
          </a:p>
          <a:p>
            <a:pPr>
              <a:defRPr/>
            </a:pPr>
            <a:r>
              <a:rPr lang="es-DO" sz="4400" b="1">
                <a:solidFill>
                  <a:srgbClr val="FFFF00"/>
                </a:solidFill>
              </a:rPr>
              <a:t>2</a:t>
            </a:r>
            <a:r>
              <a:rPr lang="es-DO" sz="4400">
                <a:solidFill>
                  <a:srgbClr val="FFFFFF"/>
                </a:solidFill>
              </a:rPr>
              <a:t> Así ha dicho Jehová de los ejércitos: Yo castigaré lo que hizo Amalec a Israel al oponérsele en el camino cuando subía de Egipto.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483926886"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86580878" name="Título 1"/>
          <p:cNvSpPr>
            <a:spLocks noGrp="1"/>
          </p:cNvSpPr>
          <p:nvPr>
            <p:ph type="title"/>
          </p:nvPr>
        </p:nvSpPr>
        <p:spPr bwMode="auto">
          <a:xfrm>
            <a:off x="162730" y="100000"/>
            <a:ext cx="11866540" cy="1050000"/>
          </a:xfrm>
        </p:spPr>
        <p:txBody>
          <a:bodyPr anchor="t">
            <a:noAutofit/>
          </a:bodyPr>
          <a:lstStyle/>
          <a:p>
            <a:pPr>
              <a:defRPr/>
            </a:pPr>
            <a:r>
              <a:rPr lang="en-US" sz="4000" b="1">
                <a:solidFill>
                  <a:schemeClr val="bg1"/>
                </a:solidFill>
                <a:highlight>
                  <a:srgbClr val="00A2E3"/>
                </a:highlight>
                <a:latin typeface="Times New Roman"/>
                <a:cs typeface="Times New Roman"/>
              </a:rPr>
              <a:t>1.A - Obedecer a medias es como no obedecer</a:t>
            </a:r>
            <a:endParaRPr lang="es-DO"/>
          </a:p>
        </p:txBody>
      </p:sp>
      <p:sp>
        <p:nvSpPr>
          <p:cNvPr id="1157360940" name="Marcador de contenido 2"/>
          <p:cNvSpPr>
            <a:spLocks noGrp="1"/>
          </p:cNvSpPr>
          <p:nvPr>
            <p:ph idx="1"/>
          </p:nvPr>
        </p:nvSpPr>
        <p:spPr bwMode="auto">
          <a:xfrm>
            <a:off x="162730" y="1200000"/>
            <a:ext cx="11866540" cy="4758672"/>
          </a:xfrm>
        </p:spPr>
        <p:txBody>
          <a:bodyPr anchor="t">
            <a:noAutofit/>
          </a:bodyPr>
          <a:lstStyle/>
          <a:p>
            <a:pPr marL="0" indent="0" algn="just">
              <a:buNone/>
              <a:defRPr/>
            </a:pPr>
            <a:r>
              <a:rPr lang="es-DO" sz="3600">
                <a:latin typeface="Times New Roman"/>
                <a:cs typeface="Times New Roman"/>
              </a:rPr>
              <a:t>La lamentable descripción de la caída de Saúl quedó como parte del contenido de la Palabra de Dios, como una advertencia a todos los que servimos al Señor. También hay aquí un dato muy interesante que responde a la pregunta sobre si un escogido de Dios puede fracasar.</a:t>
            </a:r>
            <a:endParaRPr lang="es-DO"/>
          </a:p>
        </p:txBody>
      </p:sp>
      <p:sp>
        <p:nvSpPr>
          <p:cNvPr id="1456416449"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059643909"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467698395"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14870852" name="Título 1"/>
          <p:cNvSpPr>
            <a:spLocks noGrp="1"/>
          </p:cNvSpPr>
          <p:nvPr>
            <p:ph type="title"/>
          </p:nvPr>
        </p:nvSpPr>
        <p:spPr bwMode="auto">
          <a:xfrm>
            <a:off x="162730" y="100000"/>
            <a:ext cx="11866540" cy="1050000"/>
          </a:xfrm>
        </p:spPr>
        <p:txBody>
          <a:bodyPr anchor="t">
            <a:noAutofit/>
          </a:bodyPr>
          <a:lstStyle/>
          <a:p>
            <a:pPr>
              <a:defRPr/>
            </a:pPr>
            <a:r>
              <a:rPr lang="en-US" sz="4000" b="1">
                <a:solidFill>
                  <a:schemeClr val="bg1"/>
                </a:solidFill>
                <a:highlight>
                  <a:srgbClr val="00A2E3"/>
                </a:highlight>
                <a:latin typeface="Times New Roman"/>
                <a:cs typeface="Times New Roman"/>
              </a:rPr>
              <a:t>1.A - Obedecer a medias es como no obedecer</a:t>
            </a:r>
            <a:endParaRPr lang="es-DO"/>
          </a:p>
        </p:txBody>
      </p:sp>
      <p:sp>
        <p:nvSpPr>
          <p:cNvPr id="680757918" name="Marcador de contenido 2"/>
          <p:cNvSpPr>
            <a:spLocks noGrp="1"/>
          </p:cNvSpPr>
          <p:nvPr>
            <p:ph idx="1"/>
          </p:nvPr>
        </p:nvSpPr>
        <p:spPr bwMode="auto">
          <a:xfrm>
            <a:off x="162730" y="1200000"/>
            <a:ext cx="11866540" cy="4758672"/>
          </a:xfrm>
        </p:spPr>
        <p:txBody>
          <a:bodyPr anchor="t">
            <a:noAutofit/>
          </a:bodyPr>
          <a:lstStyle/>
          <a:p>
            <a:pPr marL="0" indent="0" algn="just">
              <a:buNone/>
              <a:defRPr/>
            </a:pPr>
            <a:r>
              <a:rPr lang="es-DO" sz="4000">
                <a:latin typeface="Times New Roman"/>
                <a:cs typeface="Times New Roman"/>
              </a:rPr>
              <a:t>Esta historia, si no la forzamos, nos enseña claramente que Saúl había sido escogido, ungido y establecido por Dios y por el profeta Samuel para ser el primer rey de Israel. Es más,</a:t>
            </a:r>
            <a:r>
              <a:rPr lang="es-DO" sz="4000" b="1">
                <a:latin typeface="Times New Roman"/>
                <a:cs typeface="Times New Roman"/>
              </a:rPr>
              <a:t> en 13:13</a:t>
            </a:r>
            <a:r>
              <a:rPr lang="es-DO" sz="4000">
                <a:latin typeface="Times New Roman"/>
                <a:cs typeface="Times New Roman"/>
              </a:rPr>
              <a:t> vemos que Dios pudo haber "confirmado" el reino de Saúl "para siempre". Sin embargo, ante su desobediencia al no cumplir a cabalidad la comisión que le fue asignada, Dios lo tuvo que cortar.</a:t>
            </a:r>
            <a:endParaRPr lang="es-DO"/>
          </a:p>
        </p:txBody>
      </p:sp>
      <p:sp>
        <p:nvSpPr>
          <p:cNvPr id="1725971062"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653806291"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821042116"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18963626" name="Título 1"/>
          <p:cNvSpPr>
            <a:spLocks noGrp="1"/>
          </p:cNvSpPr>
          <p:nvPr>
            <p:ph type="title"/>
          </p:nvPr>
        </p:nvSpPr>
        <p:spPr bwMode="auto">
          <a:xfrm>
            <a:off x="162730" y="100000"/>
            <a:ext cx="11866540" cy="1050000"/>
          </a:xfrm>
        </p:spPr>
        <p:txBody>
          <a:bodyPr anchor="t">
            <a:noAutofit/>
          </a:bodyPr>
          <a:lstStyle/>
          <a:p>
            <a:pPr>
              <a:defRPr/>
            </a:pPr>
            <a:r>
              <a:rPr lang="en-US" sz="4000" b="1">
                <a:solidFill>
                  <a:schemeClr val="bg1"/>
                </a:solidFill>
                <a:highlight>
                  <a:srgbClr val="00A2E3"/>
                </a:highlight>
                <a:latin typeface="Times New Roman"/>
                <a:cs typeface="Times New Roman"/>
              </a:rPr>
              <a:t>1.A - Obedecer a medias es como no obedecer</a:t>
            </a:r>
            <a:endParaRPr lang="es-DO"/>
          </a:p>
        </p:txBody>
      </p:sp>
      <p:sp>
        <p:nvSpPr>
          <p:cNvPr id="1669464356" name="Marcador de contenido 2"/>
          <p:cNvSpPr>
            <a:spLocks noGrp="1"/>
          </p:cNvSpPr>
          <p:nvPr>
            <p:ph idx="1"/>
          </p:nvPr>
        </p:nvSpPr>
        <p:spPr bwMode="auto">
          <a:xfrm>
            <a:off x="162730" y="1200000"/>
            <a:ext cx="11866540" cy="4758672"/>
          </a:xfrm>
        </p:spPr>
        <p:txBody>
          <a:bodyPr anchor="t">
            <a:noAutofit/>
          </a:bodyPr>
          <a:lstStyle/>
          <a:p>
            <a:pPr marL="0" indent="0" algn="just">
              <a:buNone/>
              <a:defRPr/>
            </a:pPr>
            <a:r>
              <a:rPr lang="es-DO" sz="4400">
                <a:latin typeface="Times New Roman"/>
                <a:cs typeface="Times New Roman"/>
              </a:rPr>
              <a:t>Esto no es más que una clara demostración de lo que le puede suceder a cualquier ungido, si se aparta del camino del Señor. Aquí se demuestra de manera implícita que una persona salva y llamada al servicio de Dios puede perder su salvación y todo lo que Dios le ha concedido. El profeta Samuel comisionó a Saúl para esta campaña de vindicación de manera solemne.</a:t>
            </a:r>
            <a:endParaRPr lang="es-DO"/>
          </a:p>
        </p:txBody>
      </p:sp>
      <p:sp>
        <p:nvSpPr>
          <p:cNvPr id="1191316719"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499590070"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2049571774"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36298332" name="Título 1"/>
          <p:cNvSpPr>
            <a:spLocks noGrp="1"/>
          </p:cNvSpPr>
          <p:nvPr>
            <p:ph type="title"/>
          </p:nvPr>
        </p:nvSpPr>
        <p:spPr bwMode="auto">
          <a:xfrm>
            <a:off x="162730" y="100000"/>
            <a:ext cx="11866540" cy="1050000"/>
          </a:xfrm>
        </p:spPr>
        <p:txBody>
          <a:bodyPr anchor="t">
            <a:noAutofit/>
          </a:bodyPr>
          <a:lstStyle/>
          <a:p>
            <a:pPr>
              <a:defRPr/>
            </a:pPr>
            <a:r>
              <a:rPr lang="en-US" sz="4000" b="1">
                <a:solidFill>
                  <a:schemeClr val="bg1"/>
                </a:solidFill>
                <a:highlight>
                  <a:srgbClr val="00A2E3"/>
                </a:highlight>
                <a:latin typeface="Times New Roman"/>
                <a:cs typeface="Times New Roman"/>
              </a:rPr>
              <a:t>1.A - Obedecer a medias es como no obedecer</a:t>
            </a:r>
            <a:endParaRPr lang="es-DO"/>
          </a:p>
        </p:txBody>
      </p:sp>
      <p:sp>
        <p:nvSpPr>
          <p:cNvPr id="1674150148" name="Marcador de contenido 2"/>
          <p:cNvSpPr>
            <a:spLocks noGrp="1"/>
          </p:cNvSpPr>
          <p:nvPr>
            <p:ph idx="1"/>
          </p:nvPr>
        </p:nvSpPr>
        <p:spPr bwMode="auto">
          <a:xfrm>
            <a:off x="162730" y="1200000"/>
            <a:ext cx="11866540" cy="4758672"/>
          </a:xfrm>
        </p:spPr>
        <p:txBody>
          <a:bodyPr anchor="t">
            <a:noAutofit/>
          </a:bodyPr>
          <a:lstStyle/>
          <a:p>
            <a:pPr marL="0" indent="0" algn="just">
              <a:buNone/>
              <a:defRPr/>
            </a:pPr>
            <a:r>
              <a:rPr lang="es-DO" sz="3600">
                <a:latin typeface="Times New Roman"/>
                <a:cs typeface="Times New Roman"/>
              </a:rPr>
              <a:t>Primero, le hizo recordar cómo Dios le asignó a él la tarea de ungirlo rey, con lo cual se demuestra que este hijo de Cis era capaz y responsable de llevar a cabo cualquier misión. Luego lo lleva a la historia y le recuerda cómo los amalecitas habían atacado a Israel en el desierto cuando el pueblo acababa de salir de Egipto </a:t>
            </a:r>
            <a:r>
              <a:rPr lang="es-DO" sz="3600" b="1">
                <a:latin typeface="Times New Roman"/>
                <a:cs typeface="Times New Roman"/>
              </a:rPr>
              <a:t>(Éxodo 17:8-16)</a:t>
            </a:r>
            <a:r>
              <a:rPr lang="es-DO" sz="3600">
                <a:latin typeface="Times New Roman"/>
                <a:cs typeface="Times New Roman"/>
              </a:rPr>
              <a:t>.</a:t>
            </a:r>
            <a:endParaRPr lang="es-DO"/>
          </a:p>
        </p:txBody>
      </p:sp>
      <p:sp>
        <p:nvSpPr>
          <p:cNvPr id="2042373133"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31141237"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2145846195" name="Imagen 4"/>
          <p:cNvPicPr>
            <a:picLocks noChangeAspect="1"/>
          </p:cNvPicPr>
          <p:nvPr/>
        </p:nvPicPr>
        <p:blipFill rotWithShape="1">
          <a:blip r:embed="rId3"/>
          <a:stretch/>
        </p:blipFill>
        <p:spPr bwMode="auto">
          <a:xfrm>
            <a:off x="0" y="0"/>
            <a:ext cx="12192000" cy="6858000"/>
          </a:xfrm>
          <a:prstGeom prst="rect">
            <a:avLst/>
          </a:prstGeom>
        </p:spPr>
      </p:pic>
      <p:sp>
        <p:nvSpPr>
          <p:cNvPr id="2123577654" name="CuadroTexto 8"/>
          <p:cNvSpPr txBox="1"/>
          <p:nvPr/>
        </p:nvSpPr>
        <p:spPr bwMode="auto">
          <a:xfrm flipH="0" flipV="0">
            <a:off x="685799" y="2779776"/>
            <a:ext cx="6989954" cy="2148840"/>
          </a:xfrm>
          <a:prstGeom prst="rect">
            <a:avLst/>
          </a:prstGeom>
        </p:spPr>
        <p:txBody>
          <a:bodyPr vert="horz" lIns="91440" tIns="0" rIns="91440" bIns="0" rtlCol="0" anchor="t">
            <a:noAutofit/>
          </a:bodyPr>
          <a:lstStyle/>
          <a:p>
            <a:pPr>
              <a:lnSpc>
                <a:spcPct val="100000"/>
              </a:lnSpc>
              <a:defRPr/>
            </a:pPr>
            <a:r>
              <a:rPr lang="es-DO" sz="3600" b="1">
                <a:solidFill>
                  <a:srgbClr val="FFFFFF"/>
                </a:solidFill>
                <a:latin typeface="Verlag Black"/>
              </a:rPr>
              <a:t>1.B- La caída de un siervo de Dios causa pesadumbre</a:t>
            </a:r>
            <a:endParaRPr sz="3600"/>
          </a:p>
        </p:txBody>
      </p:sp>
      <p:sp>
        <p:nvSpPr>
          <p:cNvPr id="798144186" name="OrangeBar"/>
          <p:cNvSpPr/>
          <p:nvPr/>
        </p:nvSpPr>
        <p:spPr bwMode="auto">
          <a:xfrm>
            <a:off x="685800" y="2542032"/>
            <a:ext cx="1600200" cy="73152"/>
          </a:xfrm>
          <a:prstGeom prst="rect">
            <a:avLst/>
          </a:prstGeom>
          <a:solidFill>
            <a:srgbClr val="E85D04"/>
          </a:solidFill>
          <a:ln>
            <a:noFill/>
          </a:ln>
        </p:spPr>
      </p:sp>
      <p:sp>
        <p:nvSpPr>
          <p:cNvPr id="2064052339" name="GrayLine"/>
          <p:cNvSpPr/>
          <p:nvPr/>
        </p:nvSpPr>
        <p:spPr bwMode="auto">
          <a:xfrm>
            <a:off x="685800" y="5001768"/>
            <a:ext cx="4900000" cy="10972"/>
          </a:xfrm>
          <a:prstGeom prst="rect">
            <a:avLst/>
          </a:prstGeom>
          <a:solidFill>
            <a:srgbClr val="E0E0E0"/>
          </a:solidFill>
          <a:ln>
            <a:noFill/>
          </a:ln>
        </p:spPr>
      </p:sp>
      <p:sp>
        <p:nvSpPr>
          <p:cNvPr id="187246843"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rgbClr val="FFFFFF"/>
                </a:solidFill>
                <a:latin typeface="Verlag Black"/>
              </a:rPr>
              <a:t>1 Samuel 15:10-12</a:t>
            </a:r>
            <a:endParaRPr lang="es-DO"/>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tx1"/>
        </a:solidFill>
      </p:bgPr>
    </p:bg>
    <p:spTree>
      <p:nvGrpSpPr>
        <p:cNvPr id="1" name=""/>
        <p:cNvGrpSpPr/>
        <p:nvPr/>
      </p:nvGrpSpPr>
      <p:grpSpPr bwMode="auto">
        <a:xfrm>
          <a:off x="0" y="0"/>
          <a:ext cx="0" cy="0"/>
          <a:chOff x="0" y="0"/>
          <a:chExt cx="0" cy="0"/>
        </a:xfrm>
      </p:grpSpPr>
      <p:sp>
        <p:nvSpPr>
          <p:cNvPr id="1637067276" name="CuadroTexto 3"/>
          <p:cNvSpPr txBox="1"/>
          <p:nvPr/>
        </p:nvSpPr>
        <p:spPr bwMode="auto">
          <a:xfrm>
            <a:off x="4219575" y="0"/>
            <a:ext cx="3752850" cy="830997"/>
          </a:xfrm>
          <a:prstGeom prst="rect">
            <a:avLst/>
          </a:prstGeom>
          <a:noFill/>
        </p:spPr>
        <p:txBody>
          <a:bodyPr wrap="square">
            <a:spAutoFit/>
          </a:bodyPr>
          <a:lstStyle/>
          <a:p>
            <a:pPr marL="0" marR="0" lvl="0" indent="0" algn="ctr" defTabSz="914400" rtl="0">
              <a:lnSpc>
                <a:spcPct val="100000"/>
              </a:lnSpc>
              <a:spcBef>
                <a:spcPts val="0"/>
              </a:spcBef>
              <a:spcAft>
                <a:spcPts val="0"/>
              </a:spcAft>
              <a:buClrTx/>
              <a:buSzTx/>
              <a:buFontTx/>
              <a:buNone/>
              <a:defRPr/>
            </a:pPr>
            <a:r>
              <a:rPr lang="es-DO" sz="4800" b="1" i="0" u="none" strike="noStrike" cap="none" spc="0">
                <a:ln>
                  <a:noFill/>
                </a:ln>
                <a:solidFill>
                  <a:prstClr val="white"/>
                </a:solidFill>
                <a:latin typeface="Calibri"/>
                <a:ea typeface="+mn-ea"/>
                <a:cs typeface="+mn-cs"/>
              </a:rPr>
              <a:t>Texto Bíblico</a:t>
            </a:r>
            <a:endParaRPr/>
          </a:p>
        </p:txBody>
      </p:sp>
      <p:sp>
        <p:nvSpPr>
          <p:cNvPr id="1839508373" name="TextBox 4"/>
          <p:cNvSpPr txBox="1"/>
          <p:nvPr/>
        </p:nvSpPr>
        <p:spPr bwMode="auto">
          <a:xfrm>
            <a:off x="429775" y="1045028"/>
            <a:ext cx="11477522" cy="5078312"/>
          </a:xfrm>
          <a:prstGeom prst="rect">
            <a:avLst/>
          </a:prstGeom>
          <a:noFill/>
        </p:spPr>
        <p:txBody>
          <a:bodyPr wrap="square">
            <a:noAutofit/>
          </a:bodyPr>
          <a:lstStyle/>
          <a:p>
            <a:pPr marL="0" marR="0" lvl="0" indent="0" defTabSz="914400" rtl="0">
              <a:lnSpc>
                <a:spcPct val="100000"/>
              </a:lnSpc>
              <a:spcBef>
                <a:spcPts val="0"/>
              </a:spcBef>
              <a:spcAft>
                <a:spcPts val="0"/>
              </a:spcAft>
              <a:buClrTx/>
              <a:buSzTx/>
              <a:buFontTx/>
              <a:buNone/>
              <a:defRPr/>
            </a:pPr>
            <a:r>
              <a:rPr lang="es-DO" sz="4400" b="1">
                <a:solidFill>
                  <a:srgbClr val="FFFF00"/>
                </a:solidFill>
              </a:rPr>
              <a:t>1 Samuel 15:10-12</a:t>
            </a:r>
            <a:endParaRPr/>
          </a:p>
          <a:p>
            <a:pPr marL="0" marR="0" lvl="0" indent="0" defTabSz="914400" rtl="0">
              <a:lnSpc>
                <a:spcPct val="100000"/>
              </a:lnSpc>
              <a:spcBef>
                <a:spcPts val="0"/>
              </a:spcBef>
              <a:spcAft>
                <a:spcPts val="0"/>
              </a:spcAft>
              <a:buClrTx/>
              <a:buSzTx/>
              <a:buFontTx/>
              <a:buNone/>
              <a:defRPr/>
            </a:pPr>
            <a:r>
              <a:rPr lang="es-DO" sz="4400" b="1">
                <a:solidFill>
                  <a:srgbClr val="FFFF00"/>
                </a:solidFill>
              </a:rPr>
              <a:t>10</a:t>
            </a:r>
            <a:r>
              <a:rPr lang="es-DO" sz="4400">
                <a:solidFill>
                  <a:srgbClr val="FFFFFF"/>
                </a:solidFill>
              </a:rPr>
              <a:t> Y vino palabra de Jehová a Samuel, diciendo:</a:t>
            </a:r>
            <a:endParaRPr/>
          </a:p>
          <a:p>
            <a:pPr marL="0" marR="0" lvl="0" indent="0" defTabSz="914400" rtl="0">
              <a:lnSpc>
                <a:spcPct val="100000"/>
              </a:lnSpc>
              <a:spcBef>
                <a:spcPts val="0"/>
              </a:spcBef>
              <a:spcAft>
                <a:spcPts val="0"/>
              </a:spcAft>
              <a:buClrTx/>
              <a:buSzTx/>
              <a:buFontTx/>
              <a:buNone/>
              <a:defRPr/>
            </a:pPr>
            <a:r>
              <a:rPr lang="es-DO" sz="4400" b="1">
                <a:solidFill>
                  <a:srgbClr val="FFFF00"/>
                </a:solidFill>
              </a:rPr>
              <a:t>11</a:t>
            </a:r>
            <a:r>
              <a:rPr lang="es-DO" sz="4400">
                <a:solidFill>
                  <a:srgbClr val="FFFFFF"/>
                </a:solidFill>
              </a:rPr>
              <a:t> Me pesa haber puesto por rey a Saúl, porque se ha vuelto de en pos de mí, y no ha cumplido mis palabras. Y se apesadumbró Samuel, y clamó a Jehová toda aquella noche.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639329228"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761836505"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1.B - La caída de un siervo de Dios causa pesadumbre</a:t>
            </a:r>
            <a:endParaRPr lang="es-DO"/>
          </a:p>
        </p:txBody>
      </p:sp>
      <p:sp>
        <p:nvSpPr>
          <p:cNvPr id="1047279736" name="Marcador de contenido 2"/>
          <p:cNvSpPr>
            <a:spLocks noGrp="1"/>
          </p:cNvSpPr>
          <p:nvPr>
            <p:ph idx="1"/>
          </p:nvPr>
        </p:nvSpPr>
        <p:spPr bwMode="auto">
          <a:xfrm>
            <a:off x="162730" y="1200000"/>
            <a:ext cx="11866540" cy="4959638"/>
          </a:xfrm>
        </p:spPr>
        <p:txBody>
          <a:bodyPr anchor="t">
            <a:noAutofit/>
          </a:bodyPr>
          <a:lstStyle/>
          <a:p>
            <a:pPr marL="0" indent="0" algn="just">
              <a:buNone/>
              <a:defRPr/>
            </a:pPr>
            <a:r>
              <a:rPr lang="es-DO" sz="3600">
                <a:latin typeface="Times New Roman"/>
                <a:cs typeface="Times New Roman"/>
              </a:rPr>
              <a:t>Una actitud de desobediencia y rebelión contra la voluntad de Dios siempre trae consecuencias trágicas. Esos actos no solo destrozan el alma del ofensor, sino también hacen estragos en otros, especialmente los que aman y sirven al Señor. Lo que hizo Saúl ofendió profundamente a Jehová, quien lo había escogido, ungido y usado para gobernar a su pueblo.</a:t>
            </a:r>
            <a:endParaRPr lang="es-DO"/>
          </a:p>
        </p:txBody>
      </p:sp>
      <p:sp>
        <p:nvSpPr>
          <p:cNvPr id="339458283"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231466981"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053324322"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604303440"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1.B - La caída de un siervo de Dios causa pesadumbre</a:t>
            </a:r>
            <a:endParaRPr lang="es-DO"/>
          </a:p>
        </p:txBody>
      </p:sp>
      <p:sp>
        <p:nvSpPr>
          <p:cNvPr id="1963235743" name="Marcador de contenido 2"/>
          <p:cNvSpPr>
            <a:spLocks noGrp="1"/>
          </p:cNvSpPr>
          <p:nvPr>
            <p:ph idx="1"/>
          </p:nvPr>
        </p:nvSpPr>
        <p:spPr bwMode="auto">
          <a:xfrm>
            <a:off x="162730" y="1200000"/>
            <a:ext cx="11866540" cy="4959638"/>
          </a:xfrm>
        </p:spPr>
        <p:txBody>
          <a:bodyPr anchor="t">
            <a:noAutofit/>
          </a:bodyPr>
          <a:lstStyle/>
          <a:p>
            <a:pPr marL="0" indent="0" algn="just">
              <a:buNone/>
              <a:defRPr/>
            </a:pPr>
            <a:r>
              <a:rPr lang="es-DO" sz="4000">
                <a:latin typeface="Times New Roman"/>
                <a:cs typeface="Times New Roman"/>
              </a:rPr>
              <a:t>En el versículo 11, Jehová le dice a Samuel: "Me pesa haber puesto por rey a Saúl". En el versículo 35 se dice de otra manera: "Jehová se arrepentía de haber puesto a Saúl por rey sobre Israel". Sabemos que Dios no miente ni se arrepiente. Sin embargo, con esta expresión se describe el desagrado y profundo dolor que siente nuestro Dios cuando se le desobedece y ofende.</a:t>
            </a:r>
            <a:endParaRPr lang="es-DO"/>
          </a:p>
        </p:txBody>
      </p:sp>
      <p:sp>
        <p:nvSpPr>
          <p:cNvPr id="1189138979"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799384384"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234310125"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2091269634"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1.B - La caída de un siervo de Dios causa pesadumbre</a:t>
            </a:r>
            <a:endParaRPr lang="es-DO"/>
          </a:p>
        </p:txBody>
      </p:sp>
      <p:sp>
        <p:nvSpPr>
          <p:cNvPr id="279686755" name="Marcador de contenido 2"/>
          <p:cNvSpPr>
            <a:spLocks noGrp="1"/>
          </p:cNvSpPr>
          <p:nvPr>
            <p:ph idx="1"/>
          </p:nvPr>
        </p:nvSpPr>
        <p:spPr bwMode="auto">
          <a:xfrm>
            <a:off x="162730" y="1200000"/>
            <a:ext cx="11866540" cy="4959638"/>
          </a:xfrm>
        </p:spPr>
        <p:txBody>
          <a:bodyPr anchor="t">
            <a:noAutofit/>
          </a:bodyPr>
          <a:lstStyle/>
          <a:p>
            <a:pPr marL="0" indent="0" algn="just">
              <a:buNone/>
              <a:defRPr/>
            </a:pPr>
            <a:r>
              <a:rPr lang="es-DO" sz="4000">
                <a:latin typeface="Times New Roman"/>
                <a:cs typeface="Times New Roman"/>
              </a:rPr>
              <a:t>Una cosa es cierta: Dios siente dolor cuando tiene que cortar lo malo, pero su misma santidad no le permite tolerarlo. Como líderes y siervos de Dios, muchas veces titubeamos en corregir un error o cambiar a alguien que ha fallado; sin embargo, es mejor seguir las instrucciones divinas y buscar la alternativa que glorifique su nombre.</a:t>
            </a:r>
            <a:endParaRPr lang="es-DO"/>
          </a:p>
        </p:txBody>
      </p:sp>
      <p:sp>
        <p:nvSpPr>
          <p:cNvPr id="1346209211"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606217754"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779481651"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162840891"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1.B - La caída de un siervo de Dios causa pesadumbre</a:t>
            </a:r>
            <a:endParaRPr lang="es-DO"/>
          </a:p>
        </p:txBody>
      </p:sp>
      <p:sp>
        <p:nvSpPr>
          <p:cNvPr id="977311055" name="Marcador de contenido 2"/>
          <p:cNvSpPr>
            <a:spLocks noGrp="1"/>
          </p:cNvSpPr>
          <p:nvPr>
            <p:ph idx="1"/>
          </p:nvPr>
        </p:nvSpPr>
        <p:spPr bwMode="auto">
          <a:xfrm>
            <a:off x="162730" y="1200000"/>
            <a:ext cx="11866540" cy="5090268"/>
          </a:xfrm>
        </p:spPr>
        <p:txBody>
          <a:bodyPr anchor="t">
            <a:noAutofit/>
          </a:bodyPr>
          <a:lstStyle/>
          <a:p>
            <a:pPr marL="0" indent="0" algn="just">
              <a:buNone/>
              <a:defRPr/>
            </a:pPr>
            <a:r>
              <a:rPr lang="es-DO" sz="4000">
                <a:latin typeface="Times New Roman"/>
                <a:cs typeface="Times New Roman"/>
              </a:rPr>
              <a:t>La Biblia registra ejemplos claros de corrección y juicio bajo la poderosa mano de Dios. Cuando la humanidad se corrompió y tuvo que ser destruida por medio del diluvio, Dios se arrepintió y le pesó en su corazón haber hecho al hombre </a:t>
            </a:r>
            <a:r>
              <a:rPr lang="es-DO" sz="4000" b="1">
                <a:latin typeface="Times New Roman"/>
                <a:cs typeface="Times New Roman"/>
              </a:rPr>
              <a:t>(Génesis 6:6)</a:t>
            </a:r>
            <a:r>
              <a:rPr lang="es-DO" sz="4000">
                <a:latin typeface="Times New Roman"/>
                <a:cs typeface="Times New Roman"/>
              </a:rPr>
              <a:t>. Esto no lo hace menos Dios, ni podemos pensar que haya habido alguna falla en su obra.</a:t>
            </a:r>
            <a:endParaRPr lang="es-DO"/>
          </a:p>
        </p:txBody>
      </p:sp>
      <p:sp>
        <p:nvSpPr>
          <p:cNvPr id="832829134"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18912141"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369882177"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2080241219"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1.B - La caída de un siervo de Dios causa pesadumbre</a:t>
            </a:r>
            <a:endParaRPr lang="es-DO"/>
          </a:p>
        </p:txBody>
      </p:sp>
      <p:sp>
        <p:nvSpPr>
          <p:cNvPr id="92591185" name="Marcador de contenido 2"/>
          <p:cNvSpPr>
            <a:spLocks noGrp="1"/>
          </p:cNvSpPr>
          <p:nvPr>
            <p:ph idx="1"/>
          </p:nvPr>
        </p:nvSpPr>
        <p:spPr bwMode="auto">
          <a:xfrm>
            <a:off x="162730" y="1200000"/>
            <a:ext cx="11866540" cy="5090268"/>
          </a:xfrm>
        </p:spPr>
        <p:txBody>
          <a:bodyPr anchor="t">
            <a:noAutofit/>
          </a:bodyPr>
          <a:lstStyle/>
          <a:p>
            <a:pPr marL="0" indent="0" algn="just">
              <a:buNone/>
              <a:defRPr/>
            </a:pPr>
            <a:r>
              <a:rPr lang="es-DO" sz="3600">
                <a:latin typeface="Times New Roman"/>
                <a:cs typeface="Times New Roman"/>
              </a:rPr>
              <a:t>Lo que aprendemos es que Dios aborreció el pecado que había en el hombre e impuso su justicia al acabar con aquella generación depravada, porque su santidad así lo exige. Aprendemos también que nuestro Dios es una persona, que siente, piensa y se disgusta, pero tras la aplicación de su voluntad punitiva, provee también el medio de salvación.</a:t>
            </a:r>
            <a:endParaRPr lang="es-DO"/>
          </a:p>
        </p:txBody>
      </p:sp>
      <p:sp>
        <p:nvSpPr>
          <p:cNvPr id="1256683938"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942149247"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420962752" name="Imagen 4"/>
          <p:cNvPicPr>
            <a:picLocks noChangeAspect="1"/>
          </p:cNvPicPr>
          <p:nvPr/>
        </p:nvPicPr>
        <p:blipFill rotWithShape="1">
          <a:blip r:embed="rId3"/>
          <a:stretch/>
        </p:blipFill>
        <p:spPr bwMode="auto">
          <a:xfrm>
            <a:off x="0" y="0"/>
            <a:ext cx="12192000" cy="6858000"/>
          </a:xfrm>
          <a:prstGeom prst="rect">
            <a:avLst/>
          </a:prstGeom>
        </p:spPr>
      </p:pic>
      <p:sp>
        <p:nvSpPr>
          <p:cNvPr id="1472117853" name="CuadroTexto 8"/>
          <p:cNvSpPr txBox="1"/>
          <p:nvPr/>
        </p:nvSpPr>
        <p:spPr bwMode="auto">
          <a:xfrm flipH="0" flipV="0">
            <a:off x="685799" y="2779776"/>
            <a:ext cx="6612548" cy="2148840"/>
          </a:xfrm>
          <a:prstGeom prst="rect">
            <a:avLst/>
          </a:prstGeom>
        </p:spPr>
        <p:txBody>
          <a:bodyPr vert="horz" lIns="91440" tIns="0" rIns="91440" bIns="0" rtlCol="0" anchor="t">
            <a:noAutofit/>
          </a:bodyPr>
          <a:lstStyle/>
          <a:p>
            <a:pPr>
              <a:lnSpc>
                <a:spcPct val="100000"/>
              </a:lnSpc>
              <a:defRPr/>
            </a:pPr>
            <a:r>
              <a:rPr lang="es-DO" sz="3600" b="1">
                <a:solidFill>
                  <a:srgbClr val="FFFFFF"/>
                </a:solidFill>
                <a:latin typeface="Verlag Black"/>
              </a:rPr>
              <a:t>TEMA II- La caída de un hombre contrario al corazón de Dios</a:t>
            </a:r>
            <a:endParaRPr sz="3600"/>
          </a:p>
        </p:txBody>
      </p:sp>
      <p:sp>
        <p:nvSpPr>
          <p:cNvPr id="1183362257" name="OrangeBar"/>
          <p:cNvSpPr/>
          <p:nvPr/>
        </p:nvSpPr>
        <p:spPr bwMode="auto">
          <a:xfrm>
            <a:off x="685800" y="2542032"/>
            <a:ext cx="1600200" cy="73152"/>
          </a:xfrm>
          <a:prstGeom prst="rect">
            <a:avLst/>
          </a:prstGeom>
          <a:solidFill>
            <a:srgbClr val="E85D04"/>
          </a:solidFill>
          <a:ln>
            <a:noFill/>
          </a:ln>
        </p:spPr>
      </p:sp>
      <p:sp>
        <p:nvSpPr>
          <p:cNvPr id="1966203673" name="GrayLine"/>
          <p:cNvSpPr/>
          <p:nvPr/>
        </p:nvSpPr>
        <p:spPr bwMode="auto">
          <a:xfrm>
            <a:off x="685800" y="5001768"/>
            <a:ext cx="4900000" cy="10972"/>
          </a:xfrm>
          <a:prstGeom prst="rect">
            <a:avLst/>
          </a:prstGeom>
          <a:solidFill>
            <a:srgbClr val="E0E0E0"/>
          </a:solidFill>
          <a:ln>
            <a:noFill/>
          </a:ln>
        </p:spPr>
      </p:sp>
      <p:sp>
        <p:nvSpPr>
          <p:cNvPr id="754707205"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rgbClr val="FFFFFF"/>
                </a:solidFill>
                <a:latin typeface="Verlag Black"/>
              </a:rPr>
              <a:t>1 Samuel 15:13-35</a:t>
            </a:r>
            <a:endParaRPr lang="es-DO"/>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630272101" name="DefinicionCard"/>
          <p:cNvPicPr>
            <a:picLocks noChangeAspect="0"/>
          </p:cNvPicPr>
          <p:nvPr/>
        </p:nvPicPr>
        <p:blipFill rotWithShape="1">
          <a:blip r:embed="rId3"/>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1852902920" name="Imagen 4"/>
          <p:cNvPicPr>
            <a:picLocks noChangeAspect="1"/>
          </p:cNvPicPr>
          <p:nvPr/>
        </p:nvPicPr>
        <p:blipFill rotWithShape="1">
          <a:blip r:embed="rId3"/>
          <a:stretch/>
        </p:blipFill>
        <p:spPr bwMode="auto">
          <a:xfrm>
            <a:off x="0" y="0"/>
            <a:ext cx="12192000" cy="6858000"/>
          </a:xfrm>
          <a:prstGeom prst="rect">
            <a:avLst/>
          </a:prstGeom>
        </p:spPr>
      </p:pic>
      <p:sp>
        <p:nvSpPr>
          <p:cNvPr id="54097321" name="CuadroTexto 8"/>
          <p:cNvSpPr txBox="1"/>
          <p:nvPr/>
        </p:nvSpPr>
        <p:spPr bwMode="auto">
          <a:xfrm flipH="0" flipV="0">
            <a:off x="685799" y="2779776"/>
            <a:ext cx="6720379" cy="2148840"/>
          </a:xfrm>
          <a:prstGeom prst="rect">
            <a:avLst/>
          </a:prstGeom>
        </p:spPr>
        <p:txBody>
          <a:bodyPr vert="horz" lIns="91440" tIns="0" rIns="91440" bIns="0" rtlCol="0" anchor="t">
            <a:noAutofit/>
          </a:bodyPr>
          <a:lstStyle/>
          <a:p>
            <a:pPr>
              <a:lnSpc>
                <a:spcPct val="100000"/>
              </a:lnSpc>
              <a:defRPr/>
            </a:pPr>
            <a:r>
              <a:rPr lang="es-DO" sz="3600" b="1">
                <a:solidFill>
                  <a:srgbClr val="1A1A2E"/>
                </a:solidFill>
                <a:latin typeface="Verlag Black"/>
              </a:rPr>
              <a:t>2.A- Las excusas no valen cuando se está frente a Dios</a:t>
            </a:r>
            <a:endParaRPr sz="3600"/>
          </a:p>
        </p:txBody>
      </p:sp>
      <p:sp>
        <p:nvSpPr>
          <p:cNvPr id="307030456" name="OrangeBar"/>
          <p:cNvSpPr/>
          <p:nvPr/>
        </p:nvSpPr>
        <p:spPr bwMode="auto">
          <a:xfrm>
            <a:off x="685800" y="2542032"/>
            <a:ext cx="1600200" cy="73152"/>
          </a:xfrm>
          <a:prstGeom prst="rect">
            <a:avLst/>
          </a:prstGeom>
          <a:solidFill>
            <a:srgbClr val="E85D04"/>
          </a:solidFill>
          <a:ln>
            <a:noFill/>
          </a:ln>
        </p:spPr>
      </p:sp>
      <p:sp>
        <p:nvSpPr>
          <p:cNvPr id="183918051" name="GrayLine"/>
          <p:cNvSpPr/>
          <p:nvPr/>
        </p:nvSpPr>
        <p:spPr bwMode="auto">
          <a:xfrm>
            <a:off x="685800" y="5001768"/>
            <a:ext cx="4900000" cy="10972"/>
          </a:xfrm>
          <a:prstGeom prst="rect">
            <a:avLst/>
          </a:prstGeom>
          <a:solidFill>
            <a:srgbClr val="B0B0B0"/>
          </a:solidFill>
          <a:ln>
            <a:noFill/>
          </a:ln>
        </p:spPr>
      </p:sp>
      <p:sp>
        <p:nvSpPr>
          <p:cNvPr id="1808799213"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rgbClr val="1A1A2E"/>
                </a:solidFill>
                <a:latin typeface="Verlag Black"/>
              </a:rPr>
              <a:t>1 Samuel 15:13-21</a:t>
            </a:r>
            <a:endParaRPr lang="es-DO"/>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tx1"/>
        </a:solidFill>
      </p:bgPr>
    </p:bg>
    <p:spTree>
      <p:nvGrpSpPr>
        <p:cNvPr id="1" name=""/>
        <p:cNvGrpSpPr/>
        <p:nvPr/>
      </p:nvGrpSpPr>
      <p:grpSpPr bwMode="auto">
        <a:xfrm>
          <a:off x="0" y="0"/>
          <a:ext cx="0" cy="0"/>
          <a:chOff x="0" y="0"/>
          <a:chExt cx="0" cy="0"/>
        </a:xfrm>
      </p:grpSpPr>
      <p:sp>
        <p:nvSpPr>
          <p:cNvPr id="1560966649" name="CuadroTexto 3"/>
          <p:cNvSpPr txBox="1"/>
          <p:nvPr/>
        </p:nvSpPr>
        <p:spPr bwMode="auto">
          <a:xfrm>
            <a:off x="3947537" y="90435"/>
            <a:ext cx="3752850" cy="830997"/>
          </a:xfrm>
          <a:prstGeom prst="rect">
            <a:avLst/>
          </a:prstGeom>
          <a:noFill/>
        </p:spPr>
        <p:txBody>
          <a:bodyPr wrap="square">
            <a:spAutoFit/>
          </a:bodyPr>
          <a:lstStyle/>
          <a:p>
            <a:pPr marL="0" marR="0" lvl="0" indent="0" algn="ctr" defTabSz="914400" rtl="0">
              <a:lnSpc>
                <a:spcPct val="100000"/>
              </a:lnSpc>
              <a:spcBef>
                <a:spcPts val="0"/>
              </a:spcBef>
              <a:spcAft>
                <a:spcPts val="0"/>
              </a:spcAft>
              <a:buClrTx/>
              <a:buSzTx/>
              <a:buFontTx/>
              <a:buNone/>
              <a:defRPr/>
            </a:pPr>
            <a:r>
              <a:rPr lang="es-DO" sz="4800" b="1" i="0" u="none" strike="noStrike" cap="none" spc="0">
                <a:ln>
                  <a:noFill/>
                </a:ln>
                <a:solidFill>
                  <a:prstClr val="white"/>
                </a:solidFill>
                <a:latin typeface="Calibri"/>
                <a:ea typeface="+mn-ea"/>
                <a:cs typeface="+mn-cs"/>
              </a:rPr>
              <a:t>Texto Bíblico</a:t>
            </a:r>
            <a:endParaRPr/>
          </a:p>
        </p:txBody>
      </p:sp>
      <p:sp>
        <p:nvSpPr>
          <p:cNvPr id="615935985" name="TextBox 4"/>
          <p:cNvSpPr txBox="1"/>
          <p:nvPr/>
        </p:nvSpPr>
        <p:spPr bwMode="auto">
          <a:xfrm>
            <a:off x="294515" y="856357"/>
            <a:ext cx="11602969" cy="5755422"/>
          </a:xfrm>
          <a:prstGeom prst="rect">
            <a:avLst/>
          </a:prstGeom>
          <a:noFill/>
        </p:spPr>
        <p:txBody>
          <a:bodyPr wrap="square">
            <a:noAutofit/>
          </a:bodyPr>
          <a:lstStyle/>
          <a:p>
            <a:pPr marL="0" marR="0" lvl="0" indent="0" algn="l" defTabSz="914400" rtl="0">
              <a:lnSpc>
                <a:spcPct val="100000"/>
              </a:lnSpc>
              <a:spcBef>
                <a:spcPts val="0"/>
              </a:spcBef>
              <a:spcAft>
                <a:spcPts val="0"/>
              </a:spcAft>
              <a:buClrTx/>
              <a:buSzTx/>
              <a:buFontTx/>
              <a:buNone/>
              <a:defRPr/>
            </a:pPr>
            <a:r>
              <a:rPr lang="es-DO" sz="4400" b="1">
                <a:solidFill>
                  <a:srgbClr val="FFFF00"/>
                </a:solidFill>
              </a:rPr>
              <a:t>1 Samuel 15:13-21</a:t>
            </a:r>
            <a:endParaRPr/>
          </a:p>
          <a:p>
            <a:pPr marL="0" marR="0" lvl="0" indent="0" algn="l" defTabSz="914400" rtl="0">
              <a:lnSpc>
                <a:spcPct val="100000"/>
              </a:lnSpc>
              <a:spcBef>
                <a:spcPts val="0"/>
              </a:spcBef>
              <a:spcAft>
                <a:spcPts val="0"/>
              </a:spcAft>
              <a:buClrTx/>
              <a:buSzTx/>
              <a:buFontTx/>
              <a:buNone/>
              <a:defRPr/>
            </a:pPr>
            <a:r>
              <a:rPr lang="es-DO" sz="4400" b="1">
                <a:solidFill>
                  <a:srgbClr val="FFFF00"/>
                </a:solidFill>
              </a:rPr>
              <a:t>13</a:t>
            </a:r>
            <a:r>
              <a:rPr lang="es-DO" sz="4400">
                <a:solidFill>
                  <a:srgbClr val="FFFFFF"/>
                </a:solidFill>
              </a:rPr>
              <a:t> Vino, pues, Samuel a Saúl, y Saúl le dijo: Bendito seas tú de Jehová; yo he cumplido la palabra de Jehová.</a:t>
            </a:r>
            <a:endParaRPr/>
          </a:p>
          <a:p>
            <a:pPr marL="0" marR="0" lvl="0" indent="0" algn="l" defTabSz="914400" rtl="0">
              <a:lnSpc>
                <a:spcPct val="100000"/>
              </a:lnSpc>
              <a:spcBef>
                <a:spcPts val="0"/>
              </a:spcBef>
              <a:spcAft>
                <a:spcPts val="0"/>
              </a:spcAft>
              <a:buClrTx/>
              <a:buSzTx/>
              <a:buFontTx/>
              <a:buNone/>
              <a:defRPr/>
            </a:pPr>
            <a:r>
              <a:rPr lang="es-DO" sz="4400" b="1">
                <a:solidFill>
                  <a:srgbClr val="FFFF00"/>
                </a:solidFill>
              </a:rPr>
              <a:t>14</a:t>
            </a:r>
            <a:r>
              <a:rPr lang="es-DO" sz="4400">
                <a:solidFill>
                  <a:srgbClr val="FFFFFF"/>
                </a:solidFill>
              </a:rPr>
              <a:t> Samuel entonces dijo: ¿Pues qué balido de ovejas y bramido de vacas es este que yo oigo con mis oídos?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808264989"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937817212"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2.A - Las excusas no valen cuando se está frente a Dios</a:t>
            </a:r>
            <a:endParaRPr lang="es-DO"/>
          </a:p>
        </p:txBody>
      </p:sp>
      <p:sp>
        <p:nvSpPr>
          <p:cNvPr id="676581809" name="Marcador de contenido 2"/>
          <p:cNvSpPr>
            <a:spLocks noGrp="1"/>
          </p:cNvSpPr>
          <p:nvPr>
            <p:ph idx="1"/>
          </p:nvPr>
        </p:nvSpPr>
        <p:spPr bwMode="auto">
          <a:xfrm>
            <a:off x="162730" y="1200000"/>
            <a:ext cx="11866540" cy="5115387"/>
          </a:xfrm>
        </p:spPr>
        <p:txBody>
          <a:bodyPr anchor="t">
            <a:noAutofit/>
          </a:bodyPr>
          <a:lstStyle/>
          <a:p>
            <a:pPr marL="0" indent="0" algn="just">
              <a:buNone/>
              <a:defRPr/>
            </a:pPr>
            <a:r>
              <a:rPr lang="es-DO" sz="4000">
                <a:latin typeface="Times New Roman"/>
                <a:cs typeface="Times New Roman"/>
              </a:rPr>
              <a:t>Un refrán popular dice que "desde que se inventaron las excusas, nadie queda mal"; pero la realidad es otra: cuando estamos frente al Señor, las excusas no sirven para nada. Los humanos siempre han tratado de justificar sus hechos y racionalizar sus faltas. Adán acusó a su mujer y culpó a Dios de haberlo expuesto a la tentación </a:t>
            </a:r>
            <a:r>
              <a:rPr lang="es-DO" sz="4000" b="1">
                <a:latin typeface="Times New Roman"/>
                <a:cs typeface="Times New Roman"/>
              </a:rPr>
              <a:t>(Génesis 3:12)</a:t>
            </a:r>
            <a:r>
              <a:rPr lang="es-DO" sz="4000">
                <a:latin typeface="Times New Roman"/>
                <a:cs typeface="Times New Roman"/>
              </a:rPr>
              <a:t>.</a:t>
            </a:r>
            <a:endParaRPr lang="es-DO"/>
          </a:p>
        </p:txBody>
      </p:sp>
      <p:sp>
        <p:nvSpPr>
          <p:cNvPr id="990712515"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89942826"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79139168"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136606005"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2.A - Las excusas no valen cuando se está frente a Dios</a:t>
            </a:r>
            <a:endParaRPr lang="es-DO"/>
          </a:p>
        </p:txBody>
      </p:sp>
      <p:sp>
        <p:nvSpPr>
          <p:cNvPr id="849331367" name="Marcador de contenido 2"/>
          <p:cNvSpPr>
            <a:spLocks noGrp="1"/>
          </p:cNvSpPr>
          <p:nvPr>
            <p:ph idx="1"/>
          </p:nvPr>
        </p:nvSpPr>
        <p:spPr bwMode="auto">
          <a:xfrm>
            <a:off x="162730" y="1200000"/>
            <a:ext cx="11866540" cy="5115387"/>
          </a:xfrm>
        </p:spPr>
        <p:txBody>
          <a:bodyPr anchor="t">
            <a:noAutofit/>
          </a:bodyPr>
          <a:lstStyle/>
          <a:p>
            <a:pPr marL="0" indent="0" algn="just">
              <a:buNone/>
              <a:defRPr/>
            </a:pPr>
            <a:r>
              <a:rPr lang="es-DO" sz="4000">
                <a:latin typeface="Times New Roman"/>
                <a:cs typeface="Times New Roman"/>
              </a:rPr>
              <a:t>Los psicólogos modernos abogan por una justificación de los actos pecaminosos, tratándolos como "mecanismos de defensa" y "respuestas circunstanciales". Pero la Biblia dice que "todo lo que no proviene de fe, es pecado" </a:t>
            </a:r>
            <a:r>
              <a:rPr lang="es-DO" sz="4000" b="1">
                <a:latin typeface="Times New Roman"/>
                <a:cs typeface="Times New Roman"/>
              </a:rPr>
              <a:t>(Romanos 14:23)</a:t>
            </a:r>
            <a:r>
              <a:rPr lang="es-DO" sz="4000">
                <a:latin typeface="Times New Roman"/>
                <a:cs typeface="Times New Roman"/>
              </a:rPr>
              <a:t> y que "al que sabe hacer lo bueno, y no lo hace, le es pecado" </a:t>
            </a:r>
            <a:r>
              <a:rPr lang="es-DO" sz="4000" b="1">
                <a:latin typeface="Times New Roman"/>
                <a:cs typeface="Times New Roman"/>
              </a:rPr>
              <a:t>(Santiago 4:17)</a:t>
            </a:r>
            <a:r>
              <a:rPr lang="es-DO" sz="4000">
                <a:latin typeface="Times New Roman"/>
                <a:cs typeface="Times New Roman"/>
              </a:rPr>
              <a:t>.</a:t>
            </a:r>
            <a:endParaRPr lang="es-DO"/>
          </a:p>
        </p:txBody>
      </p:sp>
      <p:sp>
        <p:nvSpPr>
          <p:cNvPr id="1930349423"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363895409"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578218506"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483120786"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2.A - Las excusas no valen cuando se está frente a Dios</a:t>
            </a:r>
            <a:endParaRPr lang="es-DO"/>
          </a:p>
        </p:txBody>
      </p:sp>
      <p:sp>
        <p:nvSpPr>
          <p:cNvPr id="2122719262" name="Marcador de contenido 2"/>
          <p:cNvSpPr>
            <a:spLocks noGrp="1"/>
          </p:cNvSpPr>
          <p:nvPr>
            <p:ph idx="1"/>
          </p:nvPr>
        </p:nvSpPr>
        <p:spPr bwMode="auto">
          <a:xfrm>
            <a:off x="162730" y="1200000"/>
            <a:ext cx="11866540" cy="5115387"/>
          </a:xfrm>
        </p:spPr>
        <p:txBody>
          <a:bodyPr anchor="t">
            <a:noAutofit/>
          </a:bodyPr>
          <a:lstStyle/>
          <a:p>
            <a:pPr marL="0" indent="0" algn="just">
              <a:buNone/>
              <a:defRPr/>
            </a:pPr>
            <a:r>
              <a:rPr lang="es-DO" sz="3600">
                <a:latin typeface="Times New Roman"/>
                <a:cs typeface="Times New Roman"/>
              </a:rPr>
              <a:t>También se dice que el "pecado es infracción de la ley" </a:t>
            </a:r>
            <a:r>
              <a:rPr lang="es-DO" sz="3600" b="1">
                <a:latin typeface="Times New Roman"/>
                <a:cs typeface="Times New Roman"/>
              </a:rPr>
              <a:t>(1 Juan 3:4)</a:t>
            </a:r>
            <a:r>
              <a:rPr lang="es-DO" sz="3600">
                <a:latin typeface="Times New Roman"/>
                <a:cs typeface="Times New Roman"/>
              </a:rPr>
              <a:t>, lo cual no es otra cosa que desobediencia a Dios. Al examinar la conducta que manifestó el rey al estar frente al profeta Samuel:</a:t>
            </a:r>
            <a:endParaRPr lang="es-DO"/>
          </a:p>
          <a:p>
            <a:pPr marL="0" indent="0" algn="just">
              <a:buNone/>
              <a:defRPr/>
            </a:pPr>
            <a:r>
              <a:rPr lang="es-DO" sz="3600">
                <a:latin typeface="Times New Roman"/>
                <a:cs typeface="Times New Roman"/>
              </a:rPr>
              <a:t>(1) Saludó de manera irónica a Samuel (15:13) y pretendió engañarlo al decirle: "yo he cumplido la palabra de Jehová". ¿Cómo puede un corazón hacerse tan duro e insensible ante sus faltas?</a:t>
            </a:r>
            <a:endParaRPr lang="es-DO"/>
          </a:p>
        </p:txBody>
      </p:sp>
      <p:sp>
        <p:nvSpPr>
          <p:cNvPr id="1464482672"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613152505"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962888687"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765433592"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2.A - Las excusas no valen cuando se está frente a Dios</a:t>
            </a:r>
            <a:endParaRPr lang="es-DO"/>
          </a:p>
        </p:txBody>
      </p:sp>
      <p:sp>
        <p:nvSpPr>
          <p:cNvPr id="1820165051" name="Marcador de contenido 2"/>
          <p:cNvSpPr>
            <a:spLocks noGrp="1"/>
          </p:cNvSpPr>
          <p:nvPr>
            <p:ph idx="1"/>
          </p:nvPr>
        </p:nvSpPr>
        <p:spPr bwMode="auto">
          <a:xfrm>
            <a:off x="162730" y="1200000"/>
            <a:ext cx="11866540" cy="5115387"/>
          </a:xfrm>
        </p:spPr>
        <p:txBody>
          <a:bodyPr anchor="t">
            <a:noAutofit/>
          </a:bodyPr>
          <a:lstStyle/>
          <a:p>
            <a:pPr marL="0" indent="0" algn="just">
              <a:buNone/>
              <a:defRPr/>
            </a:pPr>
            <a:r>
              <a:rPr lang="es-DO" sz="3600">
                <a:latin typeface="Times New Roman"/>
                <a:cs typeface="Times New Roman"/>
              </a:rPr>
              <a:t>(2) Acusó al pueblo (15:21) al decir que ellos habían tomado "del botín ovejas y vacas".</a:t>
            </a:r>
            <a:endParaRPr lang="es-DO"/>
          </a:p>
          <a:p>
            <a:pPr marL="0" indent="0" algn="just">
              <a:buNone/>
              <a:defRPr/>
            </a:pPr>
            <a:r>
              <a:rPr lang="es-DO" sz="3600">
                <a:latin typeface="Times New Roman"/>
                <a:cs typeface="Times New Roman"/>
              </a:rPr>
              <a:t>(3) Racionalizó su pecado al pretender que lo que traían era "las primicias del anatema, para ofrecer sacrificios a Jehová". Es común escuchar cómo la gente se esfuerza más en presentar excusas que en reconocer sus errores.</a:t>
            </a:r>
            <a:endParaRPr lang="es-DO"/>
          </a:p>
        </p:txBody>
      </p:sp>
      <p:sp>
        <p:nvSpPr>
          <p:cNvPr id="142315856"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412958524"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797560414" name="Imagen 4"/>
          <p:cNvPicPr>
            <a:picLocks noChangeAspect="1"/>
          </p:cNvPicPr>
          <p:nvPr/>
        </p:nvPicPr>
        <p:blipFill rotWithShape="1">
          <a:blip r:embed="rId3"/>
          <a:stretch/>
        </p:blipFill>
        <p:spPr bwMode="auto">
          <a:xfrm>
            <a:off x="0" y="0"/>
            <a:ext cx="12192000" cy="6858000"/>
          </a:xfrm>
          <a:prstGeom prst="rect">
            <a:avLst/>
          </a:prstGeom>
        </p:spPr>
      </p:pic>
      <p:sp>
        <p:nvSpPr>
          <p:cNvPr id="1648565836" name="CuadroTexto 8"/>
          <p:cNvSpPr txBox="1"/>
          <p:nvPr/>
        </p:nvSpPr>
        <p:spPr bwMode="auto">
          <a:xfrm>
            <a:off x="685800" y="2779776"/>
            <a:ext cx="4900000" cy="2148840"/>
          </a:xfrm>
          <a:prstGeom prst="rect">
            <a:avLst/>
          </a:prstGeom>
        </p:spPr>
        <p:txBody>
          <a:bodyPr vert="horz" lIns="91440" tIns="0" rIns="91440" bIns="0" rtlCol="0" anchor="t">
            <a:noAutofit/>
          </a:bodyPr>
          <a:lstStyle/>
          <a:p>
            <a:pPr>
              <a:lnSpc>
                <a:spcPct val="100000"/>
              </a:lnSpc>
              <a:defRPr/>
            </a:pPr>
            <a:r>
              <a:rPr lang="es-DO" sz="2800" b="1">
                <a:solidFill>
                  <a:srgbClr val="FFFFFF"/>
                </a:solidFill>
                <a:latin typeface="Verlag Black"/>
              </a:rPr>
              <a:t>2.B- El pecado causa deshonra y abandono espiritual</a:t>
            </a:r>
            <a:endParaRPr lang="es-DO"/>
          </a:p>
        </p:txBody>
      </p:sp>
      <p:sp>
        <p:nvSpPr>
          <p:cNvPr id="1340703836" name="OrangeBar"/>
          <p:cNvSpPr/>
          <p:nvPr/>
        </p:nvSpPr>
        <p:spPr bwMode="auto">
          <a:xfrm>
            <a:off x="685800" y="2542032"/>
            <a:ext cx="1600200" cy="73152"/>
          </a:xfrm>
          <a:prstGeom prst="rect">
            <a:avLst/>
          </a:prstGeom>
          <a:solidFill>
            <a:srgbClr val="E85D04"/>
          </a:solidFill>
          <a:ln>
            <a:noFill/>
          </a:ln>
        </p:spPr>
      </p:sp>
      <p:sp>
        <p:nvSpPr>
          <p:cNvPr id="1332193228" name="GrayLine"/>
          <p:cNvSpPr/>
          <p:nvPr/>
        </p:nvSpPr>
        <p:spPr bwMode="auto">
          <a:xfrm>
            <a:off x="685800" y="5001768"/>
            <a:ext cx="4900000" cy="10972"/>
          </a:xfrm>
          <a:prstGeom prst="rect">
            <a:avLst/>
          </a:prstGeom>
          <a:solidFill>
            <a:srgbClr val="E0E0E0"/>
          </a:solidFill>
          <a:ln>
            <a:noFill/>
          </a:ln>
        </p:spPr>
      </p:sp>
      <p:sp>
        <p:nvSpPr>
          <p:cNvPr id="2080519512"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rgbClr val="FFFFFF"/>
                </a:solidFill>
                <a:latin typeface="Verlag Black"/>
              </a:rPr>
              <a:t>1 Samuel 15:22-35</a:t>
            </a:r>
            <a:endParaRPr lang="es-DO"/>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tx1"/>
        </a:solidFill>
      </p:bgPr>
    </p:bg>
    <p:spTree>
      <p:nvGrpSpPr>
        <p:cNvPr id="1" name=""/>
        <p:cNvGrpSpPr/>
        <p:nvPr/>
      </p:nvGrpSpPr>
      <p:grpSpPr bwMode="auto">
        <a:xfrm>
          <a:off x="0" y="0"/>
          <a:ext cx="0" cy="0"/>
          <a:chOff x="0" y="0"/>
          <a:chExt cx="0" cy="0"/>
        </a:xfrm>
      </p:grpSpPr>
      <p:sp>
        <p:nvSpPr>
          <p:cNvPr id="456459879" name="CuadroTexto 3"/>
          <p:cNvSpPr txBox="1"/>
          <p:nvPr/>
        </p:nvSpPr>
        <p:spPr bwMode="auto">
          <a:xfrm>
            <a:off x="8162519" y="0"/>
            <a:ext cx="3752850" cy="830997"/>
          </a:xfrm>
          <a:prstGeom prst="rect">
            <a:avLst/>
          </a:prstGeom>
          <a:noFill/>
        </p:spPr>
        <p:txBody>
          <a:bodyPr wrap="square">
            <a:spAutoFit/>
          </a:bodyPr>
          <a:lstStyle/>
          <a:p>
            <a:pPr marL="0" marR="0" lvl="0" indent="0" algn="ctr" defTabSz="914400" rtl="0">
              <a:lnSpc>
                <a:spcPct val="100000"/>
              </a:lnSpc>
              <a:spcBef>
                <a:spcPts val="0"/>
              </a:spcBef>
              <a:spcAft>
                <a:spcPts val="0"/>
              </a:spcAft>
              <a:buClrTx/>
              <a:buSzTx/>
              <a:buFontTx/>
              <a:buNone/>
              <a:defRPr/>
            </a:pPr>
            <a:r>
              <a:rPr lang="es-DO" sz="4800" b="1" i="0" u="none" strike="noStrike" cap="none" spc="0">
                <a:ln>
                  <a:noFill/>
                </a:ln>
                <a:solidFill>
                  <a:prstClr val="white"/>
                </a:solidFill>
                <a:latin typeface="Calibri"/>
                <a:ea typeface="+mn-ea"/>
                <a:cs typeface="+mn-cs"/>
              </a:rPr>
              <a:t>Texto Bíblico</a:t>
            </a:r>
            <a:endParaRPr/>
          </a:p>
        </p:txBody>
      </p:sp>
      <p:sp>
        <p:nvSpPr>
          <p:cNvPr id="133728514" name="TextBox 4"/>
          <p:cNvSpPr txBox="1"/>
          <p:nvPr/>
        </p:nvSpPr>
        <p:spPr bwMode="auto">
          <a:xfrm>
            <a:off x="294515" y="856357"/>
            <a:ext cx="11602969" cy="5755422"/>
          </a:xfrm>
          <a:prstGeom prst="rect">
            <a:avLst/>
          </a:prstGeom>
          <a:noFill/>
        </p:spPr>
        <p:txBody>
          <a:bodyPr wrap="square">
            <a:noAutofit/>
          </a:bodyPr>
          <a:lstStyle/>
          <a:p>
            <a:pPr marL="0" marR="0" lvl="0" indent="0" algn="l" defTabSz="914400" rtl="0">
              <a:lnSpc>
                <a:spcPct val="100000"/>
              </a:lnSpc>
              <a:spcBef>
                <a:spcPts val="0"/>
              </a:spcBef>
              <a:spcAft>
                <a:spcPts val="0"/>
              </a:spcAft>
              <a:buClrTx/>
              <a:buSzTx/>
              <a:buFontTx/>
              <a:buNone/>
              <a:defRPr/>
            </a:pPr>
            <a:r>
              <a:rPr lang="es-DO" sz="4400" b="1">
                <a:solidFill>
                  <a:srgbClr val="FFFF00"/>
                </a:solidFill>
              </a:rPr>
              <a:t>1 Samuel 15:22-35</a:t>
            </a:r>
            <a:endParaRPr/>
          </a:p>
          <a:p>
            <a:pPr marL="0" marR="0" lvl="0" indent="0" algn="l" defTabSz="914400" rtl="0">
              <a:lnSpc>
                <a:spcPct val="100000"/>
              </a:lnSpc>
              <a:spcBef>
                <a:spcPts val="0"/>
              </a:spcBef>
              <a:spcAft>
                <a:spcPts val="0"/>
              </a:spcAft>
              <a:buClrTx/>
              <a:buSzTx/>
              <a:buFontTx/>
              <a:buNone/>
              <a:defRPr/>
            </a:pPr>
            <a:r>
              <a:rPr lang="es-DO" sz="4400" b="1">
                <a:solidFill>
                  <a:srgbClr val="FFFF00"/>
                </a:solidFill>
              </a:rPr>
              <a:t>22</a:t>
            </a:r>
            <a:r>
              <a:rPr lang="es-DO" sz="4400">
                <a:solidFill>
                  <a:srgbClr val="FFFFFF"/>
                </a:solidFill>
              </a:rPr>
              <a:t> Y Samuel dijo: ¿Se complace Jehová tanto en los holocaustos y víctimas, como en que se obedezca a las palabras de Jehová? Ciertamente el obedecer es mejor que los sacrificios, y el prestar atención que la grosura de los carneros.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2070717780"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2118925114"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2.B - El pecado causa deshonra y abandono espiritual</a:t>
            </a:r>
            <a:endParaRPr lang="es-DO"/>
          </a:p>
        </p:txBody>
      </p:sp>
      <p:sp>
        <p:nvSpPr>
          <p:cNvPr id="1238793665" name="Marcador de contenido 2"/>
          <p:cNvSpPr>
            <a:spLocks noGrp="1"/>
          </p:cNvSpPr>
          <p:nvPr>
            <p:ph idx="1"/>
          </p:nvPr>
        </p:nvSpPr>
        <p:spPr bwMode="auto">
          <a:xfrm>
            <a:off x="162730" y="1200000"/>
            <a:ext cx="11866540" cy="5200373"/>
          </a:xfrm>
        </p:spPr>
        <p:txBody>
          <a:bodyPr anchor="t">
            <a:noAutofit/>
          </a:bodyPr>
          <a:lstStyle/>
          <a:p>
            <a:pPr marL="0" indent="0" algn="just">
              <a:buNone/>
              <a:defRPr/>
            </a:pPr>
            <a:r>
              <a:rPr lang="es-DO" sz="3600">
                <a:latin typeface="Times New Roman"/>
                <a:cs typeface="Times New Roman"/>
              </a:rPr>
              <a:t>La falsa piedad y la hipocresía de Saúl al querer justificar su error ante Samuel contienen un gran mensaje para todos los que piensan compensar su desobediencia o sus pecados ocultos con ofrendas o cumplidos religiosos. Dios no puede ser burlado; nadie puede engañar a Dios. Saúl quería justificarse, alegando que las vacas y el botín de Amalec serían consagrados al servicio de Dios.</a:t>
            </a:r>
            <a:endParaRPr lang="es-DO"/>
          </a:p>
        </p:txBody>
      </p:sp>
      <p:sp>
        <p:nvSpPr>
          <p:cNvPr id="1075176028"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799579769"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955246533"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398856986"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2.B - El pecado causa deshonra y abandono espiritual</a:t>
            </a:r>
            <a:endParaRPr lang="es-DO"/>
          </a:p>
        </p:txBody>
      </p:sp>
      <p:sp>
        <p:nvSpPr>
          <p:cNvPr id="765519091" name="Marcador de contenido 2"/>
          <p:cNvSpPr>
            <a:spLocks noGrp="1"/>
          </p:cNvSpPr>
          <p:nvPr>
            <p:ph idx="1"/>
          </p:nvPr>
        </p:nvSpPr>
        <p:spPr bwMode="auto">
          <a:xfrm>
            <a:off x="162730" y="1200000"/>
            <a:ext cx="11866540" cy="5200373"/>
          </a:xfrm>
        </p:spPr>
        <p:txBody>
          <a:bodyPr anchor="t">
            <a:noAutofit/>
          </a:bodyPr>
          <a:lstStyle/>
          <a:p>
            <a:pPr marL="0" indent="0" algn="just">
              <a:buNone/>
              <a:defRPr/>
            </a:pPr>
            <a:r>
              <a:rPr lang="es-DO" sz="3600">
                <a:latin typeface="Times New Roman"/>
                <a:cs typeface="Times New Roman"/>
              </a:rPr>
              <a:t>Pero Samuel dice otra cosa: Dios no se complace con holocaustos y víctimas; lo que Él espera es la obediencia de sus hijos. Cuando se ha violado la voluntad de Dios y no se reconoce, el Señor tiene que aplicar su justicia punitiva. Él es santo y puro; su nombre no puede estar asociado con la maldad y la hipocresía.</a:t>
            </a:r>
            <a:endParaRPr lang="es-DO"/>
          </a:p>
        </p:txBody>
      </p:sp>
      <p:sp>
        <p:nvSpPr>
          <p:cNvPr id="472139808"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2126963899"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493355871"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7193878"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2.B - El pecado causa deshonra y abandono espiritual</a:t>
            </a:r>
            <a:endParaRPr lang="es-DO"/>
          </a:p>
        </p:txBody>
      </p:sp>
      <p:sp>
        <p:nvSpPr>
          <p:cNvPr id="231496403" name="Marcador de contenido 2"/>
          <p:cNvSpPr>
            <a:spLocks noGrp="1"/>
          </p:cNvSpPr>
          <p:nvPr>
            <p:ph idx="1"/>
          </p:nvPr>
        </p:nvSpPr>
        <p:spPr bwMode="auto">
          <a:xfrm>
            <a:off x="162730" y="1200000"/>
            <a:ext cx="11866540" cy="5200373"/>
          </a:xfrm>
        </p:spPr>
        <p:txBody>
          <a:bodyPr anchor="t">
            <a:noAutofit/>
          </a:bodyPr>
          <a:lstStyle/>
          <a:p>
            <a:pPr marL="0" indent="0" algn="just">
              <a:buNone/>
              <a:defRPr/>
            </a:pPr>
            <a:r>
              <a:rPr lang="es-DO" sz="3600">
                <a:latin typeface="Times New Roman"/>
                <a:cs typeface="Times New Roman"/>
              </a:rPr>
              <a:t>Por eso, al juzgar el caso de Saúl, hay que verlo desde el punto de vista de la justicia divina, no de los sentimientos humanos. La última parte del capítulo 15 destaca las catastróficas consecuencias del pecado del primer monarca de Israel, Saúl.</a:t>
            </a:r>
            <a:endParaRPr lang="es-DO"/>
          </a:p>
        </p:txBody>
      </p:sp>
      <p:sp>
        <p:nvSpPr>
          <p:cNvPr id="1539722577"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997438209"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2085676955"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658490356"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2.B - El pecado causa deshonra y abandono espiritual</a:t>
            </a:r>
            <a:endParaRPr lang="es-DO"/>
          </a:p>
        </p:txBody>
      </p:sp>
      <p:sp>
        <p:nvSpPr>
          <p:cNvPr id="948315493" name="Marcador de contenido 2"/>
          <p:cNvSpPr>
            <a:spLocks noGrp="1"/>
          </p:cNvSpPr>
          <p:nvPr>
            <p:ph idx="1"/>
          </p:nvPr>
        </p:nvSpPr>
        <p:spPr bwMode="auto">
          <a:xfrm>
            <a:off x="162730" y="1200000"/>
            <a:ext cx="11866540" cy="5290809"/>
          </a:xfrm>
        </p:spPr>
        <p:txBody>
          <a:bodyPr anchor="t">
            <a:noAutofit/>
          </a:bodyPr>
          <a:lstStyle/>
          <a:p>
            <a:pPr marL="0" indent="0" algn="just">
              <a:buNone/>
              <a:defRPr/>
            </a:pPr>
            <a:r>
              <a:rPr lang="es-DO" sz="4000">
                <a:latin typeface="Times New Roman"/>
                <a:cs typeface="Times New Roman"/>
              </a:rPr>
              <a:t>En primer lugar, el profeta le anunció que debido a su actitud desobediente y alevosa había sido desechado del lugar que Dios le había otorgado (15:23). En esto se aprende que el que menosprecia al Señor, tarde o temprano, se hallará devastado y "destituido de la gloria de Dios" </a:t>
            </a:r>
            <a:r>
              <a:rPr lang="es-DO" sz="4000" b="1">
                <a:latin typeface="Times New Roman"/>
                <a:cs typeface="Times New Roman"/>
              </a:rPr>
              <a:t>(Romanos 3:23)</a:t>
            </a:r>
            <a:r>
              <a:rPr lang="es-DO" sz="4000">
                <a:latin typeface="Times New Roman"/>
                <a:cs typeface="Times New Roman"/>
              </a:rPr>
              <a:t>.</a:t>
            </a:r>
            <a:endParaRPr lang="es-DO"/>
          </a:p>
        </p:txBody>
      </p:sp>
      <p:sp>
        <p:nvSpPr>
          <p:cNvPr id="91214588"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894306178"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44763757"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64470301" name="Título 1"/>
          <p:cNvSpPr>
            <a:spLocks noGrp="1"/>
          </p:cNvSpPr>
          <p:nvPr>
            <p:ph type="title"/>
          </p:nvPr>
        </p:nvSpPr>
        <p:spPr bwMode="auto">
          <a:xfrm>
            <a:off x="162730" y="100000"/>
            <a:ext cx="11866540" cy="1050000"/>
          </a:xfrm>
        </p:spPr>
        <p:txBody>
          <a:bodyPr anchor="t">
            <a:noAutofit/>
          </a:bodyPr>
          <a:lstStyle/>
          <a:p>
            <a:pPr>
              <a:defRPr/>
            </a:pPr>
            <a:r>
              <a:rPr lang="es-DO" sz="3600" b="1">
                <a:solidFill>
                  <a:schemeClr val="bg1"/>
                </a:solidFill>
                <a:highlight>
                  <a:srgbClr val="00A2E3"/>
                </a:highlight>
                <a:latin typeface="Times New Roman"/>
                <a:cs typeface="Times New Roman"/>
              </a:rPr>
              <a:t>2.B - El pecado causa deshonra y abandono espiritual</a:t>
            </a:r>
            <a:endParaRPr lang="es-DO"/>
          </a:p>
        </p:txBody>
      </p:sp>
      <p:sp>
        <p:nvSpPr>
          <p:cNvPr id="1555572376" name="Marcador de contenido 2"/>
          <p:cNvSpPr>
            <a:spLocks noGrp="1"/>
          </p:cNvSpPr>
          <p:nvPr>
            <p:ph idx="1"/>
          </p:nvPr>
        </p:nvSpPr>
        <p:spPr bwMode="auto">
          <a:xfrm>
            <a:off x="162730" y="1200000"/>
            <a:ext cx="11866540" cy="5290809"/>
          </a:xfrm>
        </p:spPr>
        <p:txBody>
          <a:bodyPr anchor="t">
            <a:noAutofit/>
          </a:bodyPr>
          <a:lstStyle/>
          <a:p>
            <a:pPr marL="0" indent="0" algn="just">
              <a:buNone/>
              <a:defRPr/>
            </a:pPr>
            <a:r>
              <a:rPr lang="es-DO" sz="4200">
                <a:latin typeface="Times New Roman"/>
                <a:cs typeface="Times New Roman"/>
              </a:rPr>
              <a:t>En segundo lugar, Saúl sufrió un cambio abrupto en su relación con Dios, al extremo que ya no pudo adorarlo (15:25,26). Aun después de saber que había ofendido a Dios, y sin mostrar un arrepentimiento genuino, Saúl quería que el profeta lo acompañara a ofrecer sacrificios. Según el versículo 30, lo que más le preocupaba a Saúl era "que me honres delante de los ancianos de mi pueblo".</a:t>
            </a:r>
            <a:endParaRPr sz="4200"/>
          </a:p>
        </p:txBody>
      </p:sp>
      <p:sp>
        <p:nvSpPr>
          <p:cNvPr id="1495747407"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777876928"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1817274250" name="Imagen 4"/>
          <p:cNvPicPr>
            <a:picLocks noChangeAspect="1"/>
          </p:cNvPicPr>
          <p:nvPr/>
        </p:nvPicPr>
        <p:blipFill rotWithShape="1">
          <a:blip r:embed="rId3"/>
          <a:stretch/>
        </p:blipFill>
        <p:spPr bwMode="auto">
          <a:xfrm>
            <a:off x="0" y="0"/>
            <a:ext cx="12192000" cy="6858000"/>
          </a:xfrm>
          <a:prstGeom prst="rect">
            <a:avLst/>
          </a:prstGeom>
        </p:spPr>
      </p:pic>
      <p:sp>
        <p:nvSpPr>
          <p:cNvPr id="300555025" name="CuadroTexto 8"/>
          <p:cNvSpPr txBox="1"/>
          <p:nvPr/>
        </p:nvSpPr>
        <p:spPr bwMode="auto">
          <a:xfrm flipH="0" flipV="0">
            <a:off x="685799" y="2779776"/>
            <a:ext cx="6630520" cy="2148840"/>
          </a:xfrm>
          <a:prstGeom prst="rect">
            <a:avLst/>
          </a:prstGeom>
        </p:spPr>
        <p:txBody>
          <a:bodyPr vert="horz" lIns="91440" tIns="0" rIns="91440" bIns="0" rtlCol="0" anchor="t">
            <a:noAutofit/>
          </a:bodyPr>
          <a:lstStyle/>
          <a:p>
            <a:pPr>
              <a:lnSpc>
                <a:spcPct val="100000"/>
              </a:lnSpc>
              <a:defRPr/>
            </a:pPr>
            <a:r>
              <a:rPr lang="es-DO" sz="3600" b="1">
                <a:solidFill>
                  <a:srgbClr val="1A1A2E"/>
                </a:solidFill>
                <a:latin typeface="Verlag Black"/>
              </a:rPr>
              <a:t>TEMA III- El surgimiento de un hombre conforme al corazón de Dios</a:t>
            </a:r>
            <a:endParaRPr sz="3600"/>
          </a:p>
        </p:txBody>
      </p:sp>
      <p:sp>
        <p:nvSpPr>
          <p:cNvPr id="1879440737" name="OrangeBar"/>
          <p:cNvSpPr/>
          <p:nvPr/>
        </p:nvSpPr>
        <p:spPr bwMode="auto">
          <a:xfrm>
            <a:off x="685800" y="2542032"/>
            <a:ext cx="1600200" cy="73152"/>
          </a:xfrm>
          <a:prstGeom prst="rect">
            <a:avLst/>
          </a:prstGeom>
          <a:solidFill>
            <a:srgbClr val="E85D04"/>
          </a:solidFill>
          <a:ln>
            <a:noFill/>
          </a:ln>
        </p:spPr>
      </p:sp>
      <p:sp>
        <p:nvSpPr>
          <p:cNvPr id="564637560" name="GrayLine"/>
          <p:cNvSpPr/>
          <p:nvPr/>
        </p:nvSpPr>
        <p:spPr bwMode="auto">
          <a:xfrm>
            <a:off x="685800" y="5001768"/>
            <a:ext cx="4900000" cy="10972"/>
          </a:xfrm>
          <a:prstGeom prst="rect">
            <a:avLst/>
          </a:prstGeom>
          <a:solidFill>
            <a:srgbClr val="B0B0B0"/>
          </a:solidFill>
          <a:ln>
            <a:noFill/>
          </a:ln>
        </p:spPr>
      </p:sp>
      <p:sp>
        <p:nvSpPr>
          <p:cNvPr id="1565758376"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rgbClr val="1A1A2E"/>
                </a:solidFill>
                <a:latin typeface="Verlag Black"/>
              </a:rPr>
              <a:t>1 Samuel 16:1-13</a:t>
            </a:r>
            <a:endParaRPr lang="es-DO"/>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2081411978" name="DefinicionCard"/>
          <p:cNvPicPr>
            <a:picLocks noChangeAspect="0"/>
          </p:cNvPicPr>
          <p:nvPr/>
        </p:nvPicPr>
        <p:blipFill rotWithShape="1">
          <a:blip r:embed="rId3"/>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544658711" name="Imagen 4"/>
          <p:cNvPicPr>
            <a:picLocks noChangeAspect="1"/>
          </p:cNvPicPr>
          <p:nvPr/>
        </p:nvPicPr>
        <p:blipFill rotWithShape="1">
          <a:blip r:embed="rId3"/>
          <a:stretch/>
        </p:blipFill>
        <p:spPr bwMode="auto">
          <a:xfrm>
            <a:off x="0" y="0"/>
            <a:ext cx="12192000" cy="6858000"/>
          </a:xfrm>
          <a:prstGeom prst="rect">
            <a:avLst/>
          </a:prstGeom>
        </p:spPr>
      </p:pic>
      <p:sp>
        <p:nvSpPr>
          <p:cNvPr id="794051306" name="CuadroTexto 8"/>
          <p:cNvSpPr txBox="1"/>
          <p:nvPr/>
        </p:nvSpPr>
        <p:spPr bwMode="auto">
          <a:xfrm flipH="0" flipV="0">
            <a:off x="685799" y="2779776"/>
            <a:ext cx="6325001" cy="2148840"/>
          </a:xfrm>
          <a:prstGeom prst="rect">
            <a:avLst/>
          </a:prstGeom>
        </p:spPr>
        <p:txBody>
          <a:bodyPr vert="horz" lIns="91440" tIns="0" rIns="91440" bIns="0" rtlCol="0" anchor="t">
            <a:noAutofit/>
          </a:bodyPr>
          <a:lstStyle/>
          <a:p>
            <a:pPr>
              <a:lnSpc>
                <a:spcPct val="100000"/>
              </a:lnSpc>
              <a:defRPr/>
            </a:pPr>
            <a:r>
              <a:rPr lang="es-DO" sz="3600" b="1">
                <a:solidFill>
                  <a:srgbClr val="1A1A2E"/>
                </a:solidFill>
                <a:latin typeface="Verlag Black"/>
              </a:rPr>
              <a:t>3.A- Dios escoge bien porque conoce el corazón</a:t>
            </a:r>
            <a:endParaRPr sz="3600"/>
          </a:p>
        </p:txBody>
      </p:sp>
      <p:sp>
        <p:nvSpPr>
          <p:cNvPr id="1002439801" name="OrangeBar"/>
          <p:cNvSpPr/>
          <p:nvPr/>
        </p:nvSpPr>
        <p:spPr bwMode="auto">
          <a:xfrm>
            <a:off x="685800" y="2542032"/>
            <a:ext cx="1600200" cy="73152"/>
          </a:xfrm>
          <a:prstGeom prst="rect">
            <a:avLst/>
          </a:prstGeom>
          <a:solidFill>
            <a:srgbClr val="E85D04"/>
          </a:solidFill>
          <a:ln>
            <a:noFill/>
          </a:ln>
        </p:spPr>
      </p:sp>
      <p:sp>
        <p:nvSpPr>
          <p:cNvPr id="507890657" name="GrayLine"/>
          <p:cNvSpPr/>
          <p:nvPr/>
        </p:nvSpPr>
        <p:spPr bwMode="auto">
          <a:xfrm>
            <a:off x="685800" y="5001768"/>
            <a:ext cx="4900000" cy="10972"/>
          </a:xfrm>
          <a:prstGeom prst="rect">
            <a:avLst/>
          </a:prstGeom>
          <a:solidFill>
            <a:srgbClr val="B0B0B0"/>
          </a:solidFill>
          <a:ln>
            <a:noFill/>
          </a:ln>
        </p:spPr>
      </p:sp>
      <p:sp>
        <p:nvSpPr>
          <p:cNvPr id="820598199"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rgbClr val="1A1A2E"/>
                </a:solidFill>
                <a:latin typeface="Verlag Black"/>
              </a:rPr>
              <a:t>1 Samuel 16:1-10</a:t>
            </a:r>
            <a:endParaRPr lang="es-DO"/>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tx1"/>
        </a:solidFill>
      </p:bgPr>
    </p:bg>
    <p:spTree>
      <p:nvGrpSpPr>
        <p:cNvPr id="1" name=""/>
        <p:cNvGrpSpPr/>
        <p:nvPr/>
      </p:nvGrpSpPr>
      <p:grpSpPr bwMode="auto">
        <a:xfrm>
          <a:off x="0" y="0"/>
          <a:ext cx="0" cy="0"/>
          <a:chOff x="0" y="0"/>
          <a:chExt cx="0" cy="0"/>
        </a:xfrm>
      </p:grpSpPr>
      <p:sp>
        <p:nvSpPr>
          <p:cNvPr id="465150809" name="CuadroTexto 3"/>
          <p:cNvSpPr txBox="1"/>
          <p:nvPr/>
        </p:nvSpPr>
        <p:spPr bwMode="auto">
          <a:xfrm>
            <a:off x="8680310" y="0"/>
            <a:ext cx="3752850" cy="707886"/>
          </a:xfrm>
          <a:prstGeom prst="rect">
            <a:avLst/>
          </a:prstGeom>
          <a:noFill/>
        </p:spPr>
        <p:txBody>
          <a:bodyPr wrap="square">
            <a:spAutoFit/>
          </a:bodyPr>
          <a:lstStyle/>
          <a:p>
            <a:pPr marL="0" marR="0" lvl="0" indent="0" algn="ctr" defTabSz="914400" rtl="0">
              <a:lnSpc>
                <a:spcPct val="100000"/>
              </a:lnSpc>
              <a:spcBef>
                <a:spcPts val="0"/>
              </a:spcBef>
              <a:spcAft>
                <a:spcPts val="0"/>
              </a:spcAft>
              <a:buClrTx/>
              <a:buSzTx/>
              <a:buFontTx/>
              <a:buNone/>
              <a:defRPr/>
            </a:pPr>
            <a:r>
              <a:rPr lang="es-DO" sz="4000" b="1" i="0" u="none" strike="noStrike" cap="none" spc="0">
                <a:ln>
                  <a:noFill/>
                </a:ln>
                <a:solidFill>
                  <a:prstClr val="white"/>
                </a:solidFill>
                <a:latin typeface="Calibri"/>
                <a:ea typeface="+mn-ea"/>
                <a:cs typeface="+mn-cs"/>
              </a:rPr>
              <a:t>Texto Bíblico</a:t>
            </a:r>
            <a:endParaRPr/>
          </a:p>
        </p:txBody>
      </p:sp>
      <p:sp>
        <p:nvSpPr>
          <p:cNvPr id="954453078" name="TextBox 4"/>
          <p:cNvSpPr txBox="1"/>
          <p:nvPr/>
        </p:nvSpPr>
        <p:spPr bwMode="auto">
          <a:xfrm>
            <a:off x="294515" y="856357"/>
            <a:ext cx="11602969" cy="5755422"/>
          </a:xfrm>
          <a:prstGeom prst="rect">
            <a:avLst/>
          </a:prstGeom>
          <a:noFill/>
        </p:spPr>
        <p:txBody>
          <a:bodyPr wrap="square">
            <a:noAutofit/>
          </a:bodyPr>
          <a:lstStyle/>
          <a:p>
            <a:pPr marL="0" marR="0" lvl="0" indent="0" algn="l" defTabSz="914400" rtl="0">
              <a:lnSpc>
                <a:spcPct val="100000"/>
              </a:lnSpc>
              <a:spcBef>
                <a:spcPts val="0"/>
              </a:spcBef>
              <a:spcAft>
                <a:spcPts val="0"/>
              </a:spcAft>
              <a:buClrTx/>
              <a:buSzTx/>
              <a:buFontTx/>
              <a:buNone/>
              <a:defRPr/>
            </a:pPr>
            <a:r>
              <a:rPr lang="es-DO" sz="4400" b="1">
                <a:solidFill>
                  <a:srgbClr val="FFFF00"/>
                </a:solidFill>
              </a:rPr>
              <a:t>1 Samuel 16:1-10</a:t>
            </a:r>
            <a:endParaRPr/>
          </a:p>
          <a:p>
            <a:pPr marL="0" marR="0" lvl="0" indent="0" algn="l" defTabSz="914400" rtl="0">
              <a:lnSpc>
                <a:spcPct val="100000"/>
              </a:lnSpc>
              <a:spcBef>
                <a:spcPts val="0"/>
              </a:spcBef>
              <a:spcAft>
                <a:spcPts val="0"/>
              </a:spcAft>
              <a:buClrTx/>
              <a:buSzTx/>
              <a:buFontTx/>
              <a:buNone/>
              <a:defRPr/>
            </a:pPr>
            <a:r>
              <a:rPr lang="es-DO" sz="4400" b="1">
                <a:solidFill>
                  <a:srgbClr val="FFFF00"/>
                </a:solidFill>
              </a:rPr>
              <a:t>1</a:t>
            </a:r>
            <a:r>
              <a:rPr lang="es-DO" sz="4400">
                <a:solidFill>
                  <a:srgbClr val="FFFFFF"/>
                </a:solidFill>
              </a:rPr>
              <a:t> Dijo Jehová a Samuel: ¿Hasta cuándo llorarás a Saúl, habiéndolo yo desechado para que no reine sobre Israel? Llena tu cuerno de aceite, y ven, te enviaré a Isaí de Belén, porque de sus hijos me he provisto de rey.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519144670"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821239120" name="Título 1"/>
          <p:cNvSpPr>
            <a:spLocks noGrp="1"/>
          </p:cNvSpPr>
          <p:nvPr>
            <p:ph type="title"/>
          </p:nvPr>
        </p:nvSpPr>
        <p:spPr bwMode="auto">
          <a:xfrm>
            <a:off x="162730" y="100000"/>
            <a:ext cx="11866540" cy="1050000"/>
          </a:xfrm>
        </p:spPr>
        <p:txBody>
          <a:bodyPr anchor="t">
            <a:normAutofit fontScale="90000"/>
          </a:bodyPr>
          <a:lstStyle/>
          <a:p>
            <a:pPr>
              <a:defRPr/>
            </a:pPr>
            <a:r>
              <a:rPr lang="es-DO" sz="4000" b="1">
                <a:solidFill>
                  <a:schemeClr val="bg1"/>
                </a:solidFill>
                <a:highlight>
                  <a:srgbClr val="00A2E3"/>
                </a:highlight>
                <a:latin typeface="Times New Roman"/>
                <a:cs typeface="Times New Roman"/>
              </a:rPr>
              <a:t>3.A - Dios escoge bien porque conoce el corazón</a:t>
            </a:r>
            <a:endParaRPr lang="es-DO"/>
          </a:p>
        </p:txBody>
      </p:sp>
      <p:sp>
        <p:nvSpPr>
          <p:cNvPr id="487200114" name="Marcador de contenido 2"/>
          <p:cNvSpPr>
            <a:spLocks noGrp="1"/>
          </p:cNvSpPr>
          <p:nvPr>
            <p:ph idx="1"/>
          </p:nvPr>
        </p:nvSpPr>
        <p:spPr bwMode="auto">
          <a:xfrm>
            <a:off x="162730" y="1200000"/>
            <a:ext cx="11866540" cy="4758671"/>
          </a:xfrm>
        </p:spPr>
        <p:txBody>
          <a:bodyPr anchor="t">
            <a:noAutofit/>
          </a:bodyPr>
          <a:lstStyle/>
          <a:p>
            <a:pPr marL="0" indent="0" algn="just">
              <a:buNone/>
              <a:defRPr/>
            </a:pPr>
            <a:r>
              <a:rPr lang="es-DO" sz="4000" b="1">
                <a:latin typeface="Times New Roman"/>
                <a:cs typeface="Times New Roman"/>
              </a:rPr>
              <a:t>Las palabras iniciales del versículo 16:1</a:t>
            </a:r>
            <a:r>
              <a:rPr lang="es-DO" sz="4000">
                <a:latin typeface="Times New Roman"/>
                <a:cs typeface="Times New Roman"/>
              </a:rPr>
              <a:t> constituyen una de las declaraciones más severas de la justicia divina. Allí el Señor llama la atención de Samuel, quien seguía llorando con profundo y sincero dolor el fracaso del rey Saúl. Esto comprueba que el profeta de Dios tenía un corazón compasivo, como el de Dios.</a:t>
            </a:r>
            <a:endParaRPr lang="es-DO"/>
          </a:p>
        </p:txBody>
      </p:sp>
      <p:sp>
        <p:nvSpPr>
          <p:cNvPr id="861306113"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881888244"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281077773"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095869003" name="Título 1"/>
          <p:cNvSpPr>
            <a:spLocks noGrp="1"/>
          </p:cNvSpPr>
          <p:nvPr>
            <p:ph type="title"/>
          </p:nvPr>
        </p:nvSpPr>
        <p:spPr bwMode="auto">
          <a:xfrm>
            <a:off x="162730" y="100000"/>
            <a:ext cx="11866540" cy="1050000"/>
          </a:xfrm>
        </p:spPr>
        <p:txBody>
          <a:bodyPr anchor="t">
            <a:normAutofit fontScale="90000"/>
          </a:bodyPr>
          <a:lstStyle/>
          <a:p>
            <a:pPr>
              <a:defRPr/>
            </a:pPr>
            <a:r>
              <a:rPr lang="es-DO" sz="4000" b="1">
                <a:solidFill>
                  <a:schemeClr val="bg1"/>
                </a:solidFill>
                <a:highlight>
                  <a:srgbClr val="00A2E3"/>
                </a:highlight>
                <a:latin typeface="Times New Roman"/>
                <a:cs typeface="Times New Roman"/>
              </a:rPr>
              <a:t>3.A - Dios escoge bien porque conoce el corazón</a:t>
            </a:r>
            <a:endParaRPr lang="es-DO"/>
          </a:p>
        </p:txBody>
      </p:sp>
      <p:sp>
        <p:nvSpPr>
          <p:cNvPr id="523383330" name="Marcador de contenido 2"/>
          <p:cNvSpPr>
            <a:spLocks noGrp="1"/>
          </p:cNvSpPr>
          <p:nvPr>
            <p:ph idx="1"/>
          </p:nvPr>
        </p:nvSpPr>
        <p:spPr bwMode="auto">
          <a:xfrm>
            <a:off x="162730" y="1200000"/>
            <a:ext cx="11866540" cy="4758671"/>
          </a:xfrm>
        </p:spPr>
        <p:txBody>
          <a:bodyPr anchor="t">
            <a:noAutofit/>
          </a:bodyPr>
          <a:lstStyle/>
          <a:p>
            <a:pPr marL="0" indent="0" algn="just">
              <a:buNone/>
              <a:defRPr/>
            </a:pPr>
            <a:r>
              <a:rPr lang="es-DO" sz="3800">
                <a:latin typeface="Times New Roman"/>
                <a:cs typeface="Times New Roman"/>
              </a:rPr>
              <a:t>Sin embargo, hasta donde sabemos, Saúl jamás vino a buscar a Jehová con una actitud de genuino arrepentimiento. Otros reyes fallaron, pero al arrepentirse, Dios los perdonó, incluyendo a Acab </a:t>
            </a:r>
            <a:r>
              <a:rPr lang="es-DO" sz="3800" b="1">
                <a:latin typeface="Times New Roman"/>
                <a:cs typeface="Times New Roman"/>
              </a:rPr>
              <a:t>(1 Reyes 21:29)</a:t>
            </a:r>
            <a:r>
              <a:rPr lang="es-DO" sz="3800">
                <a:latin typeface="Times New Roman"/>
                <a:cs typeface="Times New Roman"/>
              </a:rPr>
              <a:t> y David </a:t>
            </a:r>
            <a:r>
              <a:rPr lang="es-DO" sz="3800" b="1">
                <a:latin typeface="Times New Roman"/>
                <a:cs typeface="Times New Roman"/>
              </a:rPr>
              <a:t>(2 Samuel 12:13)</a:t>
            </a:r>
            <a:r>
              <a:rPr lang="es-DO" sz="3800">
                <a:latin typeface="Times New Roman"/>
                <a:cs typeface="Times New Roman"/>
              </a:rPr>
              <a:t>. En cambio, lo que veremos de Saúl es que endureció más y más su corazón hasta recurrir a la brujería y acabar por suicidarse.</a:t>
            </a:r>
            <a:endParaRPr lang="es-DO"/>
          </a:p>
        </p:txBody>
      </p:sp>
      <p:sp>
        <p:nvSpPr>
          <p:cNvPr id="209991037"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884915032"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817436852"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243498088" name="Título 1"/>
          <p:cNvSpPr>
            <a:spLocks noGrp="1"/>
          </p:cNvSpPr>
          <p:nvPr>
            <p:ph type="title"/>
          </p:nvPr>
        </p:nvSpPr>
        <p:spPr bwMode="auto">
          <a:xfrm>
            <a:off x="162730" y="100000"/>
            <a:ext cx="11866540" cy="1050000"/>
          </a:xfrm>
        </p:spPr>
        <p:txBody>
          <a:bodyPr anchor="t">
            <a:normAutofit fontScale="90000"/>
          </a:bodyPr>
          <a:lstStyle/>
          <a:p>
            <a:pPr>
              <a:defRPr/>
            </a:pPr>
            <a:r>
              <a:rPr lang="es-DO" sz="4000" b="1">
                <a:solidFill>
                  <a:schemeClr val="bg1"/>
                </a:solidFill>
                <a:highlight>
                  <a:srgbClr val="00A2E3"/>
                </a:highlight>
                <a:latin typeface="Times New Roman"/>
                <a:cs typeface="Times New Roman"/>
              </a:rPr>
              <a:t>3.A - Dios escoge bien porque conoce el corazón</a:t>
            </a:r>
            <a:endParaRPr lang="es-DO"/>
          </a:p>
        </p:txBody>
      </p:sp>
      <p:sp>
        <p:nvSpPr>
          <p:cNvPr id="1058581473" name="Marcador de contenido 2"/>
          <p:cNvSpPr>
            <a:spLocks noGrp="1"/>
          </p:cNvSpPr>
          <p:nvPr>
            <p:ph idx="1"/>
          </p:nvPr>
        </p:nvSpPr>
        <p:spPr bwMode="auto">
          <a:xfrm>
            <a:off x="162730" y="1200000"/>
            <a:ext cx="11866540" cy="4758671"/>
          </a:xfrm>
        </p:spPr>
        <p:txBody>
          <a:bodyPr anchor="t">
            <a:noAutofit/>
          </a:bodyPr>
          <a:lstStyle/>
          <a:p>
            <a:pPr marL="0" indent="0" algn="just">
              <a:buNone/>
              <a:defRPr/>
            </a:pPr>
            <a:r>
              <a:rPr lang="es-DO" sz="4000">
                <a:latin typeface="Times New Roman"/>
                <a:cs typeface="Times New Roman"/>
              </a:rPr>
              <a:t>El Señor tuvo razones suficientes para desechar a Saúl y buscarse a alguien más. Las instrucciones de Dios a Samuel eran que cobrara ánimo y se preparara para ungir a un nuevo rey, aunque Saúl seguiría por muchos años más en el poder.</a:t>
            </a:r>
            <a:endParaRPr lang="es-DO"/>
          </a:p>
        </p:txBody>
      </p:sp>
      <p:sp>
        <p:nvSpPr>
          <p:cNvPr id="704254526"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420850780"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005065085"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411293937" name="Título 1"/>
          <p:cNvSpPr>
            <a:spLocks noGrp="1"/>
          </p:cNvSpPr>
          <p:nvPr>
            <p:ph type="title"/>
          </p:nvPr>
        </p:nvSpPr>
        <p:spPr bwMode="auto">
          <a:xfrm>
            <a:off x="162730" y="100000"/>
            <a:ext cx="11866540" cy="1050000"/>
          </a:xfrm>
        </p:spPr>
        <p:txBody>
          <a:bodyPr anchor="t">
            <a:normAutofit fontScale="90000"/>
          </a:bodyPr>
          <a:lstStyle/>
          <a:p>
            <a:pPr>
              <a:defRPr/>
            </a:pPr>
            <a:r>
              <a:rPr lang="es-DO" sz="4000" b="1">
                <a:solidFill>
                  <a:schemeClr val="bg1"/>
                </a:solidFill>
                <a:highlight>
                  <a:srgbClr val="00A2E3"/>
                </a:highlight>
                <a:latin typeface="Times New Roman"/>
                <a:cs typeface="Times New Roman"/>
              </a:rPr>
              <a:t>3.A - Dios escoge bien porque conoce el corazón</a:t>
            </a:r>
            <a:endParaRPr lang="es-DO"/>
          </a:p>
        </p:txBody>
      </p:sp>
      <p:sp>
        <p:nvSpPr>
          <p:cNvPr id="1772020199" name="Marcador de contenido 2"/>
          <p:cNvSpPr>
            <a:spLocks noGrp="1"/>
          </p:cNvSpPr>
          <p:nvPr>
            <p:ph idx="1"/>
          </p:nvPr>
        </p:nvSpPr>
        <p:spPr bwMode="auto">
          <a:xfrm>
            <a:off x="162730" y="1200000"/>
            <a:ext cx="11866540" cy="4758671"/>
          </a:xfrm>
        </p:spPr>
        <p:txBody>
          <a:bodyPr anchor="t">
            <a:noAutofit/>
          </a:bodyPr>
          <a:lstStyle/>
          <a:p>
            <a:pPr marL="0" indent="0" algn="just">
              <a:buNone/>
              <a:defRPr/>
            </a:pPr>
            <a:r>
              <a:rPr lang="es-DO" sz="4000">
                <a:latin typeface="Times New Roman"/>
                <a:cs typeface="Times New Roman"/>
              </a:rPr>
              <a:t>La misión diplomática del profeta Samuel consistía en viajar a Belén, la pequeña ciudad de Judá, al sur de Jerusalén, de la cual saldría el nuevo rey, y de la cual también vendría el Mesías. Cuando Samuel llegó a Belén los ancianos salieron a recibirlo y a indagar el motivo de su visita.</a:t>
            </a:r>
            <a:endParaRPr lang="es-DO"/>
          </a:p>
        </p:txBody>
      </p:sp>
      <p:sp>
        <p:nvSpPr>
          <p:cNvPr id="1772369538"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39344690"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29232285"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946705428" name="Título 1"/>
          <p:cNvSpPr>
            <a:spLocks noGrp="1"/>
          </p:cNvSpPr>
          <p:nvPr>
            <p:ph type="title"/>
          </p:nvPr>
        </p:nvSpPr>
        <p:spPr bwMode="auto">
          <a:xfrm>
            <a:off x="162730" y="100000"/>
            <a:ext cx="11866540" cy="1050000"/>
          </a:xfrm>
        </p:spPr>
        <p:txBody>
          <a:bodyPr anchor="t">
            <a:normAutofit fontScale="90000"/>
          </a:bodyPr>
          <a:lstStyle/>
          <a:p>
            <a:pPr>
              <a:defRPr/>
            </a:pPr>
            <a:r>
              <a:rPr lang="es-DO" sz="4000" b="1">
                <a:solidFill>
                  <a:schemeClr val="bg1"/>
                </a:solidFill>
                <a:highlight>
                  <a:srgbClr val="00A2E3"/>
                </a:highlight>
                <a:latin typeface="Times New Roman"/>
                <a:cs typeface="Times New Roman"/>
              </a:rPr>
              <a:t>3.A - Dios escoge bien porque conoce el corazón</a:t>
            </a:r>
            <a:endParaRPr lang="es-DO"/>
          </a:p>
        </p:txBody>
      </p:sp>
      <p:sp>
        <p:nvSpPr>
          <p:cNvPr id="917258526" name="Marcador de contenido 2"/>
          <p:cNvSpPr>
            <a:spLocks noGrp="1"/>
          </p:cNvSpPr>
          <p:nvPr>
            <p:ph idx="1"/>
          </p:nvPr>
        </p:nvSpPr>
        <p:spPr bwMode="auto">
          <a:xfrm>
            <a:off x="162730" y="1200000"/>
            <a:ext cx="11866540" cy="4758671"/>
          </a:xfrm>
        </p:spPr>
        <p:txBody>
          <a:bodyPr anchor="t">
            <a:noAutofit/>
          </a:bodyPr>
          <a:lstStyle/>
          <a:p>
            <a:pPr marL="0" indent="0" algn="just">
              <a:buNone/>
              <a:defRPr/>
            </a:pPr>
            <a:r>
              <a:rPr lang="es-DO" sz="4000">
                <a:latin typeface="Times New Roman"/>
                <a:cs typeface="Times New Roman"/>
              </a:rPr>
              <a:t>Lo que sucedió en casa de Isaí es muy instructivo. Samuel vio a Eliab y dijo: «De cierto, delante de Jehová está su ungido» </a:t>
            </a:r>
            <a:r>
              <a:rPr lang="es-DO" sz="4000" b="1">
                <a:latin typeface="Times New Roman"/>
                <a:cs typeface="Times New Roman"/>
              </a:rPr>
              <a:t>(1 Samuel 16:6)</a:t>
            </a:r>
            <a:r>
              <a:rPr lang="es-DO" sz="4000">
                <a:latin typeface="Times New Roman"/>
                <a:cs typeface="Times New Roman"/>
              </a:rPr>
              <a:t>. Estaba juzgando por la apariencia, como lo hizo con los siete hijos de este noble anciano de Belén.</a:t>
            </a:r>
            <a:endParaRPr lang="es-DO"/>
          </a:p>
        </p:txBody>
      </p:sp>
      <p:sp>
        <p:nvSpPr>
          <p:cNvPr id="1654256170"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69849707"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1704849969" name="Imagen 4"/>
          <p:cNvPicPr>
            <a:picLocks noChangeAspect="1"/>
          </p:cNvPicPr>
          <p:nvPr/>
        </p:nvPicPr>
        <p:blipFill rotWithShape="1">
          <a:blip r:embed="rId3"/>
          <a:stretch/>
        </p:blipFill>
        <p:spPr bwMode="auto">
          <a:xfrm>
            <a:off x="0" y="0"/>
            <a:ext cx="12192000" cy="6858000"/>
          </a:xfrm>
          <a:prstGeom prst="rect">
            <a:avLst/>
          </a:prstGeom>
        </p:spPr>
      </p:pic>
      <p:sp>
        <p:nvSpPr>
          <p:cNvPr id="1098677038" name="CuadroTexto 8"/>
          <p:cNvSpPr txBox="1"/>
          <p:nvPr/>
        </p:nvSpPr>
        <p:spPr bwMode="auto">
          <a:xfrm flipH="0" flipV="0">
            <a:off x="685799" y="2779776"/>
            <a:ext cx="6199200" cy="2148840"/>
          </a:xfrm>
          <a:prstGeom prst="rect">
            <a:avLst/>
          </a:prstGeom>
        </p:spPr>
        <p:txBody>
          <a:bodyPr vert="horz" lIns="91440" tIns="0" rIns="91440" bIns="0" rtlCol="0" anchor="t">
            <a:noAutofit/>
          </a:bodyPr>
          <a:lstStyle/>
          <a:p>
            <a:pPr>
              <a:lnSpc>
                <a:spcPct val="100000"/>
              </a:lnSpc>
              <a:defRPr/>
            </a:pPr>
            <a:r>
              <a:rPr lang="es-DO" sz="3600" b="1">
                <a:solidFill>
                  <a:srgbClr val="1A1A2E"/>
                </a:solidFill>
                <a:latin typeface="Verlag Black"/>
              </a:rPr>
              <a:t>3.B- Todo buen siervo necesita dos tipos de unción</a:t>
            </a:r>
            <a:endParaRPr sz="3600"/>
          </a:p>
        </p:txBody>
      </p:sp>
      <p:sp>
        <p:nvSpPr>
          <p:cNvPr id="1398747907" name="OrangeBar"/>
          <p:cNvSpPr/>
          <p:nvPr/>
        </p:nvSpPr>
        <p:spPr bwMode="auto">
          <a:xfrm>
            <a:off x="685800" y="2542032"/>
            <a:ext cx="1600200" cy="73152"/>
          </a:xfrm>
          <a:prstGeom prst="rect">
            <a:avLst/>
          </a:prstGeom>
          <a:solidFill>
            <a:srgbClr val="E85D04"/>
          </a:solidFill>
          <a:ln>
            <a:noFill/>
          </a:ln>
        </p:spPr>
      </p:sp>
      <p:sp>
        <p:nvSpPr>
          <p:cNvPr id="250034311" name="GrayLine"/>
          <p:cNvSpPr/>
          <p:nvPr/>
        </p:nvSpPr>
        <p:spPr bwMode="auto">
          <a:xfrm>
            <a:off x="685800" y="5001768"/>
            <a:ext cx="4900000" cy="10972"/>
          </a:xfrm>
          <a:prstGeom prst="rect">
            <a:avLst/>
          </a:prstGeom>
          <a:solidFill>
            <a:srgbClr val="B0B0B0"/>
          </a:solidFill>
          <a:ln>
            <a:noFill/>
          </a:ln>
        </p:spPr>
      </p:sp>
      <p:sp>
        <p:nvSpPr>
          <p:cNvPr id="1104320640" name="CuadroTexto 3"/>
          <p:cNvSpPr txBox="1"/>
          <p:nvPr/>
        </p:nvSpPr>
        <p:spPr bwMode="auto">
          <a:xfrm>
            <a:off x="685800" y="5166360"/>
            <a:ext cx="4900000" cy="1463040"/>
          </a:xfrm>
          <a:prstGeom prst="rect">
            <a:avLst/>
          </a:prstGeom>
        </p:spPr>
        <p:txBody>
          <a:bodyPr vert="horz" lIns="91440" tIns="0" rIns="91440" bIns="0" rtlCol="0" anchor="t">
            <a:noAutofit/>
          </a:bodyPr>
          <a:lstStyle/>
          <a:p>
            <a:pPr marL="228600" indent="-228600">
              <a:buFont typeface="Arial"/>
              <a:buChar char="•"/>
              <a:defRPr/>
            </a:pPr>
            <a:r>
              <a:rPr lang="es-DO" sz="2200" b="1">
                <a:solidFill>
                  <a:schemeClr val="bg2"/>
                </a:solidFill>
                <a:latin typeface="Verlag Black"/>
              </a:rPr>
              <a:t>1 Samuel 16:11-13</a:t>
            </a:r>
            <a:endParaRPr>
              <a:solidFill>
                <a:schemeClr val="bg2"/>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tx1"/>
        </a:solidFill>
      </p:bgPr>
    </p:bg>
    <p:spTree>
      <p:nvGrpSpPr>
        <p:cNvPr id="1" name=""/>
        <p:cNvGrpSpPr/>
        <p:nvPr/>
      </p:nvGrpSpPr>
      <p:grpSpPr bwMode="auto">
        <a:xfrm>
          <a:off x="0" y="0"/>
          <a:ext cx="0" cy="0"/>
          <a:chOff x="0" y="0"/>
          <a:chExt cx="0" cy="0"/>
        </a:xfrm>
      </p:grpSpPr>
      <p:sp>
        <p:nvSpPr>
          <p:cNvPr id="1578011664" name="CuadroTexto 3"/>
          <p:cNvSpPr txBox="1"/>
          <p:nvPr/>
        </p:nvSpPr>
        <p:spPr bwMode="auto">
          <a:xfrm>
            <a:off x="8308521" y="160774"/>
            <a:ext cx="3752850" cy="830997"/>
          </a:xfrm>
          <a:prstGeom prst="rect">
            <a:avLst/>
          </a:prstGeom>
          <a:noFill/>
        </p:spPr>
        <p:txBody>
          <a:bodyPr wrap="square">
            <a:spAutoFit/>
          </a:bodyPr>
          <a:lstStyle/>
          <a:p>
            <a:pPr marL="0" marR="0" lvl="0" indent="0" algn="ctr" defTabSz="914400" rtl="0">
              <a:lnSpc>
                <a:spcPct val="100000"/>
              </a:lnSpc>
              <a:spcBef>
                <a:spcPts val="0"/>
              </a:spcBef>
              <a:spcAft>
                <a:spcPts val="0"/>
              </a:spcAft>
              <a:buClrTx/>
              <a:buSzTx/>
              <a:buFontTx/>
              <a:buNone/>
              <a:defRPr/>
            </a:pPr>
            <a:r>
              <a:rPr lang="es-DO" sz="4800" b="1" i="0" u="none" strike="noStrike" cap="none" spc="0">
                <a:ln>
                  <a:noFill/>
                </a:ln>
                <a:solidFill>
                  <a:prstClr val="white"/>
                </a:solidFill>
                <a:latin typeface="Calibri"/>
                <a:ea typeface="+mn-ea"/>
                <a:cs typeface="+mn-cs"/>
              </a:rPr>
              <a:t>Texto Bíblico</a:t>
            </a:r>
            <a:endParaRPr/>
          </a:p>
        </p:txBody>
      </p:sp>
      <p:sp>
        <p:nvSpPr>
          <p:cNvPr id="1262353101" name="TextBox 4"/>
          <p:cNvSpPr txBox="1"/>
          <p:nvPr/>
        </p:nvSpPr>
        <p:spPr bwMode="auto">
          <a:xfrm>
            <a:off x="294515" y="856357"/>
            <a:ext cx="11602969" cy="5755422"/>
          </a:xfrm>
          <a:prstGeom prst="rect">
            <a:avLst/>
          </a:prstGeom>
          <a:noFill/>
        </p:spPr>
        <p:txBody>
          <a:bodyPr wrap="square">
            <a:noAutofit/>
          </a:bodyPr>
          <a:lstStyle/>
          <a:p>
            <a:pPr marL="0" marR="0" lvl="0" indent="0" algn="l" defTabSz="914400" rtl="0">
              <a:lnSpc>
                <a:spcPct val="100000"/>
              </a:lnSpc>
              <a:spcBef>
                <a:spcPts val="0"/>
              </a:spcBef>
              <a:spcAft>
                <a:spcPts val="0"/>
              </a:spcAft>
              <a:buClrTx/>
              <a:buSzTx/>
              <a:buFontTx/>
              <a:buNone/>
              <a:defRPr/>
            </a:pPr>
            <a:r>
              <a:rPr lang="es-DO" sz="4400" b="1">
                <a:solidFill>
                  <a:srgbClr val="FFFF00"/>
                </a:solidFill>
              </a:rPr>
              <a:t>1 Samuel 16:11-13</a:t>
            </a:r>
            <a:endParaRPr/>
          </a:p>
          <a:p>
            <a:pPr marL="0" marR="0" lvl="0" indent="0" algn="l" defTabSz="914400" rtl="0">
              <a:lnSpc>
                <a:spcPct val="100000"/>
              </a:lnSpc>
              <a:spcBef>
                <a:spcPts val="0"/>
              </a:spcBef>
              <a:spcAft>
                <a:spcPts val="0"/>
              </a:spcAft>
              <a:buClrTx/>
              <a:buSzTx/>
              <a:buFontTx/>
              <a:buNone/>
              <a:defRPr/>
            </a:pPr>
            <a:r>
              <a:rPr lang="es-DO" sz="4400" b="1">
                <a:solidFill>
                  <a:srgbClr val="FFFF00"/>
                </a:solidFill>
              </a:rPr>
              <a:t>11</a:t>
            </a:r>
            <a:r>
              <a:rPr lang="es-DO" sz="4400">
                <a:solidFill>
                  <a:srgbClr val="FFFFFF"/>
                </a:solidFill>
              </a:rPr>
              <a:t> Entonces dijo Samuel a Isaí: ¿Son estos todos tus hijos? Y él respondió: Queda aún el menor, que apacienta las ovejas. Y dijo Samuel a Isaí: Envía por él, porque no nos sentaremos a la mesa hasta que él venga aquí.</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874765277"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770403015"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3.B - Todo buen siervo necesita dos tipos de unción</a:t>
            </a:r>
            <a:endParaRPr lang="es-DO"/>
          </a:p>
        </p:txBody>
      </p:sp>
      <p:sp>
        <p:nvSpPr>
          <p:cNvPr id="1911901506" name="Marcador de contenido 2"/>
          <p:cNvSpPr>
            <a:spLocks noGrp="1"/>
          </p:cNvSpPr>
          <p:nvPr>
            <p:ph idx="1"/>
          </p:nvPr>
        </p:nvSpPr>
        <p:spPr bwMode="auto">
          <a:xfrm>
            <a:off x="162730" y="1200000"/>
            <a:ext cx="11866540" cy="5159391"/>
          </a:xfrm>
        </p:spPr>
        <p:txBody>
          <a:bodyPr anchor="t">
            <a:noAutofit/>
          </a:bodyPr>
          <a:lstStyle/>
          <a:p>
            <a:pPr marL="0" indent="0" algn="just">
              <a:buNone/>
              <a:defRPr/>
            </a:pPr>
            <a:r>
              <a:rPr lang="es-DO" sz="4000">
                <a:latin typeface="Times New Roman"/>
                <a:cs typeface="Times New Roman"/>
              </a:rPr>
              <a:t>El proceso secreto de la unción de David, hijo de Isaí, de Belén, fue otro evento de gran significado para ese momento y para el resto de la historia. Por una parte, Samuel esperaba encontrarse con otro esbelto y prometedor candidato para el trono de Israel, pero aprendió que la excelencia no depende de las apariencias.</a:t>
            </a:r>
            <a:endParaRPr lang="es-DO"/>
          </a:p>
        </p:txBody>
      </p:sp>
      <p:sp>
        <p:nvSpPr>
          <p:cNvPr id="75207343"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956315701"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51505244"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25142219"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3.B - Todo buen siervo necesita dos tipos de unción</a:t>
            </a:r>
            <a:endParaRPr lang="es-DO"/>
          </a:p>
        </p:txBody>
      </p:sp>
      <p:sp>
        <p:nvSpPr>
          <p:cNvPr id="2147267656" name="Marcador de contenido 2"/>
          <p:cNvSpPr>
            <a:spLocks noGrp="1"/>
          </p:cNvSpPr>
          <p:nvPr>
            <p:ph idx="1"/>
          </p:nvPr>
        </p:nvSpPr>
        <p:spPr bwMode="auto">
          <a:xfrm>
            <a:off x="162730" y="1200000"/>
            <a:ext cx="11866540" cy="5159391"/>
          </a:xfrm>
        </p:spPr>
        <p:txBody>
          <a:bodyPr anchor="t">
            <a:noAutofit/>
          </a:bodyPr>
          <a:lstStyle/>
          <a:p>
            <a:pPr marL="0" indent="0" algn="just">
              <a:buNone/>
              <a:defRPr/>
            </a:pPr>
            <a:r>
              <a:rPr lang="es-DO" sz="3600">
                <a:latin typeface="Times New Roman"/>
                <a:cs typeface="Times New Roman"/>
              </a:rPr>
              <a:t>Los siete hijos de Isaí habían desfilado ante el profeta, pero Jehová no le había indicado que ungiera a ninguno de ellos. Confundido, Samuel le pregunta al padre si esos son todos sus hijos. Este se acordó entonces del menor, un sencillo adolescente que se encontraba en el campo cuidando los rebaños.</a:t>
            </a:r>
            <a:endParaRPr lang="es-DO"/>
          </a:p>
        </p:txBody>
      </p:sp>
      <p:sp>
        <p:nvSpPr>
          <p:cNvPr id="1608488916"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834516444"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569876442"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127230121"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3.B - Todo buen siervo necesita dos tipos de unción</a:t>
            </a:r>
            <a:endParaRPr lang="es-DO"/>
          </a:p>
        </p:txBody>
      </p:sp>
      <p:sp>
        <p:nvSpPr>
          <p:cNvPr id="2103530873" name="Marcador de contenido 2"/>
          <p:cNvSpPr>
            <a:spLocks noGrp="1"/>
          </p:cNvSpPr>
          <p:nvPr>
            <p:ph idx="1"/>
          </p:nvPr>
        </p:nvSpPr>
        <p:spPr bwMode="auto">
          <a:xfrm>
            <a:off x="162730" y="1200000"/>
            <a:ext cx="11866540" cy="5159391"/>
          </a:xfrm>
        </p:spPr>
        <p:txBody>
          <a:bodyPr anchor="t">
            <a:noAutofit/>
          </a:bodyPr>
          <a:lstStyle/>
          <a:p>
            <a:pPr marL="0" indent="0" algn="just">
              <a:buNone/>
              <a:defRPr/>
            </a:pPr>
            <a:r>
              <a:rPr lang="es-DO" sz="3600">
                <a:latin typeface="Times New Roman"/>
                <a:cs typeface="Times New Roman"/>
              </a:rPr>
              <a:t>Samuel no podía creerlo, pero este último de los hijos de Isaí era el escogido de Dios, «un varón conforme a su corazón» </a:t>
            </a:r>
            <a:r>
              <a:rPr lang="es-DO" sz="3600" b="1">
                <a:latin typeface="Times New Roman"/>
                <a:cs typeface="Times New Roman"/>
              </a:rPr>
              <a:t>(1 Samuel 13:14)</a:t>
            </a:r>
            <a:r>
              <a:rPr lang="es-DO" sz="3600">
                <a:latin typeface="Times New Roman"/>
                <a:cs typeface="Times New Roman"/>
              </a:rPr>
              <a:t>. El jovencito entró y Jehová le dijo a Samuel: «Levántate y úngelo, porque este es» </a:t>
            </a:r>
            <a:r>
              <a:rPr lang="es-DO" sz="3600" b="1">
                <a:latin typeface="Times New Roman"/>
                <a:cs typeface="Times New Roman"/>
              </a:rPr>
              <a:t>(1 Samuel 16:12)</a:t>
            </a:r>
            <a:r>
              <a:rPr lang="es-DO" sz="3600">
                <a:latin typeface="Times New Roman"/>
                <a:cs typeface="Times New Roman"/>
              </a:rPr>
              <a:t>.</a:t>
            </a:r>
            <a:endParaRPr lang="es-DO"/>
          </a:p>
        </p:txBody>
      </p:sp>
      <p:sp>
        <p:nvSpPr>
          <p:cNvPr id="1349850916"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23737966"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749740"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53553676"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3.B - Todo buen siervo necesita dos tipos de unción</a:t>
            </a:r>
            <a:endParaRPr lang="es-DO"/>
          </a:p>
        </p:txBody>
      </p:sp>
      <p:sp>
        <p:nvSpPr>
          <p:cNvPr id="1752976896" name="Marcador de contenido 2"/>
          <p:cNvSpPr>
            <a:spLocks noGrp="1"/>
          </p:cNvSpPr>
          <p:nvPr>
            <p:ph idx="1"/>
          </p:nvPr>
        </p:nvSpPr>
        <p:spPr bwMode="auto">
          <a:xfrm>
            <a:off x="162730" y="1200000"/>
            <a:ext cx="11866540" cy="5159391"/>
          </a:xfrm>
        </p:spPr>
        <p:txBody>
          <a:bodyPr anchor="t">
            <a:noAutofit/>
          </a:bodyPr>
          <a:lstStyle/>
          <a:p>
            <a:pPr marL="0" indent="0" algn="just">
              <a:buNone/>
              <a:defRPr/>
            </a:pPr>
            <a:r>
              <a:rPr lang="es-DO" sz="4000">
                <a:latin typeface="Times New Roman"/>
                <a:cs typeface="Times New Roman"/>
              </a:rPr>
              <a:t>Lo maravilloso es ver cómo «desde aquel día en adelante el Espíritu de Jehová vino sobre David» </a:t>
            </a:r>
            <a:r>
              <a:rPr lang="es-DO" sz="4000" b="1">
                <a:latin typeface="Times New Roman"/>
                <a:cs typeface="Times New Roman"/>
              </a:rPr>
              <a:t>(1 Samuel 16:13)</a:t>
            </a:r>
            <a:r>
              <a:rPr lang="es-DO" sz="4000">
                <a:latin typeface="Times New Roman"/>
                <a:cs typeface="Times New Roman"/>
              </a:rPr>
              <a:t>. Allí estaba el equipo completo: un joven íntegro y de corazón sencillo, una comisión divina transmitida por el representante de Dios en Israel, y el Espíritu Santo que lo llenó para el servicio.</a:t>
            </a:r>
            <a:endParaRPr lang="es-DO"/>
          </a:p>
        </p:txBody>
      </p:sp>
      <p:sp>
        <p:nvSpPr>
          <p:cNvPr id="1290129699"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667433916"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88706814"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86600431"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3.B - Todo buen siervo necesita dos tipos de unción</a:t>
            </a:r>
            <a:endParaRPr lang="es-DO"/>
          </a:p>
        </p:txBody>
      </p:sp>
      <p:sp>
        <p:nvSpPr>
          <p:cNvPr id="1070669835" name="Marcador de contenido 2"/>
          <p:cNvSpPr>
            <a:spLocks noGrp="1"/>
          </p:cNvSpPr>
          <p:nvPr>
            <p:ph idx="1"/>
          </p:nvPr>
        </p:nvSpPr>
        <p:spPr bwMode="auto">
          <a:xfrm>
            <a:off x="162730" y="1200000"/>
            <a:ext cx="11866540" cy="5159391"/>
          </a:xfrm>
        </p:spPr>
        <p:txBody>
          <a:bodyPr anchor="t">
            <a:noAutofit/>
          </a:bodyPr>
          <a:lstStyle/>
          <a:p>
            <a:pPr marL="0" indent="0" algn="just">
              <a:buNone/>
              <a:defRPr/>
            </a:pPr>
            <a:r>
              <a:rPr lang="es-DO" sz="4000">
                <a:latin typeface="Times New Roman"/>
                <a:cs typeface="Times New Roman"/>
              </a:rPr>
              <a:t>Es hermoso pensar que cuando alguien abandona el servicio de Dios, o queda descalificado por su propia culpa, el Señor tiene ya preparado al que tomará su lugar. En el reino espiritual de hoy, ese método sigue en vigencia: Cristo envía los obreros, el Espíritu Santo los llena y la iglesia los coloca en el campo.</a:t>
            </a:r>
            <a:endParaRPr lang="es-DO"/>
          </a:p>
        </p:txBody>
      </p:sp>
      <p:sp>
        <p:nvSpPr>
          <p:cNvPr id="861569380"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855146823"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874765277"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770403015"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3.B - Todo buen siervo necesita dos tipos de unción</a:t>
            </a:r>
            <a:endParaRPr lang="es-DO"/>
          </a:p>
        </p:txBody>
      </p:sp>
      <p:sp>
        <p:nvSpPr>
          <p:cNvPr id="1911901506" name="Marcador de contenido 2"/>
          <p:cNvSpPr>
            <a:spLocks noGrp="1"/>
          </p:cNvSpPr>
          <p:nvPr>
            <p:ph idx="1"/>
          </p:nvPr>
        </p:nvSpPr>
        <p:spPr bwMode="auto">
          <a:xfrm>
            <a:off x="162730" y="1200000"/>
            <a:ext cx="11866540" cy="5159391"/>
          </a:xfrm>
        </p:spPr>
        <p:txBody>
          <a:bodyPr anchor="t">
            <a:noAutofit/>
          </a:bodyPr>
          <a:lstStyle/>
          <a:p>
            <a:pPr marL="0" indent="0" algn="just">
              <a:buNone/>
              <a:defRPr/>
            </a:pPr>
            <a:r>
              <a:rPr lang="es-DO" sz="4000">
                <a:latin typeface="Times New Roman"/>
                <a:cs typeface="Times New Roman"/>
              </a:rPr>
              <a:t>El proceso secreto de la unción de David, hijo de Isaí, de Belén, fue otro evento de gran significado para ese momento y para el resto de la historia. Por una parte, Samuel esperaba encontrarse con otro esbelto y prometedor candidato para el trono de Israel, pero aprendió que la excelencia no depende de las apariencias.</a:t>
            </a:r>
            <a:endParaRPr lang="es-DO"/>
          </a:p>
        </p:txBody>
      </p:sp>
      <p:sp>
        <p:nvSpPr>
          <p:cNvPr id="75207343"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1956315701"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51505244" name="Rectangle 23"/>
          <p:cNvSpPr>
            <a:spLocks noAdjustHandles="1" noChangeArrowheads="1" noChangeAspect="1" noChangeShapeType="1" noEditPoints="1" noGrp="1" noMove="1" noResize="1" noRot="1" noTextEdit="1"/>
          </p:cNvSpPr>
          <p:nvPr/>
        </p:nvSpPr>
        <p:spPr bwMode="auto">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525142219" name="Título 1"/>
          <p:cNvSpPr>
            <a:spLocks noGrp="1"/>
          </p:cNvSpPr>
          <p:nvPr>
            <p:ph type="title"/>
          </p:nvPr>
        </p:nvSpPr>
        <p:spPr bwMode="auto">
          <a:xfrm>
            <a:off x="162730" y="100000"/>
            <a:ext cx="11866540" cy="1050000"/>
          </a:xfrm>
        </p:spPr>
        <p:txBody>
          <a:bodyPr anchor="t">
            <a:normAutofit/>
          </a:bodyPr>
          <a:lstStyle/>
          <a:p>
            <a:pPr>
              <a:defRPr/>
            </a:pPr>
            <a:r>
              <a:rPr lang="es-DO" sz="3600" b="1">
                <a:solidFill>
                  <a:schemeClr val="bg1"/>
                </a:solidFill>
                <a:highlight>
                  <a:srgbClr val="00A2E3"/>
                </a:highlight>
                <a:latin typeface="Times New Roman"/>
                <a:cs typeface="Times New Roman"/>
              </a:rPr>
              <a:t>3.B - Todo buen siervo necesita dos tipos de unción</a:t>
            </a:r>
            <a:endParaRPr lang="es-DO"/>
          </a:p>
        </p:txBody>
      </p:sp>
      <p:sp>
        <p:nvSpPr>
          <p:cNvPr id="2147267656" name="Marcador de contenido 2"/>
          <p:cNvSpPr>
            <a:spLocks noGrp="1"/>
          </p:cNvSpPr>
          <p:nvPr>
            <p:ph idx="1"/>
          </p:nvPr>
        </p:nvSpPr>
        <p:spPr bwMode="auto">
          <a:xfrm>
            <a:off x="162730" y="1200000"/>
            <a:ext cx="11866540" cy="5159391"/>
          </a:xfrm>
        </p:spPr>
        <p:txBody>
          <a:bodyPr anchor="t">
            <a:noAutofit/>
          </a:bodyPr>
          <a:lstStyle/>
          <a:p>
            <a:pPr marL="0" indent="0" algn="just">
              <a:buNone/>
              <a:defRPr/>
            </a:pPr>
            <a:r>
              <a:rPr lang="es-DO" sz="3600">
                <a:latin typeface="Times New Roman"/>
                <a:cs typeface="Times New Roman"/>
              </a:rPr>
              <a:t>Los siete hijos de Isaí habían desfilado ante el profeta, pero Jehová no le había indicado que ungiera a ninguno de ellos. Confundido, Samuel le pregunta al padre si esos son todos sus hijos. Este se acordó entonces del menor, un sencillo adolescente que se encontraba en el campo cuidando los rebaños.</a:t>
            </a:r>
            <a:endParaRPr lang="es-DO"/>
          </a:p>
        </p:txBody>
      </p:sp>
      <p:sp>
        <p:nvSpPr>
          <p:cNvPr id="1608488916" name="Rectangle 25"/>
          <p:cNvSpPr>
            <a:spLocks noAdjustHandles="1" noChangeArrowheads="1" noChangeAspect="1" noChangeShapeType="1" noEditPoints="1" noGrp="1" noMove="1" noResize="1" noRot="1" noTextEdit="1"/>
          </p:cNvSpPr>
          <p:nvPr/>
        </p:nvSpPr>
        <p:spPr bwMode="auto">
          <a:xfrm rot="10800000" flipH="1">
            <a:off x="0" y="6400798"/>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
        <p:nvSpPr>
          <p:cNvPr id="834516444" name="Rectangle 27"/>
          <p:cNvSpPr>
            <a:spLocks noAdjustHandles="1" noChangeArrowheads="1" noChangeAspect="1" noChangeShapeType="1" noEditPoints="1" noGrp="1" noMove="1" noResize="1" noRot="1" noTextEdit="1"/>
          </p:cNvSpPr>
          <p:nvPr/>
        </p:nvSpPr>
        <p:spPr bwMode="auto">
          <a:xfrm flipH="1">
            <a:off x="4038600" y="6400798"/>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a:lnSpc>
                <a:spcPct val="100000"/>
              </a:lnSpc>
              <a:spcBef>
                <a:spcPts val="0"/>
              </a:spcBef>
              <a:spcAft>
                <a:spcPts val="0"/>
              </a:spcAft>
              <a:buClrTx/>
              <a:buSzTx/>
              <a:buFontTx/>
              <a:buNone/>
              <a:defRPr/>
            </a:pPr>
            <a:endParaRPr lang="en-US" sz="1800" b="0" i="0" u="none" strike="noStrike" cap="none" spc="0">
              <a:ln>
                <a:noFill/>
              </a:ln>
              <a:solidFill>
                <a:prstClr val="white"/>
              </a:solidFill>
              <a:latin typeface="Calibri"/>
              <a:ea typeface="+mn-ea"/>
              <a:cs typeface="+mn-c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79476038" name="TextBox 3"/>
          <p:cNvSpPr txBox="1"/>
          <p:nvPr/>
        </p:nvSpPr>
        <p:spPr bwMode="auto">
          <a:xfrm>
            <a:off x="346315" y="438291"/>
            <a:ext cx="838200" cy="707886"/>
          </a:xfrm>
          <a:prstGeom prst="rect">
            <a:avLst/>
          </a:prstGeom>
          <a:noFill/>
        </p:spPr>
        <p:txBody>
          <a:bodyPr wrap="square" rtlCol="0">
            <a:spAutoFit/>
          </a:bodyPr>
          <a:lstStyle/>
          <a:p>
            <a:pPr marL="0" marR="0" lvl="0" indent="0" algn="r" defTabSz="914400" rtl="0">
              <a:lnSpc>
                <a:spcPct val="100000"/>
              </a:lnSpc>
              <a:spcBef>
                <a:spcPts val="0"/>
              </a:spcBef>
              <a:spcAft>
                <a:spcPts val="0"/>
              </a:spcAft>
              <a:buClrTx/>
              <a:buSzTx/>
              <a:buFontTx/>
              <a:buNone/>
              <a:defRPr/>
            </a:pPr>
            <a:r>
              <a:rPr lang="es-DO" sz="2000" b="0" i="0" u="none" strike="noStrike" cap="none" spc="0">
                <a:ln>
                  <a:noFill/>
                </a:ln>
                <a:solidFill>
                  <a:prstClr val="black"/>
                </a:solidFill>
                <a:latin typeface="Agency FB"/>
                <a:ea typeface="+mn-ea"/>
                <a:cs typeface="+mn-cs"/>
              </a:rPr>
              <a:t>Estudio</a:t>
            </a:r>
            <a:endParaRPr/>
          </a:p>
          <a:p>
            <a:pPr marL="0" marR="0" lvl="0" indent="0" algn="r" defTabSz="914400" rtl="0">
              <a:lnSpc>
                <a:spcPct val="100000"/>
              </a:lnSpc>
              <a:spcBef>
                <a:spcPts val="0"/>
              </a:spcBef>
              <a:spcAft>
                <a:spcPts val="0"/>
              </a:spcAft>
              <a:buClrTx/>
              <a:buSzTx/>
              <a:buFontTx/>
              <a:buNone/>
              <a:defRPr/>
            </a:pPr>
            <a:r>
              <a:rPr lang="es-DO" sz="2000" b="0" i="0" u="none" strike="noStrike" cap="none" spc="0">
                <a:ln>
                  <a:noFill/>
                </a:ln>
                <a:solidFill>
                  <a:prstClr val="black"/>
                </a:solidFill>
                <a:latin typeface="Agency FB"/>
                <a:ea typeface="+mn-ea"/>
                <a:cs typeface="+mn-cs"/>
              </a:rPr>
              <a:t>Bíblico</a:t>
            </a:r>
            <a:endParaRPr/>
          </a:p>
        </p:txBody>
      </p:sp>
      <p:sp>
        <p:nvSpPr>
          <p:cNvPr id="1872305100" name="TextBox 4"/>
          <p:cNvSpPr txBox="1"/>
          <p:nvPr/>
        </p:nvSpPr>
        <p:spPr bwMode="auto">
          <a:xfrm>
            <a:off x="1068780" y="366052"/>
            <a:ext cx="1028700" cy="861774"/>
          </a:xfrm>
          <a:prstGeom prst="rect">
            <a:avLst/>
          </a:prstGeom>
          <a:noFill/>
        </p:spPr>
        <p:txBody>
          <a:bodyPr wrap="square" rtlCol="0">
            <a:spAutoFit/>
          </a:bodyPr>
          <a:lstStyle/>
          <a:p>
            <a:pPr marL="0" marR="0" lvl="0" indent="0" algn="l" defTabSz="914400" rtl="0">
              <a:lnSpc>
                <a:spcPct val="100000"/>
              </a:lnSpc>
              <a:spcBef>
                <a:spcPts val="0"/>
              </a:spcBef>
              <a:spcAft>
                <a:spcPts val="0"/>
              </a:spcAft>
              <a:buClrTx/>
              <a:buSzTx/>
              <a:buFontTx/>
              <a:buNone/>
              <a:defRPr/>
            </a:pPr>
            <a:r>
              <a:rPr lang="es-DO" sz="5000" b="1">
                <a:ln w="19050">
                  <a:solidFill>
                    <a:srgbClr val="4F271C">
                      <a:tint val="1000"/>
                    </a:srgbClr>
                  </a:solidFill>
                  <a:prstDash val="solid"/>
                </a:ln>
                <a:solidFill>
                  <a:srgbClr val="C32D2E"/>
                </a:solidFill>
                <a:latin typeface="Gill Sans MT"/>
              </a:rPr>
              <a:t>5</a:t>
            </a:r>
            <a:endParaRPr lang="es-DO"/>
          </a:p>
        </p:txBody>
      </p:sp>
      <p:sp>
        <p:nvSpPr>
          <p:cNvPr id="483871267" name="Rounded Rectangle 5"/>
          <p:cNvSpPr/>
          <p:nvPr/>
        </p:nvSpPr>
        <p:spPr bwMode="auto">
          <a:xfrm>
            <a:off x="387285" y="366052"/>
            <a:ext cx="1594460" cy="861774"/>
          </a:xfrm>
          <a:prstGeom prst="roundRect">
            <a:avLst>
              <a:gd name="adj" fmla="val 16667"/>
            </a:avLst>
          </a:prstGeom>
          <a:solidFill>
            <a:srgbClr val="FFC000">
              <a:alpha val="20000"/>
            </a:srgbClr>
          </a:solidFill>
          <a:ln w="25400" cap="flat" cmpd="sng" algn="ctr">
            <a:solidFill>
              <a:srgbClr val="3891A7">
                <a:shade val="50000"/>
              </a:srgbClr>
            </a:solidFill>
            <a:prstDash val="solid"/>
          </a:ln>
          <a:effectLst/>
        </p:spPr>
        <p:txBody>
          <a:bodyPr rtlCol="0" anchor="ctr"/>
          <a:lstStyle/>
          <a:p>
            <a:pPr marL="0" marR="0" lvl="0" indent="0" algn="ctr" defTabSz="914400" rtl="0">
              <a:lnSpc>
                <a:spcPct val="100000"/>
              </a:lnSpc>
              <a:spcBef>
                <a:spcPts val="0"/>
              </a:spcBef>
              <a:spcAft>
                <a:spcPts val="0"/>
              </a:spcAft>
              <a:buClrTx/>
              <a:buSzTx/>
              <a:buFontTx/>
              <a:buNone/>
              <a:defRPr/>
            </a:pPr>
            <a:endParaRPr lang="es-DO" sz="1800" b="0" i="0" u="none" strike="noStrike" cap="none" spc="0">
              <a:ln>
                <a:noFill/>
              </a:ln>
              <a:solidFill>
                <a:prstClr val="white"/>
              </a:solidFill>
              <a:latin typeface="Gill Sans MT"/>
              <a:ea typeface="+mn-ea"/>
              <a:cs typeface="+mn-cs"/>
            </a:endParaRPr>
          </a:p>
        </p:txBody>
      </p:sp>
      <p:sp>
        <p:nvSpPr>
          <p:cNvPr id="1262014282" name="Shape 80"/>
          <p:cNvSpPr txBox="1"/>
          <p:nvPr/>
        </p:nvSpPr>
        <p:spPr bwMode="auto">
          <a:xfrm>
            <a:off x="2435119" y="579252"/>
            <a:ext cx="7094077" cy="665338"/>
          </a:xfrm>
          <a:prstGeom prst="rect">
            <a:avLst/>
          </a:prstGeom>
          <a:noFill/>
          <a:ln>
            <a:noFill/>
            <a:miter lim="800000"/>
            <a:headEnd/>
            <a:tailEnd/>
          </a:ln>
        </p:spPr>
        <p:style>
          <a:lnRef idx="0">
            <a:schemeClr val="accent1"/>
          </a:lnRef>
          <a:fillRef idx="3">
            <a:schemeClr val="accent1"/>
          </a:fillRef>
          <a:effectRef idx="3">
            <a:schemeClr val="accent1"/>
          </a:effectRef>
          <a:fontRef idx="minor">
            <a:schemeClr val="lt1"/>
          </a:fontRef>
        </p:style>
        <p:txBody>
          <a:bodyPr lIns="91425" tIns="45700" rIns="91425" bIns="45700" anchor="b"/>
          <a:lstStyle>
            <a:lvl1pPr algn="r" defTabSz="457200" rtl="0">
              <a:spcBef>
                <a:spcPts val="0"/>
              </a:spcBef>
              <a:buNone/>
              <a:defRPr sz="4800" cap="all">
                <a:ln w="3175" cmpd="sng">
                  <a:noFill/>
                </a:ln>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lvl="0" algn="ctr">
              <a:spcBef>
                <a:spcPts val="0"/>
              </a:spcBef>
              <a:buClr>
                <a:prstClr val="white"/>
              </a:buClr>
              <a:buSzPct val="25000"/>
              <a:defRPr/>
            </a:pPr>
            <a:r>
              <a:rPr lang="es-ES" sz="3600">
                <a:solidFill>
                  <a:srgbClr val="FDA110"/>
                </a:solidFill>
              </a:rPr>
              <a:t>PRÓXIMA ESCUELA BIBLICA</a:t>
            </a:r>
            <a:endParaRPr/>
          </a:p>
        </p:txBody>
      </p:sp>
      <p:pic>
        <p:nvPicPr>
          <p:cNvPr id="536252085" name="Imagen 2"/>
          <p:cNvPicPr>
            <a:picLocks noChangeAspect="1"/>
          </p:cNvPicPr>
          <p:nvPr/>
        </p:nvPicPr>
        <p:blipFill rotWithShape="1">
          <a:blip r:embed="rId3"/>
          <a:stretch/>
        </p:blipFill>
        <p:spPr bwMode="auto">
          <a:xfrm>
            <a:off x="10180246" y="202271"/>
            <a:ext cx="1985157" cy="1417970"/>
          </a:xfrm>
          <a:prstGeom prst="rect">
            <a:avLst/>
          </a:prstGeom>
        </p:spPr>
      </p:pic>
      <p:sp>
        <p:nvSpPr>
          <p:cNvPr id="844470557" name="CuadroTexto 1"/>
          <p:cNvSpPr txBox="1"/>
          <p:nvPr/>
        </p:nvSpPr>
        <p:spPr bwMode="auto">
          <a:xfrm>
            <a:off x="-168663" y="1620241"/>
            <a:ext cx="12529326" cy="3905456"/>
          </a:xfrm>
          <a:prstGeom prst="rect">
            <a:avLst/>
          </a:prstGeom>
          <a:noFill/>
        </p:spPr>
        <p:txBody>
          <a:bodyPr wrap="square" anchor="t">
            <a:spAutoFit/>
          </a:bodyPr>
          <a:lstStyle/>
          <a:p>
            <a:pPr algn="ctr">
              <a:defRPr/>
            </a:pPr>
            <a:r>
              <a:rPr lang="es-DO" sz="8000">
                <a:solidFill>
                  <a:prstClr val="black"/>
                </a:solidFill>
                <a:latin typeface="Verlag Black"/>
              </a:rPr>
              <a:t>LA UNCIÓN EXPULSA LOS</a:t>
            </a:r>
            <a:br>
              <a:rPr/>
            </a:br>
            <a:r>
              <a:rPr lang="es-DO" sz="8000">
                <a:solidFill>
                  <a:prstClr val="black"/>
                </a:solidFill>
                <a:latin typeface="Verlag Black"/>
              </a:rPr>
              <a:t>DEMONIOS Y VENCE LOS GIGANTES</a:t>
            </a:r>
            <a:endParaRPr lang="es-DO"/>
          </a:p>
        </p:txBody>
      </p:sp>
      <p:sp>
        <p:nvSpPr>
          <p:cNvPr id="623436046" name="TextBox 7"/>
          <p:cNvSpPr txBox="1"/>
          <p:nvPr/>
        </p:nvSpPr>
        <p:spPr bwMode="auto">
          <a:xfrm>
            <a:off x="2435119" y="5755697"/>
            <a:ext cx="7472284" cy="830997"/>
          </a:xfrm>
          <a:prstGeom prst="rect">
            <a:avLst/>
          </a:prstGeom>
          <a:noFill/>
        </p:spPr>
        <p:txBody>
          <a:bodyPr wrap="square" rtlCol="0">
            <a:spAutoFit/>
          </a:bodyPr>
          <a:lstStyle/>
          <a:p>
            <a:pPr algn="ctr">
              <a:defRPr/>
            </a:pPr>
            <a:r>
              <a:rPr lang="es-DO" sz="2400" b="1" i="0" u="none" strike="noStrike" cap="none" spc="0">
                <a:ln>
                  <a:noFill/>
                </a:ln>
                <a:solidFill>
                  <a:prstClr val="black"/>
                </a:solidFill>
                <a:latin typeface="Gill Sans MT"/>
                <a:ea typeface="+mn-ea"/>
                <a:cs typeface="+mn-cs"/>
              </a:rPr>
              <a:t>Base Bíblica: </a:t>
            </a:r>
            <a:endParaRPr/>
          </a:p>
          <a:p>
            <a:pPr algn="ctr">
              <a:defRPr/>
            </a:pPr>
            <a:r>
              <a:rPr lang="es-DO" sz="2400" i="0" u="none" strike="noStrike" cap="none" spc="0">
                <a:ln>
                  <a:noFill/>
                </a:ln>
                <a:solidFill>
                  <a:prstClr val="black"/>
                </a:solidFill>
                <a:latin typeface="Gill Sans MT"/>
                <a:ea typeface="+mn-ea"/>
                <a:cs typeface="+mn-cs"/>
              </a:rPr>
              <a:t>1 Samuel 16:14-23; 1 Samuel 17:26-50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B9023A-0696-7280-617E-8F94EF59F45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4688F57-6886-24C0-131C-47773AB89B90}"/>
              </a:ext>
            </a:extLst>
          </p:cNvPr>
          <p:cNvSpPr>
            <a:spLocks noGrp="1"/>
          </p:cNvSpPr>
          <p:nvPr>
            <p:ph type="title"/>
          </p:nvPr>
        </p:nvSpPr>
        <p:spPr>
          <a:xfrm>
            <a:off x="0" y="-35535"/>
            <a:ext cx="12192000" cy="428625"/>
          </a:xfrm>
          <a:solidFill>
            <a:srgbClr val="9E5B4B"/>
          </a:solidFill>
          <a:ln>
            <a:noFill/>
          </a:ln>
        </p:spPr>
        <p:txBody>
          <a:bodyPr/>
          <a:lstStyle/>
          <a:p>
            <a:pPr algn="ctr"/>
            <a:r>
              <a:rPr lang="es-DO" b="1" dirty="0">
                <a:solidFill>
                  <a:schemeClr val="bg1"/>
                </a:solidFill>
                <a:latin typeface="Verlag Black" pitchFamily="2" charset="0"/>
              </a:rPr>
              <a:t>LECTURA ANTIFONAL</a:t>
            </a:r>
          </a:p>
        </p:txBody>
      </p:sp>
      <p:sp>
        <p:nvSpPr>
          <p:cNvPr id="6" name="CuadroTexto 5">
            <a:extLst>
              <a:ext uri="{FF2B5EF4-FFF2-40B4-BE49-F238E27FC236}">
                <a16:creationId xmlns:a16="http://schemas.microsoft.com/office/drawing/2014/main" id="{79F806B8-AB6A-3DDA-CDC2-05212FDBE2DD}"/>
              </a:ext>
            </a:extLst>
          </p:cNvPr>
          <p:cNvSpPr txBox="1"/>
          <p:nvPr/>
        </p:nvSpPr>
        <p:spPr>
          <a:xfrm>
            <a:off x="120581" y="393090"/>
            <a:ext cx="11857054" cy="6247864"/>
          </a:xfrm>
          <a:prstGeom prst="rect">
            <a:avLst/>
          </a:prstGeom>
          <a:noFill/>
        </p:spPr>
        <p:txBody>
          <a:bodyPr wrap="square">
            <a:noAutofit/>
          </a:bodyPr>
          <a:lstStyle/>
          <a:p>
            <a:pPr algn="just"/>
            <a:r>
              <a:rPr lang="es-DO" sz="4400" dirty="0" b="1">
                <a:solidFill>
                  <a:srgbClr val="FF0000"/>
                </a:solidFill>
              </a:rPr>
              <a:t>33</a:t>
            </a:r>
            <a:r>
              <a:rPr lang="es-DO" sz="4400" dirty="0"/>
              <a:t xml:space="preserve"> como también yo en todas las cosas agrado a todos, no procurando mi propio beneficio, sino el de muchos, para que sean salvos.</a:t>
            </a:r>
          </a:p>
        </p:txBody>
      </p:sp>
    </p:spTree>
    <p:extLst>
      <p:ext uri="{BB962C8B-B14F-4D97-AF65-F5344CB8AC3E}">
        <p14:creationId xmlns:p14="http://schemas.microsoft.com/office/powerpoint/2010/main" val="36871185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B9023A-0696-7280-617E-8F94EF59F45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4688F57-6886-24C0-131C-47773AB89B90}"/>
              </a:ext>
            </a:extLst>
          </p:cNvPr>
          <p:cNvSpPr>
            <a:spLocks noGrp="1"/>
          </p:cNvSpPr>
          <p:nvPr>
            <p:ph type="title"/>
          </p:nvPr>
        </p:nvSpPr>
        <p:spPr>
          <a:xfrm>
            <a:off x="0" y="-35535"/>
            <a:ext cx="12192000" cy="428625"/>
          </a:xfrm>
          <a:solidFill>
            <a:srgbClr val="9E5B4B"/>
          </a:solidFill>
          <a:ln>
            <a:noFill/>
          </a:ln>
        </p:spPr>
        <p:txBody>
          <a:bodyPr/>
          <a:lstStyle/>
          <a:p>
            <a:pPr algn="ctr"/>
            <a:r>
              <a:rPr lang="es-DO" b="1" dirty="0">
                <a:solidFill>
                  <a:schemeClr val="bg1"/>
                </a:solidFill>
                <a:latin typeface="Verlag Black" pitchFamily="2" charset="0"/>
              </a:rPr>
              <a:t>LECTURA ANTIFONAL</a:t>
            </a:r>
          </a:p>
        </p:txBody>
      </p:sp>
      <p:sp>
        <p:nvSpPr>
          <p:cNvPr id="6" name="CuadroTexto 5">
            <a:extLst>
              <a:ext uri="{FF2B5EF4-FFF2-40B4-BE49-F238E27FC236}">
                <a16:creationId xmlns:a16="http://schemas.microsoft.com/office/drawing/2014/main" id="{79F806B8-AB6A-3DDA-CDC2-05212FDBE2DD}"/>
              </a:ext>
            </a:extLst>
          </p:cNvPr>
          <p:cNvSpPr txBox="1"/>
          <p:nvPr/>
        </p:nvSpPr>
        <p:spPr>
          <a:xfrm>
            <a:off x="120581" y="393090"/>
            <a:ext cx="11857054" cy="6247864"/>
          </a:xfrm>
          <a:prstGeom prst="rect">
            <a:avLst/>
          </a:prstGeom>
          <a:noFill/>
        </p:spPr>
        <p:txBody>
          <a:bodyPr wrap="square">
            <a:noAutofit/>
          </a:bodyPr>
          <a:lstStyle/>
          <a:p>
            <a:pPr algn="just"/>
            <a:r>
              <a:rPr lang="es-DO" sz="4400" dirty="0" b="1">
                <a:solidFill>
                  <a:srgbClr val="FF0000"/>
                </a:solidFill>
              </a:rPr>
              <a:t>1 Pedro 5:2-7</a:t>
            </a:r>
          </a:p>
          <a:p>
            <a:pPr algn="just"/>
            <a:r>
              <a:rPr lang="es-DO" sz="4400" dirty="0" b="1">
                <a:solidFill>
                  <a:srgbClr val="FF0000"/>
                </a:solidFill>
              </a:rPr>
              <a:t>2</a:t>
            </a:r>
            <a:r>
              <a:rPr lang="es-DO" sz="4400" dirty="0"/>
              <a:t xml:space="preserve"> Apacentad la grey de Dios que está entre vosotros, cuidando de ella, no por fuerza, sino voluntariamente; no por ganancia deshonesta, sino con ánimo pronto</a:t>
            </a:r>
          </a:p>
          <a:p>
            <a:pPr algn="just"/>
            <a:r>
              <a:rPr lang="es-DO" sz="4400" dirty="0" b="1">
                <a:solidFill>
                  <a:srgbClr val="FF0000"/>
                </a:solidFill>
              </a:rPr>
              <a:t>3</a:t>
            </a:r>
            <a:r>
              <a:rPr lang="es-DO" sz="4400" dirty="0"/>
              <a:t xml:space="preserve"> no como teniendo señorío sobre los que están a vuestro cuidado, sino siendo ejemplos de la grey.</a:t>
            </a:r>
          </a:p>
        </p:txBody>
      </p:sp>
    </p:spTree>
    <p:extLst>
      <p:ext uri="{BB962C8B-B14F-4D97-AF65-F5344CB8AC3E}">
        <p14:creationId xmlns:p14="http://schemas.microsoft.com/office/powerpoint/2010/main" val="3687118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B9023A-0696-7280-617E-8F94EF59F45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4688F57-6886-24C0-131C-47773AB89B90}"/>
              </a:ext>
            </a:extLst>
          </p:cNvPr>
          <p:cNvSpPr>
            <a:spLocks noGrp="1"/>
          </p:cNvSpPr>
          <p:nvPr>
            <p:ph type="title"/>
          </p:nvPr>
        </p:nvSpPr>
        <p:spPr>
          <a:xfrm>
            <a:off x="0" y="-35535"/>
            <a:ext cx="12192000" cy="428625"/>
          </a:xfrm>
          <a:solidFill>
            <a:srgbClr val="9E5B4B"/>
          </a:solidFill>
          <a:ln>
            <a:noFill/>
          </a:ln>
        </p:spPr>
        <p:txBody>
          <a:bodyPr/>
          <a:lstStyle/>
          <a:p>
            <a:pPr algn="ctr"/>
            <a:r>
              <a:rPr lang="es-DO" b="1" dirty="0">
                <a:solidFill>
                  <a:schemeClr val="bg1"/>
                </a:solidFill>
                <a:latin typeface="Verlag Black" pitchFamily="2" charset="0"/>
              </a:rPr>
              <a:t>LECTURA ANTIFONAL</a:t>
            </a:r>
          </a:p>
        </p:txBody>
      </p:sp>
      <p:sp>
        <p:nvSpPr>
          <p:cNvPr id="6" name="CuadroTexto 5">
            <a:extLst>
              <a:ext uri="{FF2B5EF4-FFF2-40B4-BE49-F238E27FC236}">
                <a16:creationId xmlns:a16="http://schemas.microsoft.com/office/drawing/2014/main" id="{79F806B8-AB6A-3DDA-CDC2-05212FDBE2DD}"/>
              </a:ext>
            </a:extLst>
          </p:cNvPr>
          <p:cNvSpPr txBox="1"/>
          <p:nvPr/>
        </p:nvSpPr>
        <p:spPr>
          <a:xfrm>
            <a:off x="120581" y="393090"/>
            <a:ext cx="11857054" cy="6247864"/>
          </a:xfrm>
          <a:prstGeom prst="rect">
            <a:avLst/>
          </a:prstGeom>
          <a:noFill/>
        </p:spPr>
        <p:txBody>
          <a:bodyPr wrap="square">
            <a:noAutofit/>
          </a:bodyPr>
          <a:lstStyle/>
          <a:p>
            <a:pPr algn="just"/>
            <a:r>
              <a:rPr lang="es-DO" sz="4400" dirty="0" b="1">
                <a:solidFill>
                  <a:srgbClr val="FF0000"/>
                </a:solidFill>
              </a:rPr>
              <a:t>4</a:t>
            </a:r>
            <a:r>
              <a:rPr lang="es-DO" sz="4400" dirty="0"/>
              <a:t xml:space="preserve"> Y cuando aparezca el Príncipe de los pastores, vosotros recibiréis la corona incorruptible de gloria.</a:t>
            </a:r>
          </a:p>
          <a:p>
            <a:pPr algn="just"/>
            <a:r>
              <a:rPr lang="es-DO" sz="4400" dirty="0" b="1">
                <a:solidFill>
                  <a:srgbClr val="FF0000"/>
                </a:solidFill>
              </a:rPr>
              <a:t>5</a:t>
            </a:r>
            <a:r>
              <a:rPr lang="es-DO" sz="4400" dirty="0"/>
              <a:t xml:space="preserve"> Igualmente, jóvenes, estad sujetos a los ancianos; y todos, sumisos unos a otros, revestíos de humildad;</a:t>
            </a:r>
          </a:p>
          <a:p>
            <a:pPr algn="just"/>
            <a:r>
              <a:rPr lang="es-DO" sz="4400" dirty="0"/>
              <a:t xml:space="preserve"> Dios resiste a los soberbios</a:t>
            </a:r>
          </a:p>
          <a:p>
            <a:pPr algn="just"/>
            <a:r>
              <a:rPr lang="es-DO" sz="4400" dirty="0"/>
              <a:t xml:space="preserve"> Y da gracia a los humildes.</a:t>
            </a:r>
          </a:p>
        </p:txBody>
      </p:sp>
    </p:spTree>
    <p:extLst>
      <p:ext uri="{BB962C8B-B14F-4D97-AF65-F5344CB8AC3E}">
        <p14:creationId xmlns:p14="http://schemas.microsoft.com/office/powerpoint/2010/main" val="36871185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B9023A-0696-7280-617E-8F94EF59F45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4688F57-6886-24C0-131C-47773AB89B90}"/>
              </a:ext>
            </a:extLst>
          </p:cNvPr>
          <p:cNvSpPr>
            <a:spLocks noGrp="1"/>
          </p:cNvSpPr>
          <p:nvPr>
            <p:ph type="title"/>
          </p:nvPr>
        </p:nvSpPr>
        <p:spPr>
          <a:xfrm>
            <a:off x="0" y="-35535"/>
            <a:ext cx="12192000" cy="428625"/>
          </a:xfrm>
          <a:solidFill>
            <a:srgbClr val="9E5B4B"/>
          </a:solidFill>
          <a:ln>
            <a:noFill/>
          </a:ln>
        </p:spPr>
        <p:txBody>
          <a:bodyPr/>
          <a:lstStyle/>
          <a:p>
            <a:pPr algn="ctr"/>
            <a:r>
              <a:rPr lang="es-DO" b="1" dirty="0">
                <a:solidFill>
                  <a:schemeClr val="bg1"/>
                </a:solidFill>
                <a:latin typeface="Verlag Black" pitchFamily="2" charset="0"/>
              </a:rPr>
              <a:t>LECTURA ANTIFONAL</a:t>
            </a:r>
          </a:p>
        </p:txBody>
      </p:sp>
      <p:sp>
        <p:nvSpPr>
          <p:cNvPr id="6" name="CuadroTexto 5">
            <a:extLst>
              <a:ext uri="{FF2B5EF4-FFF2-40B4-BE49-F238E27FC236}">
                <a16:creationId xmlns:a16="http://schemas.microsoft.com/office/drawing/2014/main" id="{79F806B8-AB6A-3DDA-CDC2-05212FDBE2DD}"/>
              </a:ext>
            </a:extLst>
          </p:cNvPr>
          <p:cNvSpPr txBox="1"/>
          <p:nvPr/>
        </p:nvSpPr>
        <p:spPr>
          <a:xfrm>
            <a:off x="120581" y="393090"/>
            <a:ext cx="11857054" cy="6247864"/>
          </a:xfrm>
          <a:prstGeom prst="rect">
            <a:avLst/>
          </a:prstGeom>
          <a:noFill/>
        </p:spPr>
        <p:txBody>
          <a:bodyPr wrap="square">
            <a:noAutofit/>
          </a:bodyPr>
          <a:lstStyle/>
          <a:p>
            <a:pPr algn="just"/>
            <a:r>
              <a:rPr lang="es-DO" sz="4400" dirty="0" b="1">
                <a:solidFill>
                  <a:srgbClr val="FF0000"/>
                </a:solidFill>
              </a:rPr>
              <a:t>6</a:t>
            </a:r>
            <a:r>
              <a:rPr lang="es-DO" sz="4400" dirty="0"/>
              <a:t xml:space="preserve"> Humillaos, pues, bajo la poderosa mano de Dios, para que él os exalte cuando fuere tiempo</a:t>
            </a:r>
          </a:p>
          <a:p>
            <a:pPr algn="just"/>
            <a:r>
              <a:rPr lang="es-DO" sz="4400" dirty="0" b="1">
                <a:solidFill>
                  <a:srgbClr val="FF0000"/>
                </a:solidFill>
              </a:rPr>
              <a:t>7</a:t>
            </a:r>
            <a:r>
              <a:rPr lang="es-DO" sz="4400" dirty="0"/>
              <a:t xml:space="preserve"> echando toda vuestra ansiedad sobre él, porque él tiene cuidado de vosotros.</a:t>
            </a:r>
          </a:p>
        </p:txBody>
      </p:sp>
    </p:spTree>
    <p:extLst>
      <p:ext uri="{BB962C8B-B14F-4D97-AF65-F5344CB8AC3E}">
        <p14:creationId xmlns:p14="http://schemas.microsoft.com/office/powerpoint/2010/main" val="36871185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DE022C7F-0CB8-021E-1302-5E6944E9198B}"/>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5FDA9D46-1391-967D-055F-D13D07FFDAD1}"/>
              </a:ext>
            </a:extLst>
          </p:cNvPr>
          <p:cNvSpPr txBox="1"/>
          <p:nvPr/>
        </p:nvSpPr>
        <p:spPr>
          <a:xfrm>
            <a:off x="3192491" y="99421"/>
            <a:ext cx="5479235" cy="1015663"/>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DO" sz="6000" b="1" i="0" u="none" strike="noStrike" kern="1200" cap="none" spc="0" normalizeH="0" baseline="0" noProof="0" dirty="0">
                <a:ln>
                  <a:noFill/>
                </a:ln>
                <a:solidFill>
                  <a:prstClr val="white"/>
                </a:solidFill>
                <a:effectLst/>
                <a:uLnTx/>
                <a:uFillTx/>
                <a:latin typeface="Calibri" panose="020F0502020204030204"/>
                <a:ea typeface="+mn-ea"/>
                <a:cs typeface="+mn-cs"/>
              </a:rPr>
              <a:t>Texto Bíblico</a:t>
            </a:r>
          </a:p>
        </p:txBody>
      </p:sp>
      <p:sp>
        <p:nvSpPr>
          <p:cNvPr id="5" name="TextBox 4">
            <a:extLst>
              <a:ext uri="{FF2B5EF4-FFF2-40B4-BE49-F238E27FC236}">
                <a16:creationId xmlns:a16="http://schemas.microsoft.com/office/drawing/2014/main" id="{E6A51984-7DD1-B8B3-2E6F-3AE340A1053A}"/>
              </a:ext>
            </a:extLst>
          </p:cNvPr>
          <p:cNvSpPr txBox="1"/>
          <p:nvPr/>
        </p:nvSpPr>
        <p:spPr>
          <a:xfrm>
            <a:off x="294515" y="856357"/>
            <a:ext cx="11602969" cy="5755422"/>
          </a:xfrm>
          <a:prstGeom prst="rect">
            <a:avLst/>
          </a:prstGeom>
          <a:noFill/>
        </p:spPr>
        <p:txBody>
          <a:bodyPr wrap="square">
            <a:noAutofit/>
          </a:bodyPr>
          <a:lstStyle/>
          <a:p>
            <a:r>
              <a:rPr lang="es-DO" sz="4400" dirty="0" b="1">
                <a:solidFill>
                  <a:srgbClr val="FFFF00"/>
                </a:solidFill>
              </a:rPr>
              <a:t>2</a:t>
            </a:r>
            <a:r>
              <a:rPr lang="es-DO" sz="4400" dirty="0">
                <a:solidFill>
                  <a:srgbClr val="FFFFFF"/>
                </a:solidFill>
              </a:rPr>
              <a:t xml:space="preserve"> Cuando, pues, des limosna, no hagas tocar trompeta delante de ti, como hacen los hipócritas en las sinagogas y en las calles, para ser alabados por los hombres; de cierto os digo que ya tienen su recompensa.</a:t>
            </a:r>
          </a:p>
        </p:txBody>
      </p:sp>
    </p:spTree>
    <p:extLst>
      <p:ext uri="{BB962C8B-B14F-4D97-AF65-F5344CB8AC3E}">
        <p14:creationId xmlns:p14="http://schemas.microsoft.com/office/powerpoint/2010/main" val="208812754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94A1E2C9-CAE1-72FB-D50A-EACE0A40FD5D}"/>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6D42B251-FFA2-3D73-15EB-D8E182D50A27}"/>
              </a:ext>
            </a:extLst>
          </p:cNvPr>
          <p:cNvSpPr txBox="1"/>
          <p:nvPr/>
        </p:nvSpPr>
        <p:spPr>
          <a:xfrm>
            <a:off x="8680310" y="0"/>
            <a:ext cx="3752850" cy="70788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DO" sz="4000" b="1" i="0" u="none" strike="noStrike" kern="1200" cap="none" spc="0" normalizeH="0" baseline="0" noProof="0" dirty="0">
                <a:ln>
                  <a:noFill/>
                </a:ln>
                <a:solidFill>
                  <a:prstClr val="white"/>
                </a:solidFill>
                <a:effectLst/>
                <a:uLnTx/>
                <a:uFillTx/>
                <a:latin typeface="Calibri" panose="020F0502020204030204"/>
                <a:ea typeface="+mn-ea"/>
                <a:cs typeface="+mn-cs"/>
              </a:rPr>
              <a:t>Texto Bíblico</a:t>
            </a:r>
          </a:p>
        </p:txBody>
      </p:sp>
      <p:sp>
        <p:nvSpPr>
          <p:cNvPr id="5" name="TextBox 4">
            <a:extLst>
              <a:ext uri="{FF2B5EF4-FFF2-40B4-BE49-F238E27FC236}">
                <a16:creationId xmlns:a16="http://schemas.microsoft.com/office/drawing/2014/main" id="{E5F366DD-3E87-8D76-67EC-3FA48E29FA94}"/>
              </a:ext>
            </a:extLst>
          </p:cNvPr>
          <p:cNvSpPr txBox="1"/>
          <p:nvPr/>
        </p:nvSpPr>
        <p:spPr>
          <a:xfrm>
            <a:off x="294515" y="856357"/>
            <a:ext cx="11602969" cy="5755422"/>
          </a:xfrm>
          <a:prstGeom prst="rect">
            <a:avLst/>
          </a:prstGeom>
          <a:noFill/>
        </p:spPr>
        <p:txBody>
          <a:bodyPr wrap="square">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DO" sz="4400" dirty="0" b="1">
                <a:solidFill>
                  <a:srgbClr val="FFFF00"/>
                </a:solidFill>
              </a:rPr>
              <a:t>4</a:t>
            </a:r>
            <a:r>
              <a:rPr lang="es-DO" sz="4400" dirty="0">
                <a:solidFill>
                  <a:srgbClr val="FFFFFF"/>
                </a:solidFill>
              </a:rPr>
              <a:t xml:space="preserve"> Y cuando aparezca el Príncipe de los pastores, vosotros recibiréis la corona incorruptible de gloria.</a:t>
            </a:r>
          </a:p>
        </p:txBody>
      </p:sp>
    </p:spTree>
    <p:extLst>
      <p:ext uri="{BB962C8B-B14F-4D97-AF65-F5344CB8AC3E}">
        <p14:creationId xmlns:p14="http://schemas.microsoft.com/office/powerpoint/2010/main" val="323513167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367D8DF-B198-F8E5-65A1-6675AE874E27}"/>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F5D7B8F3-B494-627B-2D3C-14F73A8A916E}"/>
              </a:ext>
            </a:extLst>
          </p:cNvPr>
          <p:cNvSpPr txBox="1"/>
          <p:nvPr/>
        </p:nvSpPr>
        <p:spPr>
          <a:xfrm>
            <a:off x="8308521" y="160774"/>
            <a:ext cx="3752850" cy="83099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DO" sz="4800" b="1" i="0" u="none" strike="noStrike" kern="1200" cap="none" spc="0" normalizeH="0" baseline="0" noProof="0" dirty="0">
                <a:ln>
                  <a:noFill/>
                </a:ln>
                <a:solidFill>
                  <a:prstClr val="white"/>
                </a:solidFill>
                <a:effectLst/>
                <a:uLnTx/>
                <a:uFillTx/>
                <a:latin typeface="Calibri" panose="020F0502020204030204"/>
                <a:ea typeface="+mn-ea"/>
                <a:cs typeface="+mn-cs"/>
              </a:rPr>
              <a:t>Texto Bíblico</a:t>
            </a:r>
          </a:p>
        </p:txBody>
      </p:sp>
      <p:sp>
        <p:nvSpPr>
          <p:cNvPr id="5" name="TextBox 4">
            <a:extLst>
              <a:ext uri="{FF2B5EF4-FFF2-40B4-BE49-F238E27FC236}">
                <a16:creationId xmlns:a16="http://schemas.microsoft.com/office/drawing/2014/main" id="{F15BD4A6-B02A-F86D-61F9-3343278581D4}"/>
              </a:ext>
            </a:extLst>
          </p:cNvPr>
          <p:cNvSpPr txBox="1"/>
          <p:nvPr/>
        </p:nvSpPr>
        <p:spPr>
          <a:xfrm>
            <a:off x="294515" y="856357"/>
            <a:ext cx="11602969" cy="5755422"/>
          </a:xfrm>
          <a:prstGeom prst="rect">
            <a:avLst/>
          </a:prstGeom>
          <a:noFill/>
        </p:spPr>
        <p:txBody>
          <a:bodyPr wrap="square">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DO" sz="4400" dirty="0" b="1">
                <a:solidFill>
                  <a:srgbClr val="FFFF00"/>
                </a:solidFill>
              </a:rPr>
              <a:t>7</a:t>
            </a:r>
            <a:r>
              <a:rPr lang="es-DO" sz="4400" dirty="0">
                <a:solidFill>
                  <a:srgbClr val="FFFFFF"/>
                </a:solidFill>
              </a:rPr>
              <a:t xml:space="preserve"> echando toda vuestra ansiedad sobre él, porque él tiene cuidado de vosotros.</a:t>
            </a:r>
          </a:p>
        </p:txBody>
      </p:sp>
    </p:spTree>
    <p:extLst>
      <p:ext uri="{BB962C8B-B14F-4D97-AF65-F5344CB8AC3E}">
        <p14:creationId xmlns:p14="http://schemas.microsoft.com/office/powerpoint/2010/main" val="48394771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Process Diagrams by Slidesgo">
  <a:themeElements>
    <a:clrScheme name="Simple Light">
      <a:dk1>
        <a:srgbClr val="000000"/>
      </a:dk1>
      <a:lt1>
        <a:srgbClr val="FFFFFF"/>
      </a:lt1>
      <a:dk2>
        <a:srgbClr val="595959"/>
      </a:dk2>
      <a:lt2>
        <a:srgbClr val="EEEEEE"/>
      </a:lt2>
      <a:accent1>
        <a:srgbClr val="5EB2FC"/>
      </a:accent1>
      <a:accent2>
        <a:srgbClr val="69E781"/>
      </a:accent2>
      <a:accent3>
        <a:srgbClr val="869FB2"/>
      </a:accent3>
      <a:accent4>
        <a:srgbClr val="4949E7"/>
      </a:accent4>
      <a:accent5>
        <a:srgbClr val="FCBD24"/>
      </a:accent5>
      <a:accent6>
        <a:srgbClr val="EC3A3B"/>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FF0D5A6056081469A974BD5550C0B78" ma:contentTypeVersion="14" ma:contentTypeDescription="Create a new document." ma:contentTypeScope="" ma:versionID="89ed2796caf12a0213d437b338955b50">
  <xsd:schema xmlns:xsd="http://www.w3.org/2001/XMLSchema" xmlns:xs="http://www.w3.org/2001/XMLSchema" xmlns:p="http://schemas.microsoft.com/office/2006/metadata/properties" xmlns:x3="7f814935-1649-4730-84cd-4170be96038c" xmlns:x4="fb42cf01-49e3-4ea0-9fdd-daa10040f741" targetNamespace="http://schemas.microsoft.com/office/2006/metadata/properties" ma:root="true" ma:fieldsID="ce2e327db6cac74db56830cc1a602b6a" x3:_="" x4:_="">
    <xsd:import namespace="7f814935-1649-4730-84cd-4170be96038c"/>
    <xsd:import namespace="fb42cf01-49e3-4ea0-9fdd-daa10040f741"/>
    <xsd:element name="properties">
      <xsd:complexType>
        <xsd:sequence>
          <xsd:element name="documentManagement">
            <xsd:complexType>
              <xsd:all>
                <xsd:element ref="x3:SharedWithUsers" minOccurs="0"/>
                <xsd:element ref="x3:SharedWithDetails" minOccurs="0"/>
                <xsd:element ref="x3:SharingHintHash" minOccurs="0"/>
                <xsd:element ref="x4:MediaServiceMetadata" minOccurs="0"/>
                <xsd:element ref="x4:MediaServiceFastMetadata" minOccurs="0"/>
                <xsd:element ref="x4:MediaServiceAutoKeyPoints" minOccurs="0"/>
                <xsd:element ref="x4:MediaServiceKeyPoints" minOccurs="0"/>
                <xsd:element ref="x4:MediaServiceAutoTags" minOccurs="0"/>
                <xsd:element ref="x4:MediaServiceGenerationTime" minOccurs="0"/>
                <xsd:element ref="x4:MediaServiceEventHashCode" minOccurs="0"/>
                <xsd:element ref="x4:MediaServiceDateTaken" minOccurs="0"/>
                <xsd:element ref="x4:MediaServiceOCR" minOccurs="0"/>
                <xsd:element ref="x4:MediaServiceLocation" minOccurs="0"/>
                <xsd:element ref="x4: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814935-1649-4730-84cd-4170be96038c"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SharingHintHash" ma:index="10" nillable="true" ma:displayName="Sharing Hint Hash"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b42cf01-49e3-4ea0-9fdd-daa10040f741"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551B01C-18CD-4E74-A3C1-C008E72F325A}">
  <ds:schemaRefs>
    <ds:schemaRef ds:uri="http://purl.org/dc/terms/"/>
    <ds:schemaRef ds:uri="http://www.w3.org/XML/1998/namespace"/>
    <ds:schemaRef ds:uri="http://schemas.microsoft.com/office/2006/documentManagement/types"/>
    <ds:schemaRef ds:uri="http://purl.org/dc/dcmitype/"/>
    <ds:schemaRef ds:uri="http://schemas.microsoft.com/office/infopath/2007/PartnerControls"/>
    <ds:schemaRef ds:uri="http://schemas.openxmlformats.org/package/2006/metadata/core-properties"/>
    <ds:schemaRef ds:uri="7f814935-1649-4730-84cd-4170be96038c"/>
    <ds:schemaRef ds:uri="fb42cf01-49e3-4ea0-9fdd-daa10040f741"/>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C783BDF1-4561-4E6A-94C4-A4BE6892B54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f814935-1649-4730-84cd-4170be96038c"/>
    <ds:schemaRef ds:uri="fb42cf01-49e3-4ea0-9fdd-daa10040f7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86A0898-52DF-484C-9E60-85640F56BEE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Organic</Template>
  <TotalTime>11351</TotalTime>
  <Words>4800</Words>
  <Application>Microsoft Office PowerPoint</Application>
  <PresentationFormat>Panorámica</PresentationFormat>
  <Paragraphs>242</Paragraphs>
  <Slides>62</Slides>
  <Notes>30</Notes>
  <HiddenSlides>0</HiddenSlides>
  <MMClips>2</MMClips>
  <ScaleCrop>false</ScaleCrop>
  <HeadingPairs>
    <vt:vector size="6" baseType="variant">
      <vt:variant>
        <vt:lpstr>Fuentes usadas</vt:lpstr>
      </vt:variant>
      <vt:variant>
        <vt:i4>11</vt:i4>
      </vt:variant>
      <vt:variant>
        <vt:lpstr>Tema</vt:lpstr>
      </vt:variant>
      <vt:variant>
        <vt:i4>2</vt:i4>
      </vt:variant>
      <vt:variant>
        <vt:lpstr>Títulos de diapositiva</vt:lpstr>
      </vt:variant>
      <vt:variant>
        <vt:i4>62</vt:i4>
      </vt:variant>
    </vt:vector>
  </HeadingPairs>
  <TitlesOfParts>
    <vt:vector size="75" baseType="lpstr">
      <vt:lpstr>Agency FB</vt:lpstr>
      <vt:lpstr>Arial</vt:lpstr>
      <vt:lpstr>Calibri</vt:lpstr>
      <vt:lpstr>Calibri Light</vt:lpstr>
      <vt:lpstr>Fira Sans Extra Condensed Medium</vt:lpstr>
      <vt:lpstr>Fira Sans Extra Condensed SemiBold</vt:lpstr>
      <vt:lpstr>Gill Sans MT</vt:lpstr>
      <vt:lpstr>Roboto</vt:lpstr>
      <vt:lpstr>Times New Roman</vt:lpstr>
      <vt:lpstr>Verlag Black</vt:lpstr>
      <vt:lpstr>Verlag Light</vt:lpstr>
      <vt:lpstr>Tema de Office</vt:lpstr>
      <vt:lpstr>Process Diagrams by Slidesgo</vt:lpstr>
      <vt:lpstr>Presentación de PowerPoint</vt:lpstr>
      <vt:lpstr>LECTURA ANTIFONAL</vt:lpstr>
      <vt:lpstr>LECTURA ANTIFONAL</vt:lpstr>
      <vt:lpstr>LECTURA ANTIFONAL</vt:lpstr>
      <vt:lpstr>LECTURA ANTIFONAL</vt:lpstr>
      <vt:lpstr>Presentación de PowerPoint</vt:lpstr>
      <vt:lpstr>Presentación de PowerPoint</vt:lpstr>
      <vt:lpstr>Presentación de PowerPoint</vt:lpstr>
      <vt:lpstr>Presentación de PowerPoint</vt:lpstr>
      <vt:lpstr>Introducción </vt:lpstr>
      <vt:lpstr>Introducción </vt:lpstr>
      <vt:lpstr>Introducción </vt:lpstr>
      <vt:lpstr>Introducción </vt:lpstr>
      <vt:lpstr>Presentación de PowerPoint</vt:lpstr>
      <vt:lpstr>DEFINICIÓN Y ETIMOLOGÍA</vt:lpstr>
      <vt:lpstr>Presentación de PowerPoint</vt:lpstr>
      <vt:lpstr>Presentación de PowerPoint</vt:lpstr>
      <vt:lpstr>1.A - La limosna que damos al pobre no debe hacerse inmodestamente </vt:lpstr>
      <vt:lpstr>1.A - La limosna que damos al pobre no debe hacerse inmodestamente </vt:lpstr>
      <vt:lpstr>1.A - La limosna que damos al pobre no debe hacerse inmodestamente </vt:lpstr>
      <vt:lpstr>1.A - La limosna que damos al pobre no debe hacerse inmodestamente </vt:lpstr>
      <vt:lpstr>1.B La ayuda financiera que damos a otros debe ser en secreto </vt:lpstr>
      <vt:lpstr>Presentación de PowerPoint</vt:lpstr>
      <vt:lpstr>1.B - La ayuda financiera que damos a otros  debe ser en secreto </vt:lpstr>
      <vt:lpstr>1.B - La ayuda financiera que damos a otros  debe ser en secreto </vt:lpstr>
      <vt:lpstr>1.B - La ayuda financiera que damos a otros  debe ser en secreto </vt:lpstr>
      <vt:lpstr>1.B - La ayuda financiera que damos a otros  debe ser en secreto </vt:lpstr>
      <vt:lpstr>1.B - La ayuda financiera que damos a otros  debe ser en secreto </vt:lpstr>
      <vt:lpstr>TEMA II   SER MODESTO ESTÁ RELACIONADO CON  PROCURAR EL BENEFICIO DE OTROS</vt:lpstr>
      <vt:lpstr>DEFINICIÓN Y ETIMOLOGÍA</vt:lpstr>
      <vt:lpstr>(1 CORINTIOS 10:31)</vt:lpstr>
      <vt:lpstr>Presentación de PowerPoint</vt:lpstr>
      <vt:lpstr>2.A - El creyente modesto lo hace todo para la gloria de Dios </vt:lpstr>
      <vt:lpstr>2.A - El creyente modesto lo hace todo para la gloria de Dios </vt:lpstr>
      <vt:lpstr>2.A - El creyente modesto lo hace todo para la gloria de Dios </vt:lpstr>
      <vt:lpstr>2.A - El creyente modesto lo hace todo para la gloria de Dios </vt:lpstr>
      <vt:lpstr>(1 CORINTIOS 10:32,33)</vt:lpstr>
      <vt:lpstr>Presentación de PowerPoint</vt:lpstr>
      <vt:lpstr>2.B - El cristiano practica la modestia cuando evita hacer tropezar a otros </vt:lpstr>
      <vt:lpstr>2.B - El cristiano practica la modestia cuando evita hacer tropezar a otros </vt:lpstr>
      <vt:lpstr>2.B - El cristiano practica la modestia cuando evita hacer tropezar a otros </vt:lpstr>
      <vt:lpstr>2.B - El cristiano practica la modestia cuando evita hacer tropezar a otros </vt:lpstr>
      <vt:lpstr>2.B - El cristiano practica la modestia cuando evita hacer tropezar a otros </vt:lpstr>
      <vt:lpstr>TEMA III  LA MODESTIA TIENE QUE VER CON LA  HUMILDAD DEL CORAZÓN </vt:lpstr>
      <vt:lpstr>DEFINICIÓN Y ETIMOLOGÍA</vt:lpstr>
      <vt:lpstr>1 PEDRO 5:2-4</vt:lpstr>
      <vt:lpstr>Presentación de PowerPoint</vt:lpstr>
      <vt:lpstr>3.A - Los obreros cristianos modestos, no se enseñorean del rebaño </vt:lpstr>
      <vt:lpstr>3.A - Los obreros cristianos modestos, no se enseñorean del rebaño </vt:lpstr>
      <vt:lpstr>3.A - Los obreros cristianos modestos, no se enseñorean del rebaño </vt:lpstr>
      <vt:lpstr>3.A - Los obreros cristianos modestos, no se enseñorean del rebaño </vt:lpstr>
      <vt:lpstr>3.A - Los obreros cristianos modestos, no se enseñorean del rebaño </vt:lpstr>
      <vt:lpstr>1 PEDRO 5:5-7</vt:lpstr>
      <vt:lpstr>Presentación de PowerPoint</vt:lpstr>
      <vt:lpstr>3.B - La vida modesta requiere estar revestido  de humildad </vt:lpstr>
      <vt:lpstr>3.B - La vida modesta requiere estar revestido  de humildad </vt:lpstr>
      <vt:lpstr>3.B - La vida modesta requiere estar revestido  de humildad </vt:lpstr>
      <vt:lpstr>3.B - La vida modesta requiere estar revestido  de humildad </vt:lpstr>
      <vt:lpstr>3.B - La vida modesta requiere estar revestido  de humildad </vt:lpstr>
      <vt:lpstr>3.B - La vida modesta requiere estar revestido  de humildad </vt:lpstr>
      <vt:lpstr>3.B - La vida modesta requiere estar revestido  de humildad </vt:lpstr>
      <vt:lpstr>Presentación de PowerPoint</vt:lpstr>
    </vt:vector>
  </TitlesOfParts>
  <Company>Humano Seguros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Grupo 1</dc:title>
  <dc:creator>Emmanuel Carela Tejeda</dc:creator>
  <cp:lastModifiedBy>Emmanuel Carela Tejeda</cp:lastModifiedBy>
  <cp:revision>22</cp:revision>
  <dcterms:created xsi:type="dcterms:W3CDTF">2022-10-12T01:55:38Z</dcterms:created>
  <dcterms:modified xsi:type="dcterms:W3CDTF">2026-07-29T03:12:46Z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0x0101001FF0D5A6056081469A974BD5550C0B78</vt:lpwstr>
  </property>
</Properties>
</file>