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notesSlides/notesSlide60.xml" ContentType="application/vnd.openxmlformats-officedocument.presentationml.notes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notesSlides/notesSlide79.xml" ContentType="application/vnd.openxmlformats-officedocument.presentationml.notes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notesSlides/notesSlide85.xml" ContentType="application/vnd.openxmlformats-officedocument.presentationml.notesSlide+xml"/>
  <Override PartName="/ppt/slides/slide85.xml" ContentType="application/vnd.openxmlformats-officedocument.presentationml.slide+xml"/>
  <Override PartName="/ppt/notesSlides/notesSlide86.xml" ContentType="application/vnd.openxmlformats-officedocument.presentationml.notesSlide+xml"/>
  <Override PartName="/ppt/slides/slide86.xml" ContentType="application/vnd.openxmlformats-officedocument.presentationml.slide+xml"/>
  <Override PartName="/ppt/notesSlides/notesSlide87.xml" ContentType="application/vnd.openxmlformats-officedocument.presentationml.notesSlide+xml"/>
  <Override PartName="/ppt/slides/slide87.xml" ContentType="application/vnd.openxmlformats-officedocument.presentationml.slide+xml"/>
  <Override PartName="/ppt/notesSlides/notesSlide88.xml" ContentType="application/vnd.openxmlformats-officedocument.presentationml.notesSlide+xml"/>
  <Override PartName="/ppt/slides/slide88.xml" ContentType="application/vnd.openxmlformats-officedocument.presentationml.slide+xml"/>
  <Override PartName="/ppt/notesSlides/notesSlide89.xml" ContentType="application/vnd.openxmlformats-officedocument.presentationml.notesSlide+xml"/>
  <Override PartName="/ppt/slides/slide89.xml" ContentType="application/vnd.openxmlformats-officedocument.presentationml.slide+xml"/>
  <Override PartName="/ppt/notesSlides/notesSlide90.xml" ContentType="application/vnd.openxmlformats-officedocument.presentationml.notesSlide+xml"/>
  <Override PartName="/ppt/slides/slide90.xml" ContentType="application/vnd.openxmlformats-officedocument.presentationml.slide+xml"/>
  <Override PartName="/ppt/notesSlides/notesSlide91.xml" ContentType="application/vnd.openxmlformats-officedocument.presentationml.notesSlide+xml"/>
  <Override PartName="/ppt/slides/slide91.xml" ContentType="application/vnd.openxmlformats-officedocument.presentationml.slide+xml"/>
  <Override PartName="/ppt/notesSlides/notesSlide92.xml" ContentType="application/vnd.openxmlformats-officedocument.presentationml.notesSlide+xml"/>
  <Override PartName="/ppt/slides/slide92.xml" ContentType="application/vnd.openxmlformats-officedocument.presentationml.slide+xml"/>
  <Override PartName="/ppt/notesSlides/notesSlide93.xml" ContentType="application/vnd.openxmlformats-officedocument.presentationml.notesSlide+xml"/>
  <Override PartName="/ppt/slides/slide93.xml" ContentType="application/vnd.openxmlformats-officedocument.presentationml.slide+xml"/>
  <Override PartName="/ppt/notesSlides/notesSlide94.xml" ContentType="application/vnd.openxmlformats-officedocument.presentationml.notesSlide+xml"/>
  <Override PartName="/ppt/slides/slide9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saveSubsetFonts="1">
  <p:sldMasterIdLst>
    <p:sldMasterId id="2147483648" r:id="rId4"/>
    <p:sldMasterId id="2147483660" r:id="rId5"/>
    <p:sldMasterId id="2147483672" r:id="rId6"/>
  </p:sldMasterIdLst>
  <p:notesMasterIdLst>
    <p:notesMasterId r:id="rId28"/>
  </p:notes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 id="272" r:id="rId49"/>
    <p:sldId id="273" r:id="rId50"/>
    <p:sldId id="274" r:id="rId51"/>
    <p:sldId id="275" r:id="rId52"/>
    <p:sldId id="276" r:id="rId53"/>
    <p:sldId id="277" r:id="rId54"/>
    <p:sldId id="278" r:id="rId55"/>
    <p:sldId id="279" r:id="rId56"/>
    <p:sldId id="280" r:id="rId57"/>
    <p:sldId id="281" r:id="rId58"/>
    <p:sldId id="282" r:id="rId59"/>
    <p:sldId id="283" r:id="rId60"/>
    <p:sldId id="284" r:id="rId61"/>
    <p:sldId id="285" r:id="rId62"/>
    <p:sldId id="286" r:id="rId63"/>
    <p:sldId id="287" r:id="rId64"/>
    <p:sldId id="288" r:id="rId65"/>
    <p:sldId id="289" r:id="rId66"/>
    <p:sldId id="290" r:id="rId67"/>
    <p:sldId id="291" r:id="rId68"/>
    <p:sldId id="292" r:id="rId69"/>
    <p:sldId id="293" r:id="rId70"/>
    <p:sldId id="294" r:id="rId71"/>
    <p:sldId id="295" r:id="rId72"/>
    <p:sldId id="296" r:id="rId73"/>
  </p:sldIdLst>
  <p:sldSz cx="12192000" cy="6858000"/>
  <p:notesSz cx="6858000" cy="9144000"/>
  <p:defaultText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6505"/>
    <a:srgbClr val="FDA410"/>
    <a:srgbClr val="B66107"/>
    <a:srgbClr val="A0BE3F"/>
    <a:srgbClr val="FDA110"/>
    <a:srgbClr val="AC762D"/>
    <a:srgbClr val="2650A3"/>
    <a:srgbClr val="00A2E3"/>
    <a:srgbClr val="869FB2"/>
    <a:srgbClr val="E4B9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44"/>
    <p:restoredTop sz="94677"/>
  </p:normalViewPr>
  <p:slideViewPr>
    <p:cSldViewPr snapToGrid="0">
      <p:cViewPr varScale="1">
        <p:scale>
          <a:sx n="134" d="100"/>
          <a:sy n="134" d="100"/>
        </p:scale>
        <p:origin x="680" y="184"/>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3" Type="http://schemas.openxmlformats.org/officeDocument/2006/relationships/customXml" Target="../customXml/item3.xml" /><Relationship Id="rId2" Type="http://schemas.openxmlformats.org/officeDocument/2006/relationships/customXml" Target="../customXml/item2.xml" /><Relationship Id="rId29" Type="http://schemas.openxmlformats.org/officeDocument/2006/relationships/presProps" Target="presProps.xml" /><Relationship Id="rId1" Type="http://schemas.openxmlformats.org/officeDocument/2006/relationships/customXml" Target="../customXml/item1.xml" /><Relationship Id="rId6" Type="http://schemas.openxmlformats.org/officeDocument/2006/relationships/slideMaster" Target="slideMasters/slideMaster3.xml" /><Relationship Id="rId32" Type="http://schemas.openxmlformats.org/officeDocument/2006/relationships/tableStyles" Target="tableStyles.xml" /><Relationship Id="rId5" Type="http://schemas.openxmlformats.org/officeDocument/2006/relationships/slideMaster" Target="slideMasters/slideMaster2.xml" /><Relationship Id="rId28" Type="http://schemas.openxmlformats.org/officeDocument/2006/relationships/notesMaster" Target="notesMasters/notesMaster1.xml" /><Relationship Id="rId31" Type="http://schemas.openxmlformats.org/officeDocument/2006/relationships/theme" Target="theme/theme1.xml" /><Relationship Id="rId4" Type="http://schemas.openxmlformats.org/officeDocument/2006/relationships/slideMaster" Target="slideMasters/slideMaster1.xml" /><Relationship Id="rId30" Type="http://schemas.openxmlformats.org/officeDocument/2006/relationships/viewProps" Target="viewProps.xml" /><Relationship Id="rId33" Type="http://schemas.openxmlformats.org/officeDocument/2006/relationships/slide" Target="slides/slide1.xml" /><Relationship Id="rId34" Type="http://schemas.openxmlformats.org/officeDocument/2006/relationships/slide" Target="slides/slide2.xml" /><Relationship Id="rId35" Type="http://schemas.openxmlformats.org/officeDocument/2006/relationships/slide" Target="slides/slide22.xml" /><Relationship Id="rId36" Type="http://schemas.openxmlformats.org/officeDocument/2006/relationships/slide" Target="slides/slide23.xml" /><Relationship Id="rId37" Type="http://schemas.openxmlformats.org/officeDocument/2006/relationships/slide" Target="slides/slide92.xml" /><Relationship Id="rId38" Type="http://schemas.openxmlformats.org/officeDocument/2006/relationships/slide" Target="slides/slide93.xml" /><Relationship Id="rId39" Type="http://schemas.openxmlformats.org/officeDocument/2006/relationships/slide" Target="slides/slide3.xml" /><Relationship Id="rId40" Type="http://schemas.openxmlformats.org/officeDocument/2006/relationships/slide" Target="slides/slide4.xml" /><Relationship Id="rId41" Type="http://schemas.openxmlformats.org/officeDocument/2006/relationships/slide" Target="slides/slide5.xml" /><Relationship Id="rId42" Type="http://schemas.openxmlformats.org/officeDocument/2006/relationships/slide" Target="slides/slide24.xml" /><Relationship Id="rId43" Type="http://schemas.openxmlformats.org/officeDocument/2006/relationships/slide" Target="slides/slide25.xml" /><Relationship Id="rId44" Type="http://schemas.openxmlformats.org/officeDocument/2006/relationships/slide" Target="slides/slide81.xml" /><Relationship Id="rId45" Type="http://schemas.openxmlformats.org/officeDocument/2006/relationships/slide" Target="slides/slide6.xml" /><Relationship Id="rId46" Type="http://schemas.openxmlformats.org/officeDocument/2006/relationships/slide" Target="slides/slide7.xml" /><Relationship Id="rId47" Type="http://schemas.openxmlformats.org/officeDocument/2006/relationships/slide" Target="slides/slide66.xml" /><Relationship Id="rId48" Type="http://schemas.openxmlformats.org/officeDocument/2006/relationships/slide" Target="slides/slide67.xml" /><Relationship Id="rId49" Type="http://schemas.openxmlformats.org/officeDocument/2006/relationships/slide" Target="slides/slide8.xml" /><Relationship Id="rId50" Type="http://schemas.openxmlformats.org/officeDocument/2006/relationships/slide" Target="slides/slide9.xml" /><Relationship Id="rId51" Type="http://schemas.openxmlformats.org/officeDocument/2006/relationships/slide" Target="slides/slide77.xml" /><Relationship Id="rId52" Type="http://schemas.openxmlformats.org/officeDocument/2006/relationships/slide" Target="slides/slide10.xml" /><Relationship Id="rId53" Type="http://schemas.openxmlformats.org/officeDocument/2006/relationships/slide" Target="slides/slide71.xml" /><Relationship Id="rId54" Type="http://schemas.openxmlformats.org/officeDocument/2006/relationships/slide" Target="slides/slide11.xml" /><Relationship Id="rId55" Type="http://schemas.openxmlformats.org/officeDocument/2006/relationships/slide" Target="slides/slide72.xml" /><Relationship Id="rId56" Type="http://schemas.openxmlformats.org/officeDocument/2006/relationships/slide" Target="slides/slide12.xml" /><Relationship Id="rId57" Type="http://schemas.openxmlformats.org/officeDocument/2006/relationships/slide" Target="slides/slide13.xml" /><Relationship Id="rId58" Type="http://schemas.openxmlformats.org/officeDocument/2006/relationships/slide" Target="slides/slide78.xml" /><Relationship Id="rId59" Type="http://schemas.openxmlformats.org/officeDocument/2006/relationships/slide" Target="slides/slide14.xml" /><Relationship Id="rId60" Type="http://schemas.openxmlformats.org/officeDocument/2006/relationships/slide" Target="slides/slide73.xml" /><Relationship Id="rId61" Type="http://schemas.openxmlformats.org/officeDocument/2006/relationships/slide" Target="slides/slide15.xml" /><Relationship Id="rId62" Type="http://schemas.openxmlformats.org/officeDocument/2006/relationships/slide" Target="slides/slide74.xml" /><Relationship Id="rId63" Type="http://schemas.openxmlformats.org/officeDocument/2006/relationships/slide" Target="slides/slide16.xml" /><Relationship Id="rId64" Type="http://schemas.openxmlformats.org/officeDocument/2006/relationships/slide" Target="slides/slide17.xml" /><Relationship Id="rId65" Type="http://schemas.openxmlformats.org/officeDocument/2006/relationships/slide" Target="slides/slide79.xml" /><Relationship Id="rId66" Type="http://schemas.openxmlformats.org/officeDocument/2006/relationships/slide" Target="slides/slide80.xml" /><Relationship Id="rId67" Type="http://schemas.openxmlformats.org/officeDocument/2006/relationships/slide" Target="slides/slide18.xml" /><Relationship Id="rId68" Type="http://schemas.openxmlformats.org/officeDocument/2006/relationships/slide" Target="slides/slide75.xml" /><Relationship Id="rId69" Type="http://schemas.openxmlformats.org/officeDocument/2006/relationships/slide" Target="slides/slide19.xml" /><Relationship Id="rId70" Type="http://schemas.openxmlformats.org/officeDocument/2006/relationships/slide" Target="slides/slide76.xml" /><Relationship Id="rId71" Type="http://schemas.openxmlformats.org/officeDocument/2006/relationships/slide" Target="slides/slide20.xml" /><Relationship Id="rId72" Type="http://schemas.openxmlformats.org/officeDocument/2006/relationships/slide" Target="slides/slide69.xml" /><Relationship Id="rId73" Type="http://schemas.openxmlformats.org/officeDocument/2006/relationships/slide" Target="slides/slide21.xml" /></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37E236-ECAD-41B7-834D-D6A9D944A568}" type="doc">
      <dgm:prSet loTypeId="urn:microsoft.com/office/officeart/2005/8/layout/vProcess5" loCatId="process" qsTypeId="urn:microsoft.com/office/officeart/2005/8/quickstyle/simple2" qsCatId="simple" csTypeId="urn:microsoft.com/office/officeart/2005/8/colors/accent5_2" csCatId="accent5" phldr="1"/>
      <dgm:spPr/>
      <dgm:t>
        <a:bodyPr/>
        <a:lstStyle/>
        <a:p>
          <a:endParaRPr lang="en-US"/>
        </a:p>
      </dgm:t>
    </dgm:pt>
    <dgm:pt modelId="{F0109BAF-5517-4297-A203-CDE8BA186BF0}" type="pres">
      <dgm:prSet presAssocID="{3337E236-ECAD-41B7-834D-D6A9D944A568}" presName="outerComposite" presStyleCnt="0">
        <dgm:presLayoutVars>
          <dgm:chMax val="5"/>
          <dgm:dir/>
          <dgm:resizeHandles val="exact"/>
        </dgm:presLayoutVars>
      </dgm:prSet>
      <dgm:spPr/>
    </dgm:pt>
    <dgm:pt modelId="{DF47A23F-6CD4-440D-B858-B224BEAC3123}" type="pres">
      <dgm:prSet presAssocID="{3337E236-ECAD-41B7-834D-D6A9D944A568}" presName="dummyMaxCanvas" presStyleCnt="0">
        <dgm:presLayoutVars/>
      </dgm:prSet>
      <dgm:spPr/>
    </dgm:pt>
  </dgm:ptLst>
  <dgm:cxnLst>
    <dgm:cxn modelId="{5890C846-0777-4BFB-B1DE-B9D32B8DB75F}" type="presOf" srcId="{3337E236-ECAD-41B7-834D-D6A9D944A568}" destId="{F0109BAF-5517-4297-A203-CDE8BA186BF0}" srcOrd="0" destOrd="0" presId="urn:microsoft.com/office/officeart/2005/8/layout/vProcess5"/>
    <dgm:cxn modelId="{EBD0D679-4F70-4D74-94D1-94C679C975A9}" type="presParOf" srcId="{F0109BAF-5517-4297-A203-CDE8BA186BF0}" destId="{DF47A23F-6CD4-440D-B858-B224BEAC3123}" srcOrd="0"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a="http://schemas.openxmlformats.org/drawingml/2006/main" xmlns:dgm="http://schemas.openxmlformats.org/drawingml/2006/diagram" xmlns:dsp="http://schemas.microsoft.com/office/drawing/2008/diagram">
  <dgm:ptLst>
    <dgm:pt modelId="{3337E236-ECAD-41B7-834D-D6A9D944A568}" type="doc">
      <dgm:prSet loTypeId="urn:microsoft.com/office/officeart/2005/8/layout/vProcess5" loCatId="process" qsTypeId="urn:microsoft.com/office/officeart/2005/8/quickstyle/simple2" qsCatId="simple" csTypeId="urn:microsoft.com/office/officeart/2005/8/colors/accent5_2" csCatId="accent5" phldr="1"/>
      <dgm:spPr/>
      <dgm:t>
        <a:bodyPr/>
        <a:lstStyle/>
        <a:p>
          <a:endParaRPr lang="en-US"/>
        </a:p>
      </dgm:t>
    </dgm:pt>
    <dgm:pt modelId="{E2541EDF-F91E-4215-A8D2-AABC9BB8BFA1}">
      <dgm:prSet/>
      <dgm:spPr/>
      <dgm:t>
        <a:bodyPr/>
        <a:lstStyle/>
        <a:p>
          <a:r>
            <a:rPr lang="en-US" dirty="0" err="1"/>
            <a:t>Reconocer que los pecadores están realmente muertos espiritualmente.</a:t>
          </a:r>
          <a:r>
            <a:rPr lang="en-US" dirty="0"/>
            <a:t/>
          </a:r>
        </a:p>
      </dgm:t>
    </dgm:pt>
    <dgm:pt modelId="{058B95C2-CE94-4ABF-BAFB-A0F40652D294}" type="parTrans" cxnId="{12A4387F-12D0-4E38-AC4B-66B566A9EA16}">
      <dgm:prSet/>
      <dgm:spPr/>
      <dgm:t>
        <a:bodyPr/>
        <a:lstStyle/>
        <a:p>
          <a:endParaRPr lang="en-US"/>
        </a:p>
      </dgm:t>
    </dgm:pt>
    <dgm:pt modelId="{A615CC65-A8AE-497E-9166-E3BE0798C530}" type="sibTrans" cxnId="{12A4387F-12D0-4E38-AC4B-66B566A9EA16}">
      <dgm:prSet/>
      <dgm:spPr/>
      <dgm:t>
        <a:bodyPr/>
        <a:lstStyle/>
        <a:p>
          <a:endParaRPr lang="en-US"/>
        </a:p>
      </dgm:t>
    </dgm:pt>
    <dgm:pt modelId="{1C241F97-187E-164F-8866-DDF7273588F9}">
      <dgm:prSet/>
      <dgm:spPr/>
      <dgm:t>
        <a:bodyPr/>
        <a:lstStyle/>
        <a:p>
          <a:r>
            <a:rPr lang="en-US" dirty="0" err="1"/>
            <a:t>Saber que solo el poder de Dios puede volverle a la vida.</a:t>
          </a:r>
          <a:r>
            <a:rPr lang="en-US" dirty="0"/>
            <a:t/>
          </a:r>
        </a:p>
      </dgm:t>
    </dgm:pt>
    <dgm:pt modelId="{63F5BD6C-72A8-4345-9D6D-9AD6D220C2A7}" type="parTrans" cxnId="{96E70C1A-721A-A448-B234-87124A739655}">
      <dgm:prSet/>
      <dgm:spPr/>
      <dgm:t>
        <a:bodyPr/>
        <a:lstStyle/>
        <a:p>
          <a:endParaRPr lang="en-US"/>
        </a:p>
      </dgm:t>
    </dgm:pt>
    <dgm:pt modelId="{67291B00-19A8-5E40-A5C9-CBFAFE93C4CB}" type="sibTrans" cxnId="{96E70C1A-721A-A448-B234-87124A739655}">
      <dgm:prSet/>
      <dgm:spPr/>
      <dgm:t>
        <a:bodyPr/>
        <a:lstStyle/>
        <a:p>
          <a:endParaRPr lang="en-US"/>
        </a:p>
      </dgm:t>
    </dgm:pt>
    <dgm:pt modelId="{84C27071-C63B-7247-8B56-D89EB0825105}">
      <dgm:prSet/>
      <dgm:spPr/>
      <dgm:t>
        <a:bodyPr/>
        <a:lstStyle/>
        <a:p>
          <a:r>
            <a:rPr lang="es-ES" dirty="0"/>
            <a:t>Disponerse a ser un canal por el cual fluya el poder vivificante de Dios.</a:t>
          </a:r>
          <a:endParaRPr lang="en-US" dirty="0"/>
        </a:p>
      </dgm:t>
    </dgm:pt>
    <dgm:pt modelId="{C2518D67-B0E6-4848-A219-3A9D2FBC4369}" type="parTrans" cxnId="{E4EE40AD-BB8F-9E47-B6A7-C58E6FC9F778}">
      <dgm:prSet/>
      <dgm:spPr/>
      <dgm:t>
        <a:bodyPr/>
        <a:lstStyle/>
        <a:p>
          <a:endParaRPr lang="en-US"/>
        </a:p>
      </dgm:t>
    </dgm:pt>
    <dgm:pt modelId="{4B26CEEF-5507-484B-96AD-995E3362BCA0}" type="sibTrans" cxnId="{E4EE40AD-BB8F-9E47-B6A7-C58E6FC9F778}">
      <dgm:prSet/>
      <dgm:spPr/>
      <dgm:t>
        <a:bodyPr/>
        <a:lstStyle/>
        <a:p>
          <a:endParaRPr lang="en-US"/>
        </a:p>
      </dgm:t>
    </dgm:pt>
    <dgm:pt modelId="{F0109BAF-5517-4297-A203-CDE8BA186BF0}" type="pres">
      <dgm:prSet presAssocID="{3337E236-ECAD-41B7-834D-D6A9D944A568}" presName="outerComposite" presStyleCnt="0">
        <dgm:presLayoutVars>
          <dgm:chMax val="5"/>
          <dgm:dir/>
          <dgm:resizeHandles val="exact"/>
        </dgm:presLayoutVars>
      </dgm:prSet>
      <dgm:spPr/>
    </dgm:pt>
    <dgm:pt modelId="{DF47A23F-6CD4-440D-B858-B224BEAC3123}" type="pres">
      <dgm:prSet presAssocID="{3337E236-ECAD-41B7-834D-D6A9D944A568}" presName="dummyMaxCanvas" presStyleCnt="0">
        <dgm:presLayoutVars/>
      </dgm:prSet>
      <dgm:spPr/>
    </dgm:pt>
    <dgm:pt modelId="{F6233AAA-AAE0-0349-8270-1D435CA58F23}" type="pres">
      <dgm:prSet presAssocID="{3337E236-ECAD-41B7-834D-D6A9D944A568}" presName="ThreeNodes_1" presStyleLbl="node1" presStyleIdx="0" presStyleCnt="3">
        <dgm:presLayoutVars>
          <dgm:bulletEnabled val="1"/>
        </dgm:presLayoutVars>
      </dgm:prSet>
      <dgm:spPr/>
    </dgm:pt>
    <dgm:pt modelId="{C5092F3F-A9A2-DD49-876C-5AF701B4BD30}" type="pres">
      <dgm:prSet presAssocID="{3337E236-ECAD-41B7-834D-D6A9D944A568}" presName="ThreeNodes_2" presStyleLbl="node1" presStyleIdx="1" presStyleCnt="3">
        <dgm:presLayoutVars>
          <dgm:bulletEnabled val="1"/>
        </dgm:presLayoutVars>
      </dgm:prSet>
      <dgm:spPr/>
    </dgm:pt>
    <dgm:pt modelId="{606AD2BB-FF93-454B-8747-9365032E7144}" type="pres">
      <dgm:prSet presAssocID="{3337E236-ECAD-41B7-834D-D6A9D944A568}" presName="ThreeNodes_3" presStyleLbl="node1" presStyleIdx="2" presStyleCnt="3">
        <dgm:presLayoutVars>
          <dgm:bulletEnabled val="1"/>
        </dgm:presLayoutVars>
      </dgm:prSet>
      <dgm:spPr/>
    </dgm:pt>
    <dgm:pt modelId="{968E4F0B-E435-DB49-B770-43AA28A581F5}" type="pres">
      <dgm:prSet presAssocID="{3337E236-ECAD-41B7-834D-D6A9D944A568}" presName="ThreeConn_1-2" presStyleLbl="fgAccFollowNode1" presStyleIdx="0" presStyleCnt="2">
        <dgm:presLayoutVars>
          <dgm:bulletEnabled val="1"/>
        </dgm:presLayoutVars>
      </dgm:prSet>
      <dgm:spPr/>
    </dgm:pt>
    <dgm:pt modelId="{869F2332-7C59-CD48-8EA6-8098E2CBF87F}" type="pres">
      <dgm:prSet presAssocID="{3337E236-ECAD-41B7-834D-D6A9D944A568}" presName="ThreeConn_2-3" presStyleLbl="fgAccFollowNode1" presStyleIdx="1" presStyleCnt="2">
        <dgm:presLayoutVars>
          <dgm:bulletEnabled val="1"/>
        </dgm:presLayoutVars>
      </dgm:prSet>
      <dgm:spPr/>
    </dgm:pt>
    <dgm:pt modelId="{91FAE4AA-FF68-B644-B122-17D9E7FFD543}" type="pres">
      <dgm:prSet presAssocID="{3337E236-ECAD-41B7-834D-D6A9D944A568}" presName="ThreeNodes_1_text" presStyleLbl="node1" presStyleIdx="2" presStyleCnt="3">
        <dgm:presLayoutVars>
          <dgm:bulletEnabled val="1"/>
        </dgm:presLayoutVars>
      </dgm:prSet>
      <dgm:spPr/>
    </dgm:pt>
    <dgm:pt modelId="{341FCBBD-EAFC-9D46-82A6-7EB561F277EA}" type="pres">
      <dgm:prSet presAssocID="{3337E236-ECAD-41B7-834D-D6A9D944A568}" presName="ThreeNodes_2_text" presStyleLbl="node1" presStyleIdx="2" presStyleCnt="3">
        <dgm:presLayoutVars>
          <dgm:bulletEnabled val="1"/>
        </dgm:presLayoutVars>
      </dgm:prSet>
      <dgm:spPr/>
    </dgm:pt>
    <dgm:pt modelId="{2DCD78DE-5968-1B42-9999-82489467878A}" type="pres">
      <dgm:prSet presAssocID="{3337E236-ECAD-41B7-834D-D6A9D944A568}" presName="ThreeNodes_3_text" presStyleLbl="node1" presStyleIdx="2" presStyleCnt="3">
        <dgm:presLayoutVars>
          <dgm:bulletEnabled val="1"/>
        </dgm:presLayoutVars>
      </dgm:prSet>
      <dgm:spPr/>
    </dgm:pt>
  </dgm:ptLst>
  <dgm:cxnLst>
    <dgm:cxn modelId="{7A468501-6021-8F4A-ACC8-F0E9A8199E0B}" type="presOf" srcId="{E2541EDF-F91E-4215-A8D2-AABC9BB8BFA1}" destId="{91FAE4AA-FF68-B644-B122-17D9E7FFD543}" srcOrd="1" destOrd="0" presId="urn:microsoft.com/office/officeart/2005/8/layout/vProcess5"/>
    <dgm:cxn modelId="{96E70C1A-721A-A448-B234-87124A739655}" srcId="{3337E236-ECAD-41B7-834D-D6A9D944A568}" destId="{1C241F97-187E-164F-8866-DDF7273588F9}" srcOrd="1" destOrd="0" parTransId="{63F5BD6C-72A8-4345-9D6D-9AD6D220C2A7}" sibTransId="{67291B00-19A8-5E40-A5C9-CBFAFE93C4CB}"/>
    <dgm:cxn modelId="{DD1A432E-3E96-EE47-9223-44B6D5A7944E}" type="presOf" srcId="{1C241F97-187E-164F-8866-DDF7273588F9}" destId="{C5092F3F-A9A2-DD49-876C-5AF701B4BD30}" srcOrd="0" destOrd="0" presId="urn:microsoft.com/office/officeart/2005/8/layout/vProcess5"/>
    <dgm:cxn modelId="{5890C846-0777-4BFB-B1DE-B9D32B8DB75F}" type="presOf" srcId="{3337E236-ECAD-41B7-834D-D6A9D944A568}" destId="{F0109BAF-5517-4297-A203-CDE8BA186BF0}" srcOrd="0" destOrd="0" presId="urn:microsoft.com/office/officeart/2005/8/layout/vProcess5"/>
    <dgm:cxn modelId="{D098074B-9F5A-4446-B5BB-33CE7A6CA555}" type="presOf" srcId="{84C27071-C63B-7247-8B56-D89EB0825105}" destId="{2DCD78DE-5968-1B42-9999-82489467878A}" srcOrd="1" destOrd="0" presId="urn:microsoft.com/office/officeart/2005/8/layout/vProcess5"/>
    <dgm:cxn modelId="{5CDFA550-9EEC-2143-BD4A-4DC34AF7281D}" type="presOf" srcId="{1C241F97-187E-164F-8866-DDF7273588F9}" destId="{341FCBBD-EAFC-9D46-82A6-7EB561F277EA}" srcOrd="1" destOrd="0" presId="urn:microsoft.com/office/officeart/2005/8/layout/vProcess5"/>
    <dgm:cxn modelId="{12A4387F-12D0-4E38-AC4B-66B566A9EA16}" srcId="{3337E236-ECAD-41B7-834D-D6A9D944A568}" destId="{E2541EDF-F91E-4215-A8D2-AABC9BB8BFA1}" srcOrd="0" destOrd="0" parTransId="{058B95C2-CE94-4ABF-BAFB-A0F40652D294}" sibTransId="{A615CC65-A8AE-497E-9166-E3BE0798C530}"/>
    <dgm:cxn modelId="{54AC4695-A0B1-6741-AF64-AF3DBAFBFD0F}" type="presOf" srcId="{A615CC65-A8AE-497E-9166-E3BE0798C530}" destId="{968E4F0B-E435-DB49-B770-43AA28A581F5}" srcOrd="0" destOrd="0" presId="urn:microsoft.com/office/officeart/2005/8/layout/vProcess5"/>
    <dgm:cxn modelId="{E4EE40AD-BB8F-9E47-B6A7-C58E6FC9F778}" srcId="{3337E236-ECAD-41B7-834D-D6A9D944A568}" destId="{84C27071-C63B-7247-8B56-D89EB0825105}" srcOrd="2" destOrd="0" parTransId="{C2518D67-B0E6-4848-A219-3A9D2FBC4369}" sibTransId="{4B26CEEF-5507-484B-96AD-995E3362BCA0}"/>
    <dgm:cxn modelId="{B848D5B4-6AB5-EA4B-BC43-9635CEE39DF8}" type="presOf" srcId="{84C27071-C63B-7247-8B56-D89EB0825105}" destId="{606AD2BB-FF93-454B-8747-9365032E7144}" srcOrd="0" destOrd="0" presId="urn:microsoft.com/office/officeart/2005/8/layout/vProcess5"/>
    <dgm:cxn modelId="{E126E0C7-1F50-7C41-8F05-4E37A718C8EB}" type="presOf" srcId="{67291B00-19A8-5E40-A5C9-CBFAFE93C4CB}" destId="{869F2332-7C59-CD48-8EA6-8098E2CBF87F}" srcOrd="0" destOrd="0" presId="urn:microsoft.com/office/officeart/2005/8/layout/vProcess5"/>
    <dgm:cxn modelId="{4004DBDE-C03C-DC4E-93E3-626FE26022B0}" type="presOf" srcId="{E2541EDF-F91E-4215-A8D2-AABC9BB8BFA1}" destId="{F6233AAA-AAE0-0349-8270-1D435CA58F23}" srcOrd="0" destOrd="0" presId="urn:microsoft.com/office/officeart/2005/8/layout/vProcess5"/>
    <dgm:cxn modelId="{EBD0D679-4F70-4D74-94D1-94C679C975A9}" type="presParOf" srcId="{F0109BAF-5517-4297-A203-CDE8BA186BF0}" destId="{DF47A23F-6CD4-440D-B858-B224BEAC3123}" srcOrd="0" destOrd="0" presId="urn:microsoft.com/office/officeart/2005/8/layout/vProcess5"/>
    <dgm:cxn modelId="{EC21BAA6-B0EA-744F-A73B-B1212E92A7D6}" type="presParOf" srcId="{F0109BAF-5517-4297-A203-CDE8BA186BF0}" destId="{F6233AAA-AAE0-0349-8270-1D435CA58F23}" srcOrd="1" destOrd="0" presId="urn:microsoft.com/office/officeart/2005/8/layout/vProcess5"/>
    <dgm:cxn modelId="{EF459176-268B-C84A-A4D8-E9628FBEFA60}" type="presParOf" srcId="{F0109BAF-5517-4297-A203-CDE8BA186BF0}" destId="{C5092F3F-A9A2-DD49-876C-5AF701B4BD30}" srcOrd="2" destOrd="0" presId="urn:microsoft.com/office/officeart/2005/8/layout/vProcess5"/>
    <dgm:cxn modelId="{44E4464D-757A-884E-916C-D3CAAC89F2F6}" type="presParOf" srcId="{F0109BAF-5517-4297-A203-CDE8BA186BF0}" destId="{606AD2BB-FF93-454B-8747-9365032E7144}" srcOrd="3" destOrd="0" presId="urn:microsoft.com/office/officeart/2005/8/layout/vProcess5"/>
    <dgm:cxn modelId="{FABC2E41-6C14-A04B-A88C-7C18072C3DA4}" type="presParOf" srcId="{F0109BAF-5517-4297-A203-CDE8BA186BF0}" destId="{968E4F0B-E435-DB49-B770-43AA28A581F5}" srcOrd="4" destOrd="0" presId="urn:microsoft.com/office/officeart/2005/8/layout/vProcess5"/>
    <dgm:cxn modelId="{0C8B3BA9-9473-F149-AC48-8EA452B7BD0B}" type="presParOf" srcId="{F0109BAF-5517-4297-A203-CDE8BA186BF0}" destId="{869F2332-7C59-CD48-8EA6-8098E2CBF87F}" srcOrd="5" destOrd="0" presId="urn:microsoft.com/office/officeart/2005/8/layout/vProcess5"/>
    <dgm:cxn modelId="{0E3B63A8-274E-1B48-BF85-EABBC9D9C8CE}" type="presParOf" srcId="{F0109BAF-5517-4297-A203-CDE8BA186BF0}" destId="{91FAE4AA-FF68-B644-B122-17D9E7FFD543}" srcOrd="6" destOrd="0" presId="urn:microsoft.com/office/officeart/2005/8/layout/vProcess5"/>
    <dgm:cxn modelId="{9EB40502-B529-7C4A-9CB9-7FB626E7192F}" type="presParOf" srcId="{F0109BAF-5517-4297-A203-CDE8BA186BF0}" destId="{341FCBBD-EAFC-9D46-82A6-7EB561F277EA}" srcOrd="7" destOrd="0" presId="urn:microsoft.com/office/officeart/2005/8/layout/vProcess5"/>
    <dgm:cxn modelId="{056B79E3-8633-8C4D-990F-53D23F1DDB73}" type="presParOf" srcId="{F0109BAF-5517-4297-A203-CDE8BA186BF0}" destId="{2DCD78DE-5968-1B42-9999-82489467878A}" srcOrd="8" destOrd="0" presId="urn:microsoft.com/office/officeart/2005/8/layout/vProcess5"/>
  </dgm:cxnLst>
  <dgm:bg/>
  <dgm:whole/>
  <dgm:extLst>
    <a:ext uri="http://schemas.microsoft.com/office/drawing/2008/diagram">
      <dsp:dataModelExt relId="rId13" minVer="http://schemas.openxmlformats.org/drawingml/2006/diagram"/>
    </a:ext>
  </dgm:extLst>
</dgm:dataModel>
</file>

<file path=ppt/diagrams/data3.xml><?xml version="1.0" encoding="utf-8"?>
<dgm:dataModel xmlns:a="http://schemas.openxmlformats.org/drawingml/2006/main" xmlns:dgm="http://schemas.openxmlformats.org/drawingml/2006/diagram" xmlns:dsp="http://schemas.microsoft.com/office/drawing/2008/diagram">
  <dgm:ptLst>
    <dgm:pt modelId="{3337E236-ECAD-41B7-834D-D6A9D944A5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125AD57-36D9-4844-A28D-6DAC86F9E012}">
      <dgm:prSet custT="1"/>
      <dgm:spPr/>
      <dgm:t>
        <a:bodyPr/>
        <a:lstStyle/>
        <a:p>
          <a:pPr algn="just"/>
          <a:r>
            <a:rPr lang="es-DO" sz="3600" b="1" kern="1200" noProof="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2 Reyes 4:21</a:t>
          </a:r>
        </a:p>
      </dgm:t>
    </dgm:pt>
    <dgm:pt modelId="{3FCC3762-28AE-DF4E-BA63-126C8582BC7E}" type="sibTrans" cxnId="{692F30CB-F093-B04D-9B7C-9C551D35DFE0}">
      <dgm:prSet/>
      <dgm:spPr/>
      <dgm:t>
        <a:bodyPr/>
        <a:lstStyle/>
        <a:p>
          <a:endParaRPr lang="en-US"/>
        </a:p>
      </dgm:t>
    </dgm:pt>
    <dgm:pt modelId="{BCC5C3E2-AF5E-E241-ABEA-08B8CA9ECF0A}" type="parTrans" cxnId="{692F30CB-F093-B04D-9B7C-9C551D35DFE0}">
      <dgm:prSet/>
      <dgm:spPr/>
      <dgm:t>
        <a:bodyPr/>
        <a:lstStyle/>
        <a:p>
          <a:endParaRPr lang="en-US"/>
        </a:p>
      </dgm:t>
    </dgm:pt>
    <dgm:pt modelId="{FEEEC294-FE18-1943-BEFF-60FB5D102DC0}">
      <dgm:prSet custT="1"/>
      <dgm:spPr/>
      <dgm:t>
        <a:bodyPr/>
        <a:lstStyle/>
        <a:p>
          <a:pPr marL="0" lvl="0" indent="0" algn="just" defTabSz="1600200">
            <a:lnSpc>
              <a:spcPct val="90000"/>
            </a:lnSpc>
            <a:spcBef>
              <a:spcPct val="0"/>
            </a:spcBef>
            <a:spcAft>
              <a:spcPct val="35000"/>
            </a:spcAft>
            <a:buNone/>
          </a:pPr>
          <a:r>
            <a:rPr lang="en-US" sz="3600" kern="1200" dirty="0" err="1">
              <a:solidFill>
                <a:prstClr val="black">
                  <a:hueOff val="0"/>
                  <a:satOff val="0"/>
                  <a:lumOff val="0"/>
                  <a:alphaOff val="0"/>
                </a:prstClr>
              </a:solidFill>
              <a:latin typeface="Calibri" panose="020F0502020204030204"/>
              <a:ea typeface="+mn-ea"/>
              <a:cs typeface="+mn-cs"/>
            </a:rPr>
            <a:t>Los pecadores están muertos espiritualmente y solo el poder de Dios puede volverles a la vida.</a:t>
          </a:r>
          <a:r>
            <a:rPr lang="en-US" sz="3600" kern="1200" dirty="0">
              <a:solidFill>
                <a:prstClr val="black">
                  <a:hueOff val="0"/>
                  <a:satOff val="0"/>
                  <a:lumOff val="0"/>
                  <a:alphaOff val="0"/>
                </a:prstClr>
              </a:solidFill>
              <a:latin typeface="Calibri" panose="020F0502020204030204"/>
              <a:ea typeface="+mn-ea"/>
              <a:cs typeface="+mn-cs"/>
            </a:rPr>
            <a:t/>
          </a:r>
        </a:p>
      </dgm:t>
    </dgm:pt>
    <dgm:pt modelId="{B0000E53-9282-4E4B-B1AB-56EE03D17E11}" type="parTrans" cxnId="{05752302-CF02-6244-ACDD-252929CF4687}">
      <dgm:prSet/>
      <dgm:spPr/>
      <dgm:t>
        <a:bodyPr/>
        <a:lstStyle/>
        <a:p>
          <a:endParaRPr lang="en-US"/>
        </a:p>
      </dgm:t>
    </dgm:pt>
    <dgm:pt modelId="{69F1BBAE-E2EC-954A-B358-B117A0B37244}" type="sibTrans" cxnId="{05752302-CF02-6244-ACDD-252929CF4687}">
      <dgm:prSet/>
      <dgm:spPr/>
      <dgm:t>
        <a:bodyPr/>
        <a:lstStyle/>
        <a:p>
          <a:endParaRPr lang="en-US"/>
        </a:p>
      </dgm:t>
    </dgm:pt>
    <dgm:pt modelId="{962BE84B-0921-3547-97C3-74DB9986C999}">
      <dgm:prSet custT="1"/>
      <dgm:spPr/>
      <dgm:t>
        <a:bodyPr/>
        <a:lstStyle/>
        <a:p>
          <a:r>
            <a:rPr lang="es-ES" sz="3600" kern="1200" dirty="0">
              <a:solidFill>
                <a:prstClr val="black">
                  <a:hueOff val="0"/>
                  <a:satOff val="0"/>
                  <a:lumOff val="0"/>
                  <a:alphaOff val="0"/>
                </a:prstClr>
              </a:solidFill>
              <a:latin typeface="Calibri" panose="020F0502020204030204"/>
              <a:ea typeface="+mn-ea"/>
              <a:cs typeface="+mn-cs"/>
            </a:rPr>
            <a:t>Ella entonces subió, y lo puso sobre la cama del varón de Dios, y cerrando la puerta, se salió.</a:t>
          </a:r>
          <a:endParaRPr lang="es-DO" sz="3600" kern="1200" noProof="0" dirty="0">
            <a:solidFill>
              <a:prstClr val="black">
                <a:hueOff val="0"/>
                <a:satOff val="0"/>
                <a:lumOff val="0"/>
                <a:alphaOff val="0"/>
              </a:prstClr>
            </a:solidFill>
            <a:latin typeface="Calibri" panose="020F0502020204030204"/>
            <a:ea typeface="+mn-ea"/>
            <a:cs typeface="+mn-cs"/>
          </a:endParaRPr>
        </a:p>
      </dgm:t>
    </dgm:pt>
    <dgm:pt modelId="{B42EADB4-6A2F-D449-9FDF-0E45806C80BF}" type="parTrans" cxnId="{610DCFC5-3B2E-974B-BD79-C34DEEDF0572}">
      <dgm:prSet/>
      <dgm:spPr/>
      <dgm:t>
        <a:bodyPr/>
        <a:lstStyle/>
        <a:p>
          <a:endParaRPr lang="en-US"/>
        </a:p>
      </dgm:t>
    </dgm:pt>
    <dgm:pt modelId="{0A786443-2C2A-7E45-A3BA-8DCC3457602E}" type="sibTrans" cxnId="{610DCFC5-3B2E-974B-BD79-C34DEEDF0572}">
      <dgm:prSet/>
      <dgm:spPr/>
      <dgm:t>
        <a:bodyPr/>
        <a:lstStyle/>
        <a:p>
          <a:endParaRPr lang="en-US"/>
        </a:p>
      </dgm:t>
    </dgm:pt>
    <dgm:pt modelId="{133E6B44-650F-4321-A97C-3A31BE868838}" type="pres">
      <dgm:prSet presAssocID="{3337E236-ECAD-41B7-834D-D6A9D944A568}" presName="vert0" presStyleCnt="0">
        <dgm:presLayoutVars>
          <dgm:dir/>
          <dgm:animOne val="branch"/>
          <dgm:animLvl val="lvl"/>
        </dgm:presLayoutVars>
      </dgm:prSet>
      <dgm:spPr/>
    </dgm:pt>
    <dgm:pt modelId="{9FD7D576-D9B4-9544-A9F0-1AC740A58D01}" type="pres">
      <dgm:prSet presAssocID="{FEEEC294-FE18-1943-BEFF-60FB5D102DC0}" presName="thickLine" presStyleLbl="alignNode1" presStyleIdx="0" presStyleCnt="3"/>
      <dgm:spPr/>
    </dgm:pt>
    <dgm:pt modelId="{ADE1566D-7647-F248-9C59-6F5125FF842B}" type="pres">
      <dgm:prSet presAssocID="{FEEEC294-FE18-1943-BEFF-60FB5D102DC0}" presName="horz1" presStyleCnt="0"/>
      <dgm:spPr/>
    </dgm:pt>
    <dgm:pt modelId="{423094C0-D10B-D644-A7FF-6CBD4AA0C648}" type="pres">
      <dgm:prSet presAssocID="{FEEEC294-FE18-1943-BEFF-60FB5D102DC0}" presName="tx1" presStyleLbl="revTx" presStyleIdx="0" presStyleCnt="3" custScaleY="130465"/>
      <dgm:spPr/>
    </dgm:pt>
    <dgm:pt modelId="{64ECD596-B0E6-D046-9859-42EE88D8B4A5}" type="pres">
      <dgm:prSet presAssocID="{FEEEC294-FE18-1943-BEFF-60FB5D102DC0}" presName="vert1" presStyleCnt="0"/>
      <dgm:spPr/>
    </dgm:pt>
    <dgm:pt modelId="{5C275A34-8AF9-CA4F-820B-113A721C607A}" type="pres">
      <dgm:prSet presAssocID="{962BE84B-0921-3547-97C3-74DB9986C999}" presName="thickLine" presStyleLbl="alignNode1" presStyleIdx="1" presStyleCnt="3" custLinFactNeighborX="-20" custLinFactNeighborY="-40617"/>
      <dgm:spPr/>
    </dgm:pt>
    <dgm:pt modelId="{5CDB894F-3D25-004F-98BB-D6F7F3C04506}" type="pres">
      <dgm:prSet presAssocID="{962BE84B-0921-3547-97C3-74DB9986C999}" presName="horz1" presStyleCnt="0"/>
      <dgm:spPr/>
    </dgm:pt>
    <dgm:pt modelId="{C9006735-4D2A-0849-83FE-26A2A5627262}" type="pres">
      <dgm:prSet presAssocID="{962BE84B-0921-3547-97C3-74DB9986C999}" presName="tx1" presStyleLbl="revTx" presStyleIdx="1" presStyleCnt="3" custScaleY="96195"/>
      <dgm:spPr/>
    </dgm:pt>
    <dgm:pt modelId="{8E8DF8A5-E20F-B244-BC22-8311CC0D0A4A}" type="pres">
      <dgm:prSet presAssocID="{962BE84B-0921-3547-97C3-74DB9986C999}" presName="vert1" presStyleCnt="0"/>
      <dgm:spPr/>
    </dgm:pt>
    <dgm:pt modelId="{0905D70F-7F62-C148-A968-DB0015B774D0}" type="pres">
      <dgm:prSet presAssocID="{3125AD57-36D9-4844-A28D-6DAC86F9E012}" presName="thickLine" presStyleLbl="alignNode1" presStyleIdx="2" presStyleCnt="3"/>
      <dgm:spPr/>
    </dgm:pt>
    <dgm:pt modelId="{C7198537-E148-FE41-8F8D-295BF709DBA4}" type="pres">
      <dgm:prSet presAssocID="{3125AD57-36D9-4844-A28D-6DAC86F9E012}" presName="horz1" presStyleCnt="0"/>
      <dgm:spPr/>
    </dgm:pt>
    <dgm:pt modelId="{8CBD80AD-FEF7-6F43-8896-47DDC44DB882}" type="pres">
      <dgm:prSet presAssocID="{3125AD57-36D9-4844-A28D-6DAC86F9E012}" presName="tx1" presStyleLbl="revTx" presStyleIdx="2" presStyleCnt="3" custScaleY="72554"/>
      <dgm:spPr/>
    </dgm:pt>
    <dgm:pt modelId="{672E1A56-22E0-654C-9223-893C76279A83}" type="pres">
      <dgm:prSet presAssocID="{3125AD57-36D9-4844-A28D-6DAC86F9E012}" presName="vert1" presStyleCnt="0"/>
      <dgm:spPr/>
    </dgm:pt>
  </dgm:ptLst>
  <dgm:cxnLst>
    <dgm:cxn modelId="{05752302-CF02-6244-ACDD-252929CF4687}" srcId="{3337E236-ECAD-41B7-834D-D6A9D944A568}" destId="{FEEEC294-FE18-1943-BEFF-60FB5D102DC0}" srcOrd="0" destOrd="0" parTransId="{B0000E53-9282-4E4B-B1AB-56EE03D17E11}" sibTransId="{69F1BBAE-E2EC-954A-B358-B117A0B37244}"/>
    <dgm:cxn modelId="{6769095C-9B01-1C45-AE34-7D402A4E3725}" type="presOf" srcId="{962BE84B-0921-3547-97C3-74DB9986C999}" destId="{C9006735-4D2A-0849-83FE-26A2A5627262}" srcOrd="0" destOrd="0" presId="urn:microsoft.com/office/officeart/2008/layout/LinedList"/>
    <dgm:cxn modelId="{AC88636B-2F12-5245-AD23-6DAD38EBDF66}" type="presOf" srcId="{3125AD57-36D9-4844-A28D-6DAC86F9E012}" destId="{8CBD80AD-FEF7-6F43-8896-47DDC44DB882}" srcOrd="0" destOrd="0" presId="urn:microsoft.com/office/officeart/2008/layout/LinedList"/>
    <dgm:cxn modelId="{5FDEA586-2672-8046-A127-4A7897A9D0D1}" type="presOf" srcId="{FEEEC294-FE18-1943-BEFF-60FB5D102DC0}" destId="{423094C0-D10B-D644-A7FF-6CBD4AA0C648}" srcOrd="0" destOrd="0" presId="urn:microsoft.com/office/officeart/2008/layout/LinedList"/>
    <dgm:cxn modelId="{610DCFC5-3B2E-974B-BD79-C34DEEDF0572}" srcId="{3337E236-ECAD-41B7-834D-D6A9D944A568}" destId="{962BE84B-0921-3547-97C3-74DB9986C999}" srcOrd="1" destOrd="0" parTransId="{B42EADB4-6A2F-D449-9FDF-0E45806C80BF}" sibTransId="{0A786443-2C2A-7E45-A3BA-8DCC3457602E}"/>
    <dgm:cxn modelId="{692F30CB-F093-B04D-9B7C-9C551D35DFE0}" srcId="{3337E236-ECAD-41B7-834D-D6A9D944A568}" destId="{3125AD57-36D9-4844-A28D-6DAC86F9E012}" srcOrd="2" destOrd="0" parTransId="{BCC5C3E2-AF5E-E241-ABEA-08B8CA9ECF0A}" sibTransId="{3FCC3762-28AE-DF4E-BA63-126C8582BC7E}"/>
    <dgm:cxn modelId="{E29FFDD1-7AC6-4AB4-BEBB-37116DC8641A}" type="presOf" srcId="{3337E236-ECAD-41B7-834D-D6A9D944A568}" destId="{133E6B44-650F-4321-A97C-3A31BE868838}" srcOrd="0" destOrd="0" presId="urn:microsoft.com/office/officeart/2008/layout/LinedList"/>
    <dgm:cxn modelId="{0F98E0A3-0E35-E24B-8A78-048FB5D587EC}" type="presParOf" srcId="{133E6B44-650F-4321-A97C-3A31BE868838}" destId="{9FD7D576-D9B4-9544-A9F0-1AC740A58D01}" srcOrd="0" destOrd="0" presId="urn:microsoft.com/office/officeart/2008/layout/LinedList"/>
    <dgm:cxn modelId="{97CBB7CA-5FE1-CB42-8ACB-47437EC86704}" type="presParOf" srcId="{133E6B44-650F-4321-A97C-3A31BE868838}" destId="{ADE1566D-7647-F248-9C59-6F5125FF842B}" srcOrd="1" destOrd="0" presId="urn:microsoft.com/office/officeart/2008/layout/LinedList"/>
    <dgm:cxn modelId="{8D0D73FA-253A-6D43-BCDF-586DF9F85B44}" type="presParOf" srcId="{ADE1566D-7647-F248-9C59-6F5125FF842B}" destId="{423094C0-D10B-D644-A7FF-6CBD4AA0C648}" srcOrd="0" destOrd="0" presId="urn:microsoft.com/office/officeart/2008/layout/LinedList"/>
    <dgm:cxn modelId="{CE03DFE7-A098-604B-8DCF-C778CAE10F57}" type="presParOf" srcId="{ADE1566D-7647-F248-9C59-6F5125FF842B}" destId="{64ECD596-B0E6-D046-9859-42EE88D8B4A5}" srcOrd="1" destOrd="0" presId="urn:microsoft.com/office/officeart/2008/layout/LinedList"/>
    <dgm:cxn modelId="{2BAEFBAB-60EE-4748-9A7D-49FA8B257DE2}" type="presParOf" srcId="{133E6B44-650F-4321-A97C-3A31BE868838}" destId="{5C275A34-8AF9-CA4F-820B-113A721C607A}" srcOrd="2" destOrd="0" presId="urn:microsoft.com/office/officeart/2008/layout/LinedList"/>
    <dgm:cxn modelId="{791814FB-EBC6-284A-87D5-0C0D10D130E4}" type="presParOf" srcId="{133E6B44-650F-4321-A97C-3A31BE868838}" destId="{5CDB894F-3D25-004F-98BB-D6F7F3C04506}" srcOrd="3" destOrd="0" presId="urn:microsoft.com/office/officeart/2008/layout/LinedList"/>
    <dgm:cxn modelId="{4D595DB3-08A6-8543-B8DA-8FD7782C2DC6}" type="presParOf" srcId="{5CDB894F-3D25-004F-98BB-D6F7F3C04506}" destId="{C9006735-4D2A-0849-83FE-26A2A5627262}" srcOrd="0" destOrd="0" presId="urn:microsoft.com/office/officeart/2008/layout/LinedList"/>
    <dgm:cxn modelId="{D88A352E-294B-0D45-AC04-2F4911322991}" type="presParOf" srcId="{5CDB894F-3D25-004F-98BB-D6F7F3C04506}" destId="{8E8DF8A5-E20F-B244-BC22-8311CC0D0A4A}" srcOrd="1" destOrd="0" presId="urn:microsoft.com/office/officeart/2008/layout/LinedList"/>
    <dgm:cxn modelId="{8205B9F3-DD81-3343-B296-E979B4219500}" type="presParOf" srcId="{133E6B44-650F-4321-A97C-3A31BE868838}" destId="{0905D70F-7F62-C148-A968-DB0015B774D0}" srcOrd="4" destOrd="0" presId="urn:microsoft.com/office/officeart/2008/layout/LinedList"/>
    <dgm:cxn modelId="{396A5534-0B35-9C45-BC79-E70807CCC010}" type="presParOf" srcId="{133E6B44-650F-4321-A97C-3A31BE868838}" destId="{C7198537-E148-FE41-8F8D-295BF709DBA4}" srcOrd="5" destOrd="0" presId="urn:microsoft.com/office/officeart/2008/layout/LinedList"/>
    <dgm:cxn modelId="{8ABBE71E-E52D-2F48-A286-CEAFAF16EB54}" type="presParOf" srcId="{C7198537-E148-FE41-8F8D-295BF709DBA4}" destId="{8CBD80AD-FEF7-6F43-8896-47DDC44DB882}" srcOrd="0" destOrd="0" presId="urn:microsoft.com/office/officeart/2008/layout/LinedList"/>
    <dgm:cxn modelId="{73A5CC48-A81C-6746-8005-2331B1B1F185}" type="presParOf" srcId="{C7198537-E148-FE41-8F8D-295BF709DBA4}" destId="{672E1A56-22E0-654C-9223-893C76279A83}" srcOrd="1" destOrd="0" presId="urn:microsoft.com/office/officeart/2008/layout/LinedList"/>
  </dgm:cxnLst>
  <dgm:bg/>
  <dgm:whole/>
  <dgm:extLst>
    <a:ext uri="http://schemas.microsoft.com/office/drawing/2008/diagram">
      <dsp:dataModelExt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a="http://schemas.openxmlformats.org/drawingml/2006/main" xmlns:dsp="http://schemas.microsoft.com/office/drawing/2008/diagram">
  <dsp:spTree>
    <dsp:nvGrpSpPr>
      <dsp:cNvPr id="0" name=""/>
      <dsp:cNvGrpSpPr/>
    </dsp:nvGrpSpPr>
    <dsp:grpSpPr/>
    <dsp:sp modelId="{F6233AAA-AAE0-0349-8270-1D435CA58F23}">
      <dsp:nvSpPr>
        <dsp:cNvPr id="0" name=""/>
        <dsp:cNvSpPr/>
      </dsp:nvSpPr>
      <dsp:spPr>
        <a:xfrm>
          <a:off x="0" y="0"/>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dirty="0" err="1"/>
            <a:t>Reconocer que los pecadores están realmente muertos espiritualmente.</a:t>
          </a:r>
          <a:r>
            <a:rPr lang="en-US" sz="5600" kern="1200" dirty="0"/>
            <a:t/>
          </a:r>
        </a:p>
      </dsp:txBody>
      <dsp:txXfrm>
        <a:off x="38234" y="38234"/>
        <a:ext cx="7529629" cy="1228933"/>
      </dsp:txXfrm>
    </dsp:sp>
    <dsp:sp modelId="{C5092F3F-A9A2-DD49-876C-5AF701B4BD30}">
      <dsp:nvSpPr>
        <dsp:cNvPr id="0" name=""/>
        <dsp:cNvSpPr/>
      </dsp:nvSpPr>
      <dsp:spPr>
        <a:xfrm>
          <a:off x="788670" y="1522968"/>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n-US" sz="5600" kern="1200" dirty="0" err="1"/>
            <a:t>Saber que solo el poder de Dios puede volverle a la vida.</a:t>
          </a:r>
          <a:r>
            <a:rPr lang="en-US" sz="5600" kern="1200" dirty="0"/>
            <a:t/>
          </a:r>
        </a:p>
      </dsp:txBody>
      <dsp:txXfrm>
        <a:off x="826904" y="1561202"/>
        <a:ext cx="7224611" cy="1228933"/>
      </dsp:txXfrm>
    </dsp:sp>
    <dsp:sp modelId="{606AD2BB-FF93-454B-8747-9365032E7144}">
      <dsp:nvSpPr>
        <dsp:cNvPr id="0" name=""/>
        <dsp:cNvSpPr/>
      </dsp:nvSpPr>
      <dsp:spPr>
        <a:xfrm>
          <a:off x="1577340" y="3045936"/>
          <a:ext cx="8938260" cy="130540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l" defTabSz="2489200">
            <a:lnSpc>
              <a:spcPct val="90000"/>
            </a:lnSpc>
            <a:spcBef>
              <a:spcPct val="0"/>
            </a:spcBef>
            <a:spcAft>
              <a:spcPct val="35000"/>
            </a:spcAft>
            <a:buNone/>
          </a:pPr>
          <a:r>
            <a:rPr lang="es-ES" sz="5600" kern="1200" dirty="0"/>
            <a:t>Disponerse a ser un canal por el cual fluya el poder vivificante de Dios.</a:t>
          </a:r>
          <a:endParaRPr lang="en-US" sz="5600" kern="1200" dirty="0"/>
        </a:p>
      </dsp:txBody>
      <dsp:txXfrm>
        <a:off x="1615574" y="3084170"/>
        <a:ext cx="7224611" cy="1228933"/>
      </dsp:txXfrm>
    </dsp:sp>
    <dsp:sp modelId="{968E4F0B-E435-DB49-B770-43AA28A581F5}">
      <dsp:nvSpPr>
        <dsp:cNvPr id="0" name=""/>
        <dsp:cNvSpPr/>
      </dsp:nvSpPr>
      <dsp:spPr>
        <a:xfrm>
          <a:off x="8089749" y="989929"/>
          <a:ext cx="848510" cy="848510"/>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869F2332-7C59-CD48-8EA6-8098E2CBF87F}">
      <dsp:nvSpPr>
        <dsp:cNvPr id="0" name=""/>
        <dsp:cNvSpPr/>
      </dsp:nvSpPr>
      <dsp:spPr>
        <a:xfrm>
          <a:off x="8878419" y="2504195"/>
          <a:ext cx="848510" cy="848510"/>
        </a:xfrm>
        <a:prstGeom prst="downArrow">
          <a:avLst>
            <a:gd name="adj1" fmla="val 55000"/>
            <a:gd name="adj2" fmla="val 45000"/>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3.xml><?xml version="1.0" encoding="utf-8"?>
<dsp:drawing xmlns:a="http://schemas.openxmlformats.org/drawingml/2006/main" xmlns:dsp="http://schemas.microsoft.com/office/drawing/2008/diagram">
  <dsp:spTree>
    <dsp:nvGrpSpPr>
      <dsp:cNvPr id="0" name=""/>
      <dsp:cNvGrpSpPr/>
    </dsp:nvGrpSpPr>
    <dsp:grpSpPr/>
    <dsp:sp modelId="{9FD7D576-D9B4-9544-A9F0-1AC740A58D01}">
      <dsp:nvSpPr>
        <dsp:cNvPr id="0" name=""/>
        <dsp:cNvSpPr/>
      </dsp:nvSpPr>
      <dsp:spPr>
        <a:xfrm>
          <a:off x="0" y="1773"/>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094C0-D10B-D644-A7FF-6CBD4AA0C648}">
      <dsp:nvSpPr>
        <dsp:cNvPr id="0" name=""/>
        <dsp:cNvSpPr/>
      </dsp:nvSpPr>
      <dsp:spPr>
        <a:xfrm>
          <a:off x="0" y="1773"/>
          <a:ext cx="11799465" cy="2299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n-US" sz="3600" kern="1200" dirty="0" err="1">
              <a:solidFill>
                <a:prstClr val="black">
                  <a:hueOff val="0"/>
                  <a:satOff val="0"/>
                  <a:lumOff val="0"/>
                  <a:alphaOff val="0"/>
                </a:prstClr>
              </a:solidFill>
              <a:latin typeface="Calibri" panose="020F0502020204030204"/>
              <a:ea typeface="+mn-ea"/>
              <a:cs typeface="+mn-cs"/>
            </a:rPr>
            <a:t>Los pecadores están muertos espiritualmente y solo el poder de Dios puede volverles a la vida.</a:t>
          </a:r>
          <a:r>
            <a:rPr lang="en-US" sz="3600" kern="1200" dirty="0">
              <a:solidFill>
                <a:prstClr val="black">
                  <a:hueOff val="0"/>
                  <a:satOff val="0"/>
                  <a:lumOff val="0"/>
                  <a:alphaOff val="0"/>
                </a:prstClr>
              </a:solidFill>
              <a:latin typeface="Calibri" panose="020F0502020204030204"/>
              <a:ea typeface="+mn-ea"/>
              <a:cs typeface="+mn-cs"/>
            </a:rPr>
            <a:t/>
          </a:r>
        </a:p>
      </dsp:txBody>
      <dsp:txXfrm>
        <a:off x="0" y="1773"/>
        <a:ext cx="11799465" cy="2299739"/>
      </dsp:txXfrm>
    </dsp:sp>
    <dsp:sp modelId="{5C275A34-8AF9-CA4F-820B-113A721C607A}">
      <dsp:nvSpPr>
        <dsp:cNvPr id="0" name=""/>
        <dsp:cNvSpPr/>
      </dsp:nvSpPr>
      <dsp:spPr>
        <a:xfrm>
          <a:off x="0" y="1612789"/>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006735-4D2A-0849-83FE-26A2A5627262}">
      <dsp:nvSpPr>
        <dsp:cNvPr id="0" name=""/>
        <dsp:cNvSpPr/>
      </dsp:nvSpPr>
      <dsp:spPr>
        <a:xfrm>
          <a:off x="0" y="2301513"/>
          <a:ext cx="11811000" cy="1695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s-ES" sz="3600" kern="1200" dirty="0">
              <a:solidFill>
                <a:prstClr val="black">
                  <a:hueOff val="0"/>
                  <a:satOff val="0"/>
                  <a:lumOff val="0"/>
                  <a:alphaOff val="0"/>
                </a:prstClr>
              </a:solidFill>
              <a:latin typeface="Calibri" panose="020F0502020204030204"/>
              <a:ea typeface="+mn-ea"/>
              <a:cs typeface="+mn-cs"/>
            </a:rPr>
            <a:t>Ella entonces subió, y lo puso sobre la cama del varón de Dios, y cerrando la puerta, se salió.</a:t>
          </a:r>
          <a:endParaRPr lang="es-DO" sz="3600" kern="1200" noProof="0" dirty="0">
            <a:solidFill>
              <a:prstClr val="black">
                <a:hueOff val="0"/>
                <a:satOff val="0"/>
                <a:lumOff val="0"/>
                <a:alphaOff val="0"/>
              </a:prstClr>
            </a:solidFill>
            <a:latin typeface="Calibri" panose="020F0502020204030204"/>
            <a:ea typeface="+mn-ea"/>
            <a:cs typeface="+mn-cs"/>
          </a:endParaRPr>
        </a:p>
      </dsp:txBody>
      <dsp:txXfrm>
        <a:off x="0" y="2301513"/>
        <a:ext cx="11811000" cy="1695653"/>
      </dsp:txXfrm>
    </dsp:sp>
    <dsp:sp modelId="{0905D70F-7F62-C148-A968-DB0015B774D0}">
      <dsp:nvSpPr>
        <dsp:cNvPr id="0" name=""/>
        <dsp:cNvSpPr/>
      </dsp:nvSpPr>
      <dsp:spPr>
        <a:xfrm>
          <a:off x="0" y="3997166"/>
          <a:ext cx="11811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BD80AD-FEF7-6F43-8896-47DDC44DB882}">
      <dsp:nvSpPr>
        <dsp:cNvPr id="0" name=""/>
        <dsp:cNvSpPr/>
      </dsp:nvSpPr>
      <dsp:spPr>
        <a:xfrm>
          <a:off x="0" y="3997166"/>
          <a:ext cx="11811000" cy="1278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90000"/>
            </a:lnSpc>
            <a:spcBef>
              <a:spcPct val="0"/>
            </a:spcBef>
            <a:spcAft>
              <a:spcPct val="35000"/>
            </a:spcAft>
            <a:buNone/>
          </a:pPr>
          <a:r>
            <a:rPr lang="es-DO" sz="3600" b="1" kern="1200" noProof="0" dirty="0">
              <a:solidFill>
                <a:prstClr val="black">
                  <a:hueOff val="0"/>
                  <a:satOff val="0"/>
                  <a:lumOff val="0"/>
                  <a:alphaOff val="0"/>
                </a:prstClr>
              </a:solidFill>
              <a:latin typeface="Times New Roman" panose="02020603050405020304" pitchFamily="18" charset="0"/>
              <a:ea typeface="+mn-ea"/>
              <a:cs typeface="Times New Roman" panose="02020603050405020304" pitchFamily="18" charset="0"/>
            </a:rPr>
            <a:t>2 Reyes 4:21</a:t>
          </a:r>
        </a:p>
      </dsp:txBody>
      <dsp:txXfrm>
        <a:off x="0" y="3997166"/>
        <a:ext cx="11811000" cy="127892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D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0F15BA-2EC0-4282-8869-DE12F7ED08C7}" type="datetimeFigureOut">
              <a:rPr lang="es-DO" smtClean="0"/>
              <a:t>31/5/26</a:t>
            </a:fld>
            <a:endParaRPr lang="es-D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D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D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EFA4C8-16E2-4CE7-AA86-5A0BAE5609E1}" type="slidenum">
              <a:rPr lang="es-DO" smtClean="0"/>
              <a:t>‹#›</a:t>
            </a:fld>
            <a:endParaRPr lang="es-DO"/>
          </a:p>
        </p:txBody>
      </p:sp>
    </p:spTree>
    <p:extLst>
      <p:ext uri="{BB962C8B-B14F-4D97-AF65-F5344CB8AC3E}">
        <p14:creationId xmlns:p14="http://schemas.microsoft.com/office/powerpoint/2010/main" val="3292870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47A4-AA9F-CD2E-C54B-C63FEF1A50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DAF46F-0B8C-1663-7DD7-12C5D5FA03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53F6DC-4176-7FF8-3E43-D52B40D1DCCF}"/>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C4C6032-F4B0-0888-A98F-362FDFDD9199}"/>
              </a:ext>
            </a:extLst>
          </p:cNvPr>
          <p:cNvSpPr>
            <a:spLocks noGrp="1"/>
          </p:cNvSpPr>
          <p:nvPr>
            <p:ph type="sldNum" sz="quarter" idx="5"/>
          </p:nvPr>
        </p:nvSpPr>
        <p:spPr/>
        <p:txBody>
          <a:bodyPr/>
          <a:lstStyle/>
          <a:p>
            <a:fld id="{23EFA4C8-16E2-4CE7-AA86-5A0BAE5609E1}" type="slidenum">
              <a:rPr lang="es-DO" smtClean="0"/>
              <a:t>1</a:t>
            </a:fld>
            <a:endParaRPr lang="es-DO"/>
          </a:p>
        </p:txBody>
      </p:sp>
    </p:spTree>
    <p:extLst>
      <p:ext uri="{BB962C8B-B14F-4D97-AF65-F5344CB8AC3E}">
        <p14:creationId xmlns:p14="http://schemas.microsoft.com/office/powerpoint/2010/main" val="1872460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5EF3-E4B1-E2D1-31C4-21C4FD77B8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DDB00A-887C-06D2-1FD6-F195E502D3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FE8ADB5-4A72-021E-2FCD-120336721B3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19F8126-08C5-B4C3-3D5F-184097B0BF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D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288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7B86-16F2-6A0C-664E-C0329D8CB8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7917A3-90C2-1EE9-9EAE-1AD8CD324D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9BFC26-F8A9-8EED-E049-13788E9BCF7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19CA9F7-202A-A436-5574-6457929536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EFA4C8-16E2-4CE7-AA86-5A0BAE5609E1}" type="slidenum">
              <a:rPr kumimoji="0" lang="es-D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D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70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DO"/>
          </a:p>
        </p:txBody>
      </p:sp>
      <p:sp>
        <p:nvSpPr>
          <p:cNvPr id="4" name="Marcador de número de diapositiva 3"/>
          <p:cNvSpPr>
            <a:spLocks noGrp="1"/>
          </p:cNvSpPr>
          <p:nvPr>
            <p:ph type="sldNum" sz="quarter" idx="5"/>
          </p:nvPr>
        </p:nvSpPr>
        <p:spPr/>
        <p:txBody>
          <a:bodyPr/>
          <a:lstStyle/>
          <a:p>
            <a:fld id="{23EFA4C8-16E2-4CE7-AA86-5A0BAE5609E1}" type="slidenum">
              <a:rPr lang="es-DO" smtClean="0"/>
              <a:t>6</a:t>
            </a:fld>
            <a:endParaRPr lang="es-DO"/>
          </a:p>
        </p:txBody>
      </p:sp>
    </p:spTree>
    <p:extLst>
      <p:ext uri="{BB962C8B-B14F-4D97-AF65-F5344CB8AC3E}">
        <p14:creationId xmlns:p14="http://schemas.microsoft.com/office/powerpoint/2010/main" val="2753223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DO"/>
          </a:p>
        </p:txBody>
      </p:sp>
      <p:sp>
        <p:nvSpPr>
          <p:cNvPr id="4" name="Marcador de número de diapositiva 3"/>
          <p:cNvSpPr>
            <a:spLocks noGrp="1"/>
          </p:cNvSpPr>
          <p:nvPr>
            <p:ph type="sldNum" sz="quarter" idx="5"/>
          </p:nvPr>
        </p:nvSpPr>
        <p:spPr/>
        <p:txBody>
          <a:bodyPr/>
          <a:lstStyle/>
          <a:p>
            <a:fld id="{23EFA4C8-16E2-4CE7-AA86-5A0BAE5609E1}" type="slidenum">
              <a:rPr lang="es-DO" smtClean="0"/>
              <a:t>8</a:t>
            </a:fld>
            <a:endParaRPr lang="es-DO"/>
          </a:p>
        </p:txBody>
      </p:sp>
    </p:spTree>
    <p:extLst>
      <p:ext uri="{BB962C8B-B14F-4D97-AF65-F5344CB8AC3E}">
        <p14:creationId xmlns:p14="http://schemas.microsoft.com/office/powerpoint/2010/main" val="3030596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5EDA-0054-958F-3B77-734385A7D6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7F2D8-ECF2-676F-8D60-AED6C759B9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BC14B2E-9774-7EF4-B73F-94BEC9AF7EE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3341D53-60DC-B9A7-36B7-BD200C091E54}"/>
              </a:ext>
            </a:extLst>
          </p:cNvPr>
          <p:cNvSpPr>
            <a:spLocks noGrp="1"/>
          </p:cNvSpPr>
          <p:nvPr>
            <p:ph type="sldNum" sz="quarter" idx="5"/>
          </p:nvPr>
        </p:nvSpPr>
        <p:spPr/>
        <p:txBody>
          <a:bodyPr/>
          <a:lstStyle/>
          <a:p>
            <a:fld id="{23EFA4C8-16E2-4CE7-AA86-5A0BAE5609E1}" type="slidenum">
              <a:rPr lang="es-DO" smtClean="0"/>
              <a:t>9</a:t>
            </a:fld>
            <a:endParaRPr lang="es-DO"/>
          </a:p>
        </p:txBody>
      </p:sp>
    </p:spTree>
    <p:extLst>
      <p:ext uri="{BB962C8B-B14F-4D97-AF65-F5344CB8AC3E}">
        <p14:creationId xmlns:p14="http://schemas.microsoft.com/office/powerpoint/2010/main" val="2309695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573A-C828-CFF7-18D0-1E246DC4C4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6BAD15-979D-3921-5302-9CF02E18D7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9E0B2E-947A-4B6F-85B8-DDFB3687348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FC3A028-E459-0F56-278F-D4B9FC3B548E}"/>
              </a:ext>
            </a:extLst>
          </p:cNvPr>
          <p:cNvSpPr>
            <a:spLocks noGrp="1"/>
          </p:cNvSpPr>
          <p:nvPr>
            <p:ph type="sldNum" sz="quarter" idx="5"/>
          </p:nvPr>
        </p:nvSpPr>
        <p:spPr/>
        <p:txBody>
          <a:bodyPr/>
          <a:lstStyle/>
          <a:p>
            <a:fld id="{23EFA4C8-16E2-4CE7-AA86-5A0BAE5609E1}" type="slidenum">
              <a:rPr lang="es-DO" smtClean="0"/>
              <a:t>12</a:t>
            </a:fld>
            <a:endParaRPr lang="es-DO"/>
          </a:p>
        </p:txBody>
      </p:sp>
    </p:spTree>
    <p:extLst>
      <p:ext uri="{BB962C8B-B14F-4D97-AF65-F5344CB8AC3E}">
        <p14:creationId xmlns:p14="http://schemas.microsoft.com/office/powerpoint/2010/main" val="1368660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16CC-EC76-F991-C498-597FCD8E93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1EB94-EB80-FA4F-359D-9C7DC52069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966D22-397E-AC4D-52CC-70EEDEFEBA95}"/>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22BDDDF-206D-3D5F-B3D1-09C8642B5DBE}"/>
              </a:ext>
            </a:extLst>
          </p:cNvPr>
          <p:cNvSpPr>
            <a:spLocks noGrp="1"/>
          </p:cNvSpPr>
          <p:nvPr>
            <p:ph type="sldNum" sz="quarter" idx="5"/>
          </p:nvPr>
        </p:nvSpPr>
        <p:spPr/>
        <p:txBody>
          <a:bodyPr/>
          <a:lstStyle/>
          <a:p>
            <a:fld id="{23EFA4C8-16E2-4CE7-AA86-5A0BAE5609E1}" type="slidenum">
              <a:rPr lang="es-DO" smtClean="0"/>
              <a:t>13</a:t>
            </a:fld>
            <a:endParaRPr lang="es-DO"/>
          </a:p>
        </p:txBody>
      </p:sp>
    </p:spTree>
    <p:extLst>
      <p:ext uri="{BB962C8B-B14F-4D97-AF65-F5344CB8AC3E}">
        <p14:creationId xmlns:p14="http://schemas.microsoft.com/office/powerpoint/2010/main" val="3295078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2C9F-B305-E3D5-8A1E-D97D5F48E6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B0C8CC-33AC-62A8-8DA6-E5C031FBC6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D2DF2FB-A8F6-9EC7-D746-A2EDC2F857A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F3021CDB-B59A-A492-CFC7-F7D2EFFEDB5D}"/>
              </a:ext>
            </a:extLst>
          </p:cNvPr>
          <p:cNvSpPr>
            <a:spLocks noGrp="1"/>
          </p:cNvSpPr>
          <p:nvPr>
            <p:ph type="sldNum" sz="quarter" idx="5"/>
          </p:nvPr>
        </p:nvSpPr>
        <p:spPr/>
        <p:txBody>
          <a:bodyPr/>
          <a:lstStyle/>
          <a:p>
            <a:fld id="{23EFA4C8-16E2-4CE7-AA86-5A0BAE5609E1}" type="slidenum">
              <a:rPr lang="es-DO" smtClean="0"/>
              <a:t>16</a:t>
            </a:fld>
            <a:endParaRPr lang="es-DO"/>
          </a:p>
        </p:txBody>
      </p:sp>
    </p:spTree>
    <p:extLst>
      <p:ext uri="{BB962C8B-B14F-4D97-AF65-F5344CB8AC3E}">
        <p14:creationId xmlns:p14="http://schemas.microsoft.com/office/powerpoint/2010/main" val="400203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8D36-536E-9B37-5AFF-EE55028EC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7190C2-6D4A-E162-220D-A42FA813B9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35783-321F-8E21-26AF-5CF2FE9E4140}"/>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3A5CD833-B4C4-52DA-4EA4-A45DB1DEC47B}"/>
              </a:ext>
            </a:extLst>
          </p:cNvPr>
          <p:cNvSpPr>
            <a:spLocks noGrp="1"/>
          </p:cNvSpPr>
          <p:nvPr>
            <p:ph type="sldNum" sz="quarter" idx="5"/>
          </p:nvPr>
        </p:nvSpPr>
        <p:spPr/>
        <p:txBody>
          <a:bodyPr/>
          <a:lstStyle/>
          <a:p>
            <a:fld id="{23EFA4C8-16E2-4CE7-AA86-5A0BAE5609E1}" type="slidenum">
              <a:rPr lang="es-DO" smtClean="0"/>
              <a:t>17</a:t>
            </a:fld>
            <a:endParaRPr lang="es-DO"/>
          </a:p>
        </p:txBody>
      </p:sp>
    </p:spTree>
    <p:extLst>
      <p:ext uri="{BB962C8B-B14F-4D97-AF65-F5344CB8AC3E}">
        <p14:creationId xmlns:p14="http://schemas.microsoft.com/office/powerpoint/2010/main" val="2548669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60B44-E38F-5899-6208-A672E77E83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7EDEC8-394C-DEF5-B5A0-1D73E9A87B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498EAF-B36C-CDD5-5EB5-8D5256F007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3AAF578-113A-E88B-B1F5-4576AF7B4A21}"/>
              </a:ext>
            </a:extLst>
          </p:cNvPr>
          <p:cNvSpPr>
            <a:spLocks noGrp="1"/>
          </p:cNvSpPr>
          <p:nvPr>
            <p:ph type="sldNum" sz="quarter" idx="5"/>
          </p:nvPr>
        </p:nvSpPr>
        <p:spPr/>
        <p:txBody>
          <a:bodyPr/>
          <a:lstStyle/>
          <a:p>
            <a:fld id="{23EFA4C8-16E2-4CE7-AA86-5A0BAE5609E1}" type="slidenum">
              <a:rPr lang="es-DO" smtClean="0"/>
              <a:t>21</a:t>
            </a:fld>
            <a:endParaRPr lang="es-DO"/>
          </a:p>
        </p:txBody>
      </p:sp>
    </p:spTree>
    <p:extLst>
      <p:ext uri="{BB962C8B-B14F-4D97-AF65-F5344CB8AC3E}">
        <p14:creationId xmlns:p14="http://schemas.microsoft.com/office/powerpoint/2010/main" val="27556939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DO"/>
          </a:p>
        </p:txBody>
      </p:sp>
      <p:sp>
        <p:nvSpPr>
          <p:cNvPr id="4" name="Marcador de número de diapositiva 3"/>
          <p:cNvSpPr>
            <a:spLocks noGrp="1"/>
          </p:cNvSpPr>
          <p:nvPr>
            <p:ph type="sldNum" sz="quarter" idx="5"/>
          </p:nvPr>
        </p:nvSpPr>
        <p:spPr/>
        <p:txBody>
          <a:bodyPr/>
          <a:lstStyle/>
          <a:p>
            <a:fld id="{23EFA4C8-16E2-4CE7-AA86-5A0BAE5609E1}" type="slidenum">
              <a:rPr lang="es-DO" smtClean="0"/>
              <a:t>6</a:t>
            </a:fld>
            <a:endParaRPr lang="es-DO"/>
          </a:p>
        </p:txBody>
      </p:sp>
    </p:spTree>
    <p:extLst>
      <p:ext uri="{BB962C8B-B14F-4D97-AF65-F5344CB8AC3E}">
        <p14:creationId xmlns:p14="http://schemas.microsoft.com/office/powerpoint/2010/main" val="27532235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F38F-666C-D991-A006-E5C5289DCC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7CD698-29A8-055B-FFD6-0357BB8D6F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7AD0AC-FCE9-C2FE-1A9F-118C1A9206A2}"/>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1515B286-E4F7-FCCA-5D85-E2A8E0427536}"/>
              </a:ext>
            </a:extLst>
          </p:cNvPr>
          <p:cNvSpPr>
            <a:spLocks noGrp="1"/>
          </p:cNvSpPr>
          <p:nvPr>
            <p:ph type="sldNum" sz="quarter" idx="5"/>
          </p:nvPr>
        </p:nvSpPr>
        <p:spPr/>
        <p:txBody>
          <a:bodyPr/>
          <a:lstStyle/>
          <a:p>
            <a:fld id="{23EFA4C8-16E2-4CE7-AA86-5A0BAE5609E1}" type="slidenum">
              <a:rPr lang="es-DO" smtClean="0"/>
              <a:t>7</a:t>
            </a:fld>
            <a:endParaRPr lang="es-DO"/>
          </a:p>
        </p:txBody>
      </p:sp>
    </p:spTree>
    <p:extLst>
      <p:ext uri="{BB962C8B-B14F-4D97-AF65-F5344CB8AC3E}">
        <p14:creationId xmlns:p14="http://schemas.microsoft.com/office/powerpoint/2010/main" val="13364311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9AD5-EDF2-C7D3-B17E-1E14CEEC09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B91356-5680-843C-F54D-CD4AB5DF6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CE6BC-01D6-2252-8CBF-6A2D825A57D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79D1165-ECC1-4D13-F5AD-3404CBA1F064}"/>
              </a:ext>
            </a:extLst>
          </p:cNvPr>
          <p:cNvSpPr>
            <a:spLocks noGrp="1"/>
          </p:cNvSpPr>
          <p:nvPr>
            <p:ph type="sldNum" sz="quarter" idx="5"/>
          </p:nvPr>
        </p:nvSpPr>
        <p:spPr/>
        <p:txBody>
          <a:bodyPr/>
          <a:lstStyle/>
          <a:p>
            <a:fld id="{23EFA4C8-16E2-4CE7-AA86-5A0BAE5609E1}" type="slidenum">
              <a:rPr lang="es-DO" smtClean="0"/>
              <a:t>20</a:t>
            </a:fld>
            <a:endParaRPr lang="es-DO"/>
          </a:p>
        </p:txBody>
      </p:sp>
    </p:spTree>
    <p:extLst>
      <p:ext uri="{BB962C8B-B14F-4D97-AF65-F5344CB8AC3E}">
        <p14:creationId xmlns:p14="http://schemas.microsoft.com/office/powerpoint/2010/main" val="419214953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5EDA-0054-958F-3B77-734385A7D6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7F2D8-ECF2-676F-8D60-AED6C759B9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BC14B2E-9774-7EF4-B73F-94BEC9AF7EE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93341D53-60DC-B9A7-36B7-BD200C091E54}"/>
              </a:ext>
            </a:extLst>
          </p:cNvPr>
          <p:cNvSpPr>
            <a:spLocks noGrp="1"/>
          </p:cNvSpPr>
          <p:nvPr>
            <p:ph type="sldNum" sz="quarter" idx="5"/>
          </p:nvPr>
        </p:nvSpPr>
        <p:spPr/>
        <p:txBody>
          <a:bodyPr/>
          <a:lstStyle/>
          <a:p>
            <a:fld id="{23EFA4C8-16E2-4CE7-AA86-5A0BAE5609E1}" type="slidenum">
              <a:rPr lang="es-DO" smtClean="0"/>
              <a:t>9</a:t>
            </a:fld>
            <a:endParaRPr lang="es-DO"/>
          </a:p>
        </p:txBody>
      </p:sp>
    </p:spTree>
    <p:extLst>
      <p:ext uri="{BB962C8B-B14F-4D97-AF65-F5344CB8AC3E}">
        <p14:creationId xmlns:p14="http://schemas.microsoft.com/office/powerpoint/2010/main" val="23096950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16CC-EC76-F991-C498-597FCD8E93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1EB94-EB80-FA4F-359D-9C7DC52069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966D22-397E-AC4D-52CC-70EEDEFEBA95}"/>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22BDDDF-206D-3D5F-B3D1-09C8642B5DBE}"/>
              </a:ext>
            </a:extLst>
          </p:cNvPr>
          <p:cNvSpPr>
            <a:spLocks noGrp="1"/>
          </p:cNvSpPr>
          <p:nvPr>
            <p:ph type="sldNum" sz="quarter" idx="5"/>
          </p:nvPr>
        </p:nvSpPr>
        <p:spPr/>
        <p:txBody>
          <a:bodyPr/>
          <a:lstStyle/>
          <a:p>
            <a:fld id="{23EFA4C8-16E2-4CE7-AA86-5A0BAE5609E1}" type="slidenum">
              <a:rPr lang="es-DO" smtClean="0"/>
              <a:t>13</a:t>
            </a:fld>
            <a:endParaRPr lang="es-DO"/>
          </a:p>
        </p:txBody>
      </p:sp>
    </p:spTree>
    <p:extLst>
      <p:ext uri="{BB962C8B-B14F-4D97-AF65-F5344CB8AC3E}">
        <p14:creationId xmlns:p14="http://schemas.microsoft.com/office/powerpoint/2010/main" val="329507853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8D36-536E-9B37-5AFF-EE55028EC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7190C2-6D4A-E162-220D-A42FA813B9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35783-321F-8E21-26AF-5CF2FE9E4140}"/>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3A5CD833-B4C4-52DA-4EA4-A45DB1DEC47B}"/>
              </a:ext>
            </a:extLst>
          </p:cNvPr>
          <p:cNvSpPr>
            <a:spLocks noGrp="1"/>
          </p:cNvSpPr>
          <p:nvPr>
            <p:ph type="sldNum" sz="quarter" idx="5"/>
          </p:nvPr>
        </p:nvSpPr>
        <p:spPr/>
        <p:txBody>
          <a:bodyPr/>
          <a:lstStyle/>
          <a:p>
            <a:fld id="{23EFA4C8-16E2-4CE7-AA86-5A0BAE5609E1}" type="slidenum">
              <a:rPr lang="es-DO" smtClean="0"/>
              <a:t>17</a:t>
            </a:fld>
            <a:endParaRPr lang="es-DO"/>
          </a:p>
        </p:txBody>
      </p:sp>
    </p:spTree>
    <p:extLst>
      <p:ext uri="{BB962C8B-B14F-4D97-AF65-F5344CB8AC3E}">
        <p14:creationId xmlns:p14="http://schemas.microsoft.com/office/powerpoint/2010/main" val="25486696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8D36-536E-9B37-5AFF-EE55028EC4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7190C2-6D4A-E162-220D-A42FA813B9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35783-321F-8E21-26AF-5CF2FE9E4140}"/>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3A5CD833-B4C4-52DA-4EA4-A45DB1DEC47B}"/>
              </a:ext>
            </a:extLst>
          </p:cNvPr>
          <p:cNvSpPr>
            <a:spLocks noGrp="1"/>
          </p:cNvSpPr>
          <p:nvPr>
            <p:ph type="sldNum" sz="quarter" idx="5"/>
          </p:nvPr>
        </p:nvSpPr>
        <p:spPr/>
        <p:txBody>
          <a:bodyPr/>
          <a:lstStyle/>
          <a:p>
            <a:fld id="{23EFA4C8-16E2-4CE7-AA86-5A0BAE5609E1}" type="slidenum">
              <a:rPr lang="es-DO" smtClean="0"/>
              <a:t>17</a:t>
            </a:fld>
            <a:endParaRPr lang="es-DO"/>
          </a:p>
        </p:txBody>
      </p:sp>
    </p:spTree>
    <p:extLst>
      <p:ext uri="{BB962C8B-B14F-4D97-AF65-F5344CB8AC3E}">
        <p14:creationId xmlns:p14="http://schemas.microsoft.com/office/powerpoint/2010/main" val="25486696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9FA6-5539-9FF5-1174-01DC9F0FCE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24E2DC-260A-C677-06BF-08F662018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0344FD-C522-DB8D-7128-C1860D1F7B99}"/>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9A25D0-FBDD-20BA-8F91-4E6A415FA5D5}"/>
              </a:ext>
            </a:extLst>
          </p:cNvPr>
          <p:cNvSpPr>
            <a:spLocks noGrp="1"/>
          </p:cNvSpPr>
          <p:nvPr>
            <p:ph type="sldNum" sz="quarter" idx="5"/>
          </p:nvPr>
        </p:nvSpPr>
        <p:spPr/>
        <p:txBody>
          <a:bodyPr/>
          <a:lstStyle/>
          <a:p>
            <a:fld id="{23EFA4C8-16E2-4CE7-AA86-5A0BAE5609E1}" type="slidenum">
              <a:rPr lang="es-DO" smtClean="0"/>
              <a:t>5</a:t>
            </a:fld>
            <a:endParaRPr lang="es-DO"/>
          </a:p>
        </p:txBody>
      </p:sp>
    </p:spTree>
    <p:extLst>
      <p:ext uri="{BB962C8B-B14F-4D97-AF65-F5344CB8AC3E}">
        <p14:creationId xmlns:p14="http://schemas.microsoft.com/office/powerpoint/2010/main" val="27252919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D5C6-7A9C-5D44-C943-0848578CD0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471D62-4A85-BAE2-93BC-1E78E6B16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AB8DDF-1C88-42F6-B490-5904BB8E68C4}"/>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8EAD225-1228-8EC7-E68A-C006CF1F02DD}"/>
              </a:ext>
            </a:extLst>
          </p:cNvPr>
          <p:cNvSpPr>
            <a:spLocks noGrp="1"/>
          </p:cNvSpPr>
          <p:nvPr>
            <p:ph type="sldNum" sz="quarter" idx="5"/>
          </p:nvPr>
        </p:nvSpPr>
        <p:spPr/>
        <p:txBody>
          <a:bodyPr/>
          <a:lstStyle/>
          <a:p>
            <a:fld id="{23EFA4C8-16E2-4CE7-AA86-5A0BAE5609E1}" type="slidenum">
              <a:rPr lang="es-DO" smtClean="0"/>
              <a:t>10</a:t>
            </a:fld>
            <a:endParaRPr lang="es-DO"/>
          </a:p>
        </p:txBody>
      </p:sp>
    </p:spTree>
    <p:extLst>
      <p:ext uri="{BB962C8B-B14F-4D97-AF65-F5344CB8AC3E}">
        <p14:creationId xmlns:p14="http://schemas.microsoft.com/office/powerpoint/2010/main" val="256790435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A5E2-E3BD-DA00-0A7D-E602A3EBD1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BF3670-1F68-D47C-23E8-676D77205D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D0370-CF22-31E5-F44E-4819AA75522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6EAD679D-86E7-229E-2F24-F8769028FF21}"/>
              </a:ext>
            </a:extLst>
          </p:cNvPr>
          <p:cNvSpPr>
            <a:spLocks noGrp="1"/>
          </p:cNvSpPr>
          <p:nvPr>
            <p:ph type="sldNum" sz="quarter" idx="5"/>
          </p:nvPr>
        </p:nvSpPr>
        <p:spPr/>
        <p:txBody>
          <a:bodyPr/>
          <a:lstStyle/>
          <a:p>
            <a:fld id="{23EFA4C8-16E2-4CE7-AA86-5A0BAE5609E1}" type="slidenum">
              <a:rPr lang="es-DO" smtClean="0"/>
              <a:t>11</a:t>
            </a:fld>
            <a:endParaRPr lang="es-DO"/>
          </a:p>
        </p:txBody>
      </p:sp>
    </p:spTree>
    <p:extLst>
      <p:ext uri="{BB962C8B-B14F-4D97-AF65-F5344CB8AC3E}">
        <p14:creationId xmlns:p14="http://schemas.microsoft.com/office/powerpoint/2010/main" val="325180364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4F5DA-F73C-F4DB-16D0-F4189802BF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FBCFC1-5DBC-409E-0B34-70C635075A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3654AD-9DE9-29C8-C962-3DF8E94EA131}"/>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B164BE71-8B5F-6ECA-E076-CAA27F675B58}"/>
              </a:ext>
            </a:extLst>
          </p:cNvPr>
          <p:cNvSpPr>
            <a:spLocks noGrp="1"/>
          </p:cNvSpPr>
          <p:nvPr>
            <p:ph type="sldNum" sz="quarter" idx="5"/>
          </p:nvPr>
        </p:nvSpPr>
        <p:spPr/>
        <p:txBody>
          <a:bodyPr/>
          <a:lstStyle/>
          <a:p>
            <a:fld id="{23EFA4C8-16E2-4CE7-AA86-5A0BAE5609E1}" type="slidenum">
              <a:rPr lang="es-DO" smtClean="0"/>
              <a:t>14</a:t>
            </a:fld>
            <a:endParaRPr lang="es-DO"/>
          </a:p>
        </p:txBody>
      </p:sp>
    </p:spTree>
    <p:extLst>
      <p:ext uri="{BB962C8B-B14F-4D97-AF65-F5344CB8AC3E}">
        <p14:creationId xmlns:p14="http://schemas.microsoft.com/office/powerpoint/2010/main" val="19688445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C8F9-293C-9731-853B-EAAA56E1AA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DBD311-6B87-014B-4763-42B532B7C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0A0E3E-278C-7793-E419-0AC60ED4C616}"/>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D60F3176-6907-889E-6E5A-9729E4C1EF21}"/>
              </a:ext>
            </a:extLst>
          </p:cNvPr>
          <p:cNvSpPr>
            <a:spLocks noGrp="1"/>
          </p:cNvSpPr>
          <p:nvPr>
            <p:ph type="sldNum" sz="quarter" idx="5"/>
          </p:nvPr>
        </p:nvSpPr>
        <p:spPr/>
        <p:txBody>
          <a:bodyPr/>
          <a:lstStyle/>
          <a:p>
            <a:fld id="{23EFA4C8-16E2-4CE7-AA86-5A0BAE5609E1}" type="slidenum">
              <a:rPr lang="es-DO" smtClean="0"/>
              <a:t>15</a:t>
            </a:fld>
            <a:endParaRPr lang="es-DO"/>
          </a:p>
        </p:txBody>
      </p:sp>
    </p:spTree>
    <p:extLst>
      <p:ext uri="{BB962C8B-B14F-4D97-AF65-F5344CB8AC3E}">
        <p14:creationId xmlns:p14="http://schemas.microsoft.com/office/powerpoint/2010/main" val="42254746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9BC14-A213-53D9-65C9-55345E8A7F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1E0DDD-987C-986A-0663-8D95DE2AA2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E3E686-5326-C255-4057-F3AB66DA19C8}"/>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454D45C5-C2CE-633C-ED68-FDD0F951D29B}"/>
              </a:ext>
            </a:extLst>
          </p:cNvPr>
          <p:cNvSpPr>
            <a:spLocks noGrp="1"/>
          </p:cNvSpPr>
          <p:nvPr>
            <p:ph type="sldNum" sz="quarter" idx="5"/>
          </p:nvPr>
        </p:nvSpPr>
        <p:spPr/>
        <p:txBody>
          <a:bodyPr/>
          <a:lstStyle/>
          <a:p>
            <a:fld id="{23EFA4C8-16E2-4CE7-AA86-5A0BAE5609E1}" type="slidenum">
              <a:rPr lang="es-DO" smtClean="0"/>
              <a:t>18</a:t>
            </a:fld>
            <a:endParaRPr lang="es-DO"/>
          </a:p>
        </p:txBody>
      </p:sp>
    </p:spTree>
    <p:extLst>
      <p:ext uri="{BB962C8B-B14F-4D97-AF65-F5344CB8AC3E}">
        <p14:creationId xmlns:p14="http://schemas.microsoft.com/office/powerpoint/2010/main" val="363757179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D766-7DD0-F491-6F1F-6094F0FCC6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34C001-CD01-3750-C38D-3C6EE874A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C1CA25-0BBB-8F6A-6940-EAFFBFBF1A5D}"/>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02EEA77-5DEF-E2BC-8DB0-C9A149B8C280}"/>
              </a:ext>
            </a:extLst>
          </p:cNvPr>
          <p:cNvSpPr>
            <a:spLocks noGrp="1"/>
          </p:cNvSpPr>
          <p:nvPr>
            <p:ph type="sldNum" sz="quarter" idx="5"/>
          </p:nvPr>
        </p:nvSpPr>
        <p:spPr/>
        <p:txBody>
          <a:bodyPr/>
          <a:lstStyle/>
          <a:p>
            <a:fld id="{23EFA4C8-16E2-4CE7-AA86-5A0BAE5609E1}" type="slidenum">
              <a:rPr lang="es-DO" smtClean="0"/>
              <a:t>19</a:t>
            </a:fld>
            <a:endParaRPr lang="es-DO"/>
          </a:p>
        </p:txBody>
      </p:sp>
    </p:spTree>
    <p:extLst>
      <p:ext uri="{BB962C8B-B14F-4D97-AF65-F5344CB8AC3E}">
        <p14:creationId xmlns:p14="http://schemas.microsoft.com/office/powerpoint/2010/main" val="23326218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C9A1-DD91-409A-FDA7-C5A4DCD5A7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36A4DA-02C9-1974-0F52-8463812944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8C37BB-DF12-8D84-611D-6665700C235E}"/>
              </a:ext>
            </a:extLst>
          </p:cNvPr>
          <p:cNvSpPr>
            <a:spLocks noGrp="1"/>
          </p:cNvSpPr>
          <p:nvPr>
            <p:ph type="body" idx="1"/>
          </p:nvPr>
        </p:nvSpPr>
        <p:spPr/>
        <p:txBody>
          <a:bodyPr/>
          <a:lstStyle/>
          <a:p>
            <a:endParaRPr lang="es-DO"/>
          </a:p>
        </p:txBody>
      </p:sp>
      <p:sp>
        <p:nvSpPr>
          <p:cNvPr id="4" name="Marcador de número de diapositiva 3">
            <a:extLst>
              <a:ext uri="{FF2B5EF4-FFF2-40B4-BE49-F238E27FC236}">
                <a16:creationId xmlns:a16="http://schemas.microsoft.com/office/drawing/2014/main" id="{87C5A29E-08BE-5F4B-9F66-16F7A51D3618}"/>
              </a:ext>
            </a:extLst>
          </p:cNvPr>
          <p:cNvSpPr>
            <a:spLocks noGrp="1"/>
          </p:cNvSpPr>
          <p:nvPr>
            <p:ph type="sldNum" sz="quarter" idx="5"/>
          </p:nvPr>
        </p:nvSpPr>
        <p:spPr/>
        <p:txBody>
          <a:bodyPr/>
          <a:lstStyle/>
          <a:p>
            <a:fld id="{23EFA4C8-16E2-4CE7-AA86-5A0BAE5609E1}" type="slidenum">
              <a:rPr lang="es-DO" smtClean="0"/>
              <a:t>2</a:t>
            </a:fld>
            <a:endParaRPr lang="es-DO"/>
          </a:p>
        </p:txBody>
      </p:sp>
    </p:spTree>
    <p:extLst>
      <p:ext uri="{BB962C8B-B14F-4D97-AF65-F5344CB8AC3E}">
        <p14:creationId xmlns:p14="http://schemas.microsoft.com/office/powerpoint/2010/main" val="1201122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D6026-B065-E1A7-68B9-087AAE5EF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DO"/>
          </a:p>
        </p:txBody>
      </p:sp>
      <p:sp>
        <p:nvSpPr>
          <p:cNvPr id="3" name="Subtítulo 2">
            <a:extLst>
              <a:ext uri="{FF2B5EF4-FFF2-40B4-BE49-F238E27FC236}">
                <a16:creationId xmlns:a16="http://schemas.microsoft.com/office/drawing/2014/main" id="{92999EA2-BB8F-8F90-A215-F42AEDB70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DO"/>
          </a:p>
        </p:txBody>
      </p:sp>
      <p:sp>
        <p:nvSpPr>
          <p:cNvPr id="4" name="Marcador de fecha 3">
            <a:extLst>
              <a:ext uri="{FF2B5EF4-FFF2-40B4-BE49-F238E27FC236}">
                <a16:creationId xmlns:a16="http://schemas.microsoft.com/office/drawing/2014/main" id="{B45BD117-5A83-0978-CD36-61EE67BE72D8}"/>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84310E55-1C3C-3192-319D-89E172235FCA}"/>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5589B1A2-057A-BEB3-3A04-47262FC48310}"/>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479080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73529-E038-CC58-0F42-14F7958947D0}"/>
              </a:ext>
            </a:extLst>
          </p:cNvPr>
          <p:cNvSpPr>
            <a:spLocks noGrp="1"/>
          </p:cNvSpPr>
          <p:nvPr>
            <p:ph type="title"/>
          </p:nvPr>
        </p:nvSpPr>
        <p:spPr/>
        <p:txBody>
          <a:bodyPr/>
          <a:lstStyle/>
          <a:p>
            <a:r>
              <a:rPr lang="en-US"/>
              <a:t>Click to edit Master title style</a:t>
            </a:r>
            <a:endParaRPr lang="es-DO"/>
          </a:p>
        </p:txBody>
      </p:sp>
      <p:sp>
        <p:nvSpPr>
          <p:cNvPr id="3" name="Marcador de contenido 2">
            <a:extLst>
              <a:ext uri="{FF2B5EF4-FFF2-40B4-BE49-F238E27FC236}">
                <a16:creationId xmlns:a16="http://schemas.microsoft.com/office/drawing/2014/main" id="{7A4DF9FB-8553-8D3E-23F8-521A39C474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fecha 3">
            <a:extLst>
              <a:ext uri="{FF2B5EF4-FFF2-40B4-BE49-F238E27FC236}">
                <a16:creationId xmlns:a16="http://schemas.microsoft.com/office/drawing/2014/main" id="{78CC5600-3AE3-1101-CE9C-5FDAB4C319DE}"/>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01ED99E0-C453-7A15-44D0-18290F378939}"/>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5FB4CCC1-148D-98C1-533F-E9CDB754ABA4}"/>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4176980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14B04F-C951-4820-FD22-FEE41BA3C4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DO"/>
          </a:p>
        </p:txBody>
      </p:sp>
      <p:sp>
        <p:nvSpPr>
          <p:cNvPr id="3" name="Marcador de texto 2">
            <a:extLst>
              <a:ext uri="{FF2B5EF4-FFF2-40B4-BE49-F238E27FC236}">
                <a16:creationId xmlns:a16="http://schemas.microsoft.com/office/drawing/2014/main" id="{1F308BD9-F27E-26A7-5884-E5FD9DEF82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Marcador de fecha 3">
            <a:extLst>
              <a:ext uri="{FF2B5EF4-FFF2-40B4-BE49-F238E27FC236}">
                <a16:creationId xmlns:a16="http://schemas.microsoft.com/office/drawing/2014/main" id="{7E4245B3-46A1-22B0-CFD0-A6FF338AB4D7}"/>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2C2D963C-8E1D-8C0E-996A-59DE192F109F}"/>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14399C80-9190-49C9-CA18-25000AB823E5}"/>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1948305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BDD3AE-2F67-476A-65C0-B086E08FEB50}"/>
              </a:ext>
            </a:extLst>
          </p:cNvPr>
          <p:cNvSpPr>
            <a:spLocks noGrp="1"/>
          </p:cNvSpPr>
          <p:nvPr>
            <p:ph type="title"/>
          </p:nvPr>
        </p:nvSpPr>
        <p:spPr/>
        <p:txBody>
          <a:bodyPr/>
          <a:lstStyle/>
          <a:p>
            <a:r>
              <a:rPr lang="en-US"/>
              <a:t>Click to edit Master title style</a:t>
            </a:r>
            <a:endParaRPr lang="es-DO"/>
          </a:p>
        </p:txBody>
      </p:sp>
      <p:sp>
        <p:nvSpPr>
          <p:cNvPr id="3" name="Marcador de contenido 2">
            <a:extLst>
              <a:ext uri="{FF2B5EF4-FFF2-40B4-BE49-F238E27FC236}">
                <a16:creationId xmlns:a16="http://schemas.microsoft.com/office/drawing/2014/main" id="{7EC3430C-91C3-2CBD-BEBA-321AAB8807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contenido 3">
            <a:extLst>
              <a:ext uri="{FF2B5EF4-FFF2-40B4-BE49-F238E27FC236}">
                <a16:creationId xmlns:a16="http://schemas.microsoft.com/office/drawing/2014/main" id="{1E3C1700-C4B5-5332-B2EE-DFE41F146E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5" name="Marcador de fecha 4">
            <a:extLst>
              <a:ext uri="{FF2B5EF4-FFF2-40B4-BE49-F238E27FC236}">
                <a16:creationId xmlns:a16="http://schemas.microsoft.com/office/drawing/2014/main" id="{33A6B741-E2B0-D25C-F9B1-12E2FFAC7942}"/>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6" name="Marcador de pie de página 5">
            <a:extLst>
              <a:ext uri="{FF2B5EF4-FFF2-40B4-BE49-F238E27FC236}">
                <a16:creationId xmlns:a16="http://schemas.microsoft.com/office/drawing/2014/main" id="{D07ACD64-0E5A-58EF-FED1-E992B5131F3D}"/>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441F905B-5B8A-044F-C77C-2B1DB1E79F7D}"/>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3322701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ED0487-9C1B-AAF3-FEE1-1B637C52FDB7}"/>
              </a:ext>
            </a:extLst>
          </p:cNvPr>
          <p:cNvSpPr>
            <a:spLocks noGrp="1"/>
          </p:cNvSpPr>
          <p:nvPr>
            <p:ph type="title"/>
          </p:nvPr>
        </p:nvSpPr>
        <p:spPr>
          <a:xfrm>
            <a:off x="839788" y="365125"/>
            <a:ext cx="10515600" cy="1325563"/>
          </a:xfrm>
        </p:spPr>
        <p:txBody>
          <a:bodyPr/>
          <a:lstStyle/>
          <a:p>
            <a:r>
              <a:rPr lang="en-US"/>
              <a:t>Click to edit Master title style</a:t>
            </a:r>
            <a:endParaRPr lang="es-DO"/>
          </a:p>
        </p:txBody>
      </p:sp>
      <p:sp>
        <p:nvSpPr>
          <p:cNvPr id="3" name="Marcador de texto 2">
            <a:extLst>
              <a:ext uri="{FF2B5EF4-FFF2-40B4-BE49-F238E27FC236}">
                <a16:creationId xmlns:a16="http://schemas.microsoft.com/office/drawing/2014/main" id="{470F020A-7FC6-4C25-EA1B-9A415C00A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Marcador de contenido 3">
            <a:extLst>
              <a:ext uri="{FF2B5EF4-FFF2-40B4-BE49-F238E27FC236}">
                <a16:creationId xmlns:a16="http://schemas.microsoft.com/office/drawing/2014/main" id="{689E3F8F-06CA-9D9B-A8C3-3DDFD6650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5" name="Marcador de texto 4">
            <a:extLst>
              <a:ext uri="{FF2B5EF4-FFF2-40B4-BE49-F238E27FC236}">
                <a16:creationId xmlns:a16="http://schemas.microsoft.com/office/drawing/2014/main" id="{E0E67EEA-E11C-F1A3-4CC3-B196A2392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contenido 5">
            <a:extLst>
              <a:ext uri="{FF2B5EF4-FFF2-40B4-BE49-F238E27FC236}">
                <a16:creationId xmlns:a16="http://schemas.microsoft.com/office/drawing/2014/main" id="{7712FD43-1D26-A774-8018-BA314B37FD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7" name="Marcador de fecha 6">
            <a:extLst>
              <a:ext uri="{FF2B5EF4-FFF2-40B4-BE49-F238E27FC236}">
                <a16:creationId xmlns:a16="http://schemas.microsoft.com/office/drawing/2014/main" id="{B8E610D5-5308-5563-F040-C4A5DA5CF2DF}"/>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8" name="Marcador de pie de página 7">
            <a:extLst>
              <a:ext uri="{FF2B5EF4-FFF2-40B4-BE49-F238E27FC236}">
                <a16:creationId xmlns:a16="http://schemas.microsoft.com/office/drawing/2014/main" id="{ABE5BE7C-B489-A217-674B-E1BBD4B6AD5C}"/>
              </a:ext>
            </a:extLst>
          </p:cNvPr>
          <p:cNvSpPr>
            <a:spLocks noGrp="1"/>
          </p:cNvSpPr>
          <p:nvPr>
            <p:ph type="ftr" sz="quarter" idx="11"/>
          </p:nvPr>
        </p:nvSpPr>
        <p:spPr/>
        <p:txBody>
          <a:bodyPr/>
          <a:lstStyle/>
          <a:p>
            <a:endParaRPr lang="es-DO"/>
          </a:p>
        </p:txBody>
      </p:sp>
      <p:sp>
        <p:nvSpPr>
          <p:cNvPr id="9" name="Marcador de número de diapositiva 8">
            <a:extLst>
              <a:ext uri="{FF2B5EF4-FFF2-40B4-BE49-F238E27FC236}">
                <a16:creationId xmlns:a16="http://schemas.microsoft.com/office/drawing/2014/main" id="{49FB9559-6E7C-DF3F-3B68-7D36FA651AE2}"/>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69989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D9019-FC80-A2FD-7921-A54D65C51FE7}"/>
              </a:ext>
            </a:extLst>
          </p:cNvPr>
          <p:cNvSpPr>
            <a:spLocks noGrp="1"/>
          </p:cNvSpPr>
          <p:nvPr>
            <p:ph type="title"/>
          </p:nvPr>
        </p:nvSpPr>
        <p:spPr/>
        <p:txBody>
          <a:bodyPr/>
          <a:lstStyle/>
          <a:p>
            <a:r>
              <a:rPr lang="en-US"/>
              <a:t>Click to edit Master title style</a:t>
            </a:r>
            <a:endParaRPr lang="es-DO"/>
          </a:p>
        </p:txBody>
      </p:sp>
      <p:sp>
        <p:nvSpPr>
          <p:cNvPr id="3" name="Marcador de fecha 2">
            <a:extLst>
              <a:ext uri="{FF2B5EF4-FFF2-40B4-BE49-F238E27FC236}">
                <a16:creationId xmlns:a16="http://schemas.microsoft.com/office/drawing/2014/main" id="{9A628F85-E189-367E-8FCA-40D9A3DD3D24}"/>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4" name="Marcador de pie de página 3">
            <a:extLst>
              <a:ext uri="{FF2B5EF4-FFF2-40B4-BE49-F238E27FC236}">
                <a16:creationId xmlns:a16="http://schemas.microsoft.com/office/drawing/2014/main" id="{14E28EBB-E43F-5D5E-87B5-B4950279D07C}"/>
              </a:ext>
            </a:extLst>
          </p:cNvPr>
          <p:cNvSpPr>
            <a:spLocks noGrp="1"/>
          </p:cNvSpPr>
          <p:nvPr>
            <p:ph type="ftr" sz="quarter" idx="11"/>
          </p:nvPr>
        </p:nvSpPr>
        <p:spPr/>
        <p:txBody>
          <a:bodyPr/>
          <a:lstStyle/>
          <a:p>
            <a:endParaRPr lang="es-DO"/>
          </a:p>
        </p:txBody>
      </p:sp>
      <p:sp>
        <p:nvSpPr>
          <p:cNvPr id="5" name="Marcador de número de diapositiva 4">
            <a:extLst>
              <a:ext uri="{FF2B5EF4-FFF2-40B4-BE49-F238E27FC236}">
                <a16:creationId xmlns:a16="http://schemas.microsoft.com/office/drawing/2014/main" id="{23480EA2-714B-546F-E76C-37D658C21840}"/>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2758000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CC3D0E3-6F7A-8D66-8B91-D76D5F5A244B}"/>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3" name="Marcador de pie de página 2">
            <a:extLst>
              <a:ext uri="{FF2B5EF4-FFF2-40B4-BE49-F238E27FC236}">
                <a16:creationId xmlns:a16="http://schemas.microsoft.com/office/drawing/2014/main" id="{D599DC42-F48B-0A70-307D-54BEBBB15493}"/>
              </a:ext>
            </a:extLst>
          </p:cNvPr>
          <p:cNvSpPr>
            <a:spLocks noGrp="1"/>
          </p:cNvSpPr>
          <p:nvPr>
            <p:ph type="ftr" sz="quarter" idx="11"/>
          </p:nvPr>
        </p:nvSpPr>
        <p:spPr/>
        <p:txBody>
          <a:bodyPr/>
          <a:lstStyle/>
          <a:p>
            <a:endParaRPr lang="es-DO"/>
          </a:p>
        </p:txBody>
      </p:sp>
      <p:sp>
        <p:nvSpPr>
          <p:cNvPr id="4" name="Marcador de número de diapositiva 3">
            <a:extLst>
              <a:ext uri="{FF2B5EF4-FFF2-40B4-BE49-F238E27FC236}">
                <a16:creationId xmlns:a16="http://schemas.microsoft.com/office/drawing/2014/main" id="{8309536E-A7FC-56C7-FAB0-143DC25A9DBC}"/>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2485767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BF4542-8CD4-9A5D-F13C-C981D7AAB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DO"/>
          </a:p>
        </p:txBody>
      </p:sp>
      <p:sp>
        <p:nvSpPr>
          <p:cNvPr id="3" name="Marcador de contenido 2">
            <a:extLst>
              <a:ext uri="{FF2B5EF4-FFF2-40B4-BE49-F238E27FC236}">
                <a16:creationId xmlns:a16="http://schemas.microsoft.com/office/drawing/2014/main" id="{6B9D0011-4F66-B049-A633-EB0113C7C3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texto 3">
            <a:extLst>
              <a:ext uri="{FF2B5EF4-FFF2-40B4-BE49-F238E27FC236}">
                <a16:creationId xmlns:a16="http://schemas.microsoft.com/office/drawing/2014/main" id="{D591FD34-BCEC-898F-9DBC-55F1C0A7C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Marcador de fecha 4">
            <a:extLst>
              <a:ext uri="{FF2B5EF4-FFF2-40B4-BE49-F238E27FC236}">
                <a16:creationId xmlns:a16="http://schemas.microsoft.com/office/drawing/2014/main" id="{C9C636D5-F2CC-D0C8-4BF5-1D1A49A00446}"/>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6" name="Marcador de pie de página 5">
            <a:extLst>
              <a:ext uri="{FF2B5EF4-FFF2-40B4-BE49-F238E27FC236}">
                <a16:creationId xmlns:a16="http://schemas.microsoft.com/office/drawing/2014/main" id="{515DD4BF-8033-6B6B-1D78-7DF4BD794DF3}"/>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7BDC39B6-3F19-3402-13A2-68171A645B24}"/>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543703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5882D-231B-90FE-5952-76BAADA4C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DO"/>
          </a:p>
        </p:txBody>
      </p:sp>
      <p:sp>
        <p:nvSpPr>
          <p:cNvPr id="3" name="Marcador de posición de imagen 2">
            <a:extLst>
              <a:ext uri="{FF2B5EF4-FFF2-40B4-BE49-F238E27FC236}">
                <a16:creationId xmlns:a16="http://schemas.microsoft.com/office/drawing/2014/main" id="{A09D3DF8-75AA-8394-E43B-694DD4960E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s-DO"/>
          </a:p>
        </p:txBody>
      </p:sp>
      <p:sp>
        <p:nvSpPr>
          <p:cNvPr id="4" name="Marcador de texto 3">
            <a:extLst>
              <a:ext uri="{FF2B5EF4-FFF2-40B4-BE49-F238E27FC236}">
                <a16:creationId xmlns:a16="http://schemas.microsoft.com/office/drawing/2014/main" id="{D58A6318-8197-BFF3-6503-64CA6441C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Marcador de fecha 4">
            <a:extLst>
              <a:ext uri="{FF2B5EF4-FFF2-40B4-BE49-F238E27FC236}">
                <a16:creationId xmlns:a16="http://schemas.microsoft.com/office/drawing/2014/main" id="{E86B5033-CF3C-1D6E-5DDB-B4EEB8A5A03A}"/>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6" name="Marcador de pie de página 5">
            <a:extLst>
              <a:ext uri="{FF2B5EF4-FFF2-40B4-BE49-F238E27FC236}">
                <a16:creationId xmlns:a16="http://schemas.microsoft.com/office/drawing/2014/main" id="{A7336878-B6AF-4399-50C5-6F10F8968224}"/>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96DD465D-657C-BE67-E673-8F3EB5020F0C}"/>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331499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D7B19E-61F9-9BA3-8811-6BEE3E1389D4}"/>
              </a:ext>
            </a:extLst>
          </p:cNvPr>
          <p:cNvSpPr>
            <a:spLocks noGrp="1"/>
          </p:cNvSpPr>
          <p:nvPr>
            <p:ph type="title"/>
          </p:nvPr>
        </p:nvSpPr>
        <p:spPr/>
        <p:txBody>
          <a:bodyPr/>
          <a:lstStyle/>
          <a:p>
            <a:r>
              <a:rPr lang="en-US"/>
              <a:t>Click to edit Master title style</a:t>
            </a:r>
            <a:endParaRPr lang="es-DO"/>
          </a:p>
        </p:txBody>
      </p:sp>
      <p:sp>
        <p:nvSpPr>
          <p:cNvPr id="3" name="Marcador de texto vertical 2">
            <a:extLst>
              <a:ext uri="{FF2B5EF4-FFF2-40B4-BE49-F238E27FC236}">
                <a16:creationId xmlns:a16="http://schemas.microsoft.com/office/drawing/2014/main" id="{D463DAF0-03B3-7FEA-FF34-9ABCC3EBB2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fecha 3">
            <a:extLst>
              <a:ext uri="{FF2B5EF4-FFF2-40B4-BE49-F238E27FC236}">
                <a16:creationId xmlns:a16="http://schemas.microsoft.com/office/drawing/2014/main" id="{A382EA51-01BC-27DA-472A-7DAF41DC58A3}"/>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25012753-A85D-F0B1-A6F7-1C743138A062}"/>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A0A3988D-35F0-922E-E7AC-14E38CD4FFF0}"/>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41637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EE23BD-1852-AB01-F8E0-2C7F2A3187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DO"/>
          </a:p>
        </p:txBody>
      </p:sp>
      <p:sp>
        <p:nvSpPr>
          <p:cNvPr id="3" name="Marcador de texto vertical 2">
            <a:extLst>
              <a:ext uri="{FF2B5EF4-FFF2-40B4-BE49-F238E27FC236}">
                <a16:creationId xmlns:a16="http://schemas.microsoft.com/office/drawing/2014/main" id="{DA5CC82A-BC87-D4C7-E76B-BA4BE83AD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DO"/>
          </a:p>
        </p:txBody>
      </p:sp>
      <p:sp>
        <p:nvSpPr>
          <p:cNvPr id="4" name="Marcador de fecha 3">
            <a:extLst>
              <a:ext uri="{FF2B5EF4-FFF2-40B4-BE49-F238E27FC236}">
                <a16:creationId xmlns:a16="http://schemas.microsoft.com/office/drawing/2014/main" id="{47051583-82EC-C8FB-6718-7419CF1E6364}"/>
              </a:ext>
            </a:extLst>
          </p:cNvPr>
          <p:cNvSpPr>
            <a:spLocks noGrp="1"/>
          </p:cNvSpPr>
          <p:nvPr>
            <p:ph type="dt" sz="half" idx="10"/>
          </p:nvPr>
        </p:nvSpPr>
        <p:spPr/>
        <p:txBody>
          <a:body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305C4A4E-16FA-754C-00FE-C4750ABB5649}"/>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F31AA91C-BB72-1C18-BCD3-9AAB66E1D51C}"/>
              </a:ext>
            </a:extLst>
          </p:cNvPr>
          <p:cNvSpPr>
            <a:spLocks noGrp="1"/>
          </p:cNvSpPr>
          <p:nvPr>
            <p:ph type="sldNum" sz="quarter" idx="12"/>
          </p:nvPr>
        </p:nvSpPr>
        <p:spPr/>
        <p:txBody>
          <a:bodyPr/>
          <a:lstStyle/>
          <a:p>
            <a:fld id="{8B4F1D75-2C71-457B-9E7C-402A46979534}" type="slidenum">
              <a:rPr lang="es-DO" smtClean="0"/>
              <a:t>‹#›</a:t>
            </a:fld>
            <a:endParaRPr lang="es-DO"/>
          </a:p>
        </p:txBody>
      </p:sp>
    </p:spTree>
    <p:extLst>
      <p:ext uri="{BB962C8B-B14F-4D97-AF65-F5344CB8AC3E}">
        <p14:creationId xmlns:p14="http://schemas.microsoft.com/office/powerpoint/2010/main" val="3762496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9F3AB4-37BD-61F4-498D-809FDBE5AD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id="{BD165B44-0EE8-8D08-B334-30CFD3250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id="{278D0647-598B-CE4E-FFAB-8390D72185BF}"/>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58A7F2DC-2A42-C472-E3A0-728D6CA4713E}"/>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A1708659-7C00-B395-333A-F24CA30A081B}"/>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155972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120D0-42F0-65E0-1198-608BB2E4922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EAE1F02A-219D-DE67-5B4E-A307B31735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4CEBB04A-6BAC-0E33-91C9-B136D0E40103}"/>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62558FE6-AD69-CC7D-7D57-478F49BBE9BC}"/>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DBDF01B0-222E-5B30-7F9C-28D4AF991BFD}"/>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4070292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B48548-505B-5D68-5C02-BDDC3A037DF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7F1CBD51-4395-A171-97AA-B144E32E24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4477CCA-8D7A-2792-71D4-4CC9ECFB061D}"/>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A562F686-3C32-CED0-C062-B8444508AB58}"/>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75A39703-9A51-C92B-F6D3-409B00D6B526}"/>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595854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FFEB1-A216-7334-6652-DE9966B178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7B8479B4-033D-80F7-01A0-630DF9CEE2F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id="{827FC415-2C6C-30E3-B7BE-8E9C5DE56EA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id="{DAFEC9D1-A2E5-6A0A-7D54-4ABB7880C49C}"/>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6" name="Marcador de pie de página 5">
            <a:extLst>
              <a:ext uri="{FF2B5EF4-FFF2-40B4-BE49-F238E27FC236}">
                <a16:creationId xmlns:a16="http://schemas.microsoft.com/office/drawing/2014/main" id="{EC8EBBAB-3474-1879-9B91-4CC1CB458344}"/>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65F6F675-1CD1-5080-D335-C1EB82125491}"/>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063660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A26759-351A-D596-4B39-7AB2EA6165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817E94BE-6058-7398-2F7D-B1C572B73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8FF0D21-8E08-05D7-1919-F4D5C5AF65A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id="{61FB6D59-8A12-F7F2-1DF5-9218EA38D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1134D67-48E7-C69B-85AB-4E33339EF8A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id="{85F9B1A2-A254-DA35-756C-577FBAA6F807}"/>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8" name="Marcador de pie de página 7">
            <a:extLst>
              <a:ext uri="{FF2B5EF4-FFF2-40B4-BE49-F238E27FC236}">
                <a16:creationId xmlns:a16="http://schemas.microsoft.com/office/drawing/2014/main" id="{8A490EA6-A08F-54E4-29CB-E16C9DA419B4}"/>
              </a:ext>
            </a:extLst>
          </p:cNvPr>
          <p:cNvSpPr>
            <a:spLocks noGrp="1"/>
          </p:cNvSpPr>
          <p:nvPr>
            <p:ph type="ftr" sz="quarter" idx="11"/>
          </p:nvPr>
        </p:nvSpPr>
        <p:spPr/>
        <p:txBody>
          <a:bodyPr/>
          <a:lstStyle/>
          <a:p>
            <a:endParaRPr lang="es-DO"/>
          </a:p>
        </p:txBody>
      </p:sp>
      <p:sp>
        <p:nvSpPr>
          <p:cNvPr id="9" name="Marcador de número de diapositiva 8">
            <a:extLst>
              <a:ext uri="{FF2B5EF4-FFF2-40B4-BE49-F238E27FC236}">
                <a16:creationId xmlns:a16="http://schemas.microsoft.com/office/drawing/2014/main" id="{2802D569-9F25-F18E-50BC-101C65A67DB4}"/>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2415671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C1DB17-4AD5-EA77-3084-40F773803B32}"/>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id="{21C05659-6AE7-08F0-0B38-8CCD90F7304A}"/>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4" name="Marcador de pie de página 3">
            <a:extLst>
              <a:ext uri="{FF2B5EF4-FFF2-40B4-BE49-F238E27FC236}">
                <a16:creationId xmlns:a16="http://schemas.microsoft.com/office/drawing/2014/main" id="{AE8D648C-CFD4-456A-0DA5-CBCAC665EF3A}"/>
              </a:ext>
            </a:extLst>
          </p:cNvPr>
          <p:cNvSpPr>
            <a:spLocks noGrp="1"/>
          </p:cNvSpPr>
          <p:nvPr>
            <p:ph type="ftr" sz="quarter" idx="11"/>
          </p:nvPr>
        </p:nvSpPr>
        <p:spPr/>
        <p:txBody>
          <a:bodyPr/>
          <a:lstStyle/>
          <a:p>
            <a:endParaRPr lang="es-DO"/>
          </a:p>
        </p:txBody>
      </p:sp>
      <p:sp>
        <p:nvSpPr>
          <p:cNvPr id="5" name="Marcador de número de diapositiva 4">
            <a:extLst>
              <a:ext uri="{FF2B5EF4-FFF2-40B4-BE49-F238E27FC236}">
                <a16:creationId xmlns:a16="http://schemas.microsoft.com/office/drawing/2014/main" id="{9B9A9A44-1F83-07ED-CD24-85F1629B2797}"/>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5553175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E4AE609-5081-E61A-5C39-85AE3F15AACD}"/>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3" name="Marcador de pie de página 2">
            <a:extLst>
              <a:ext uri="{FF2B5EF4-FFF2-40B4-BE49-F238E27FC236}">
                <a16:creationId xmlns:a16="http://schemas.microsoft.com/office/drawing/2014/main" id="{F288A5F2-76CE-1D36-CD57-B2C83015F1BA}"/>
              </a:ext>
            </a:extLst>
          </p:cNvPr>
          <p:cNvSpPr>
            <a:spLocks noGrp="1"/>
          </p:cNvSpPr>
          <p:nvPr>
            <p:ph type="ftr" sz="quarter" idx="11"/>
          </p:nvPr>
        </p:nvSpPr>
        <p:spPr/>
        <p:txBody>
          <a:bodyPr/>
          <a:lstStyle/>
          <a:p>
            <a:endParaRPr lang="es-DO"/>
          </a:p>
        </p:txBody>
      </p:sp>
      <p:sp>
        <p:nvSpPr>
          <p:cNvPr id="4" name="Marcador de número de diapositiva 3">
            <a:extLst>
              <a:ext uri="{FF2B5EF4-FFF2-40B4-BE49-F238E27FC236}">
                <a16:creationId xmlns:a16="http://schemas.microsoft.com/office/drawing/2014/main" id="{B8D3D373-327C-4590-06BE-49266242DF72}"/>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2428966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546808-5381-1DB0-47EA-39D4B28982E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id="{B73CEE05-DE9A-2DB7-1435-1916673EBE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id="{EFB84438-5909-9DD1-8C83-4C8CB6CCC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CAD51F6-A9B9-C13F-E30C-6CEC7275AB76}"/>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6" name="Marcador de pie de página 5">
            <a:extLst>
              <a:ext uri="{FF2B5EF4-FFF2-40B4-BE49-F238E27FC236}">
                <a16:creationId xmlns:a16="http://schemas.microsoft.com/office/drawing/2014/main" id="{59A77994-0459-3B1D-B992-43F27BCB9FD6}"/>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B681416D-12BE-5BE6-B04F-41A6025A077D}"/>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42842766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07AF8-38BF-0304-EE30-26EADEFFA8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id="{5FD2EC1A-02DB-E1EE-2D4B-5A177BE6BB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id="{1B47B226-B4E7-971D-DE5B-CCA2B41299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360AD35-ADCA-5420-BF1E-122DBA54D863}"/>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6" name="Marcador de pie de página 5">
            <a:extLst>
              <a:ext uri="{FF2B5EF4-FFF2-40B4-BE49-F238E27FC236}">
                <a16:creationId xmlns:a16="http://schemas.microsoft.com/office/drawing/2014/main" id="{ED987CB9-56CD-3FA5-7906-E4299DA44E4B}"/>
              </a:ext>
            </a:extLst>
          </p:cNvPr>
          <p:cNvSpPr>
            <a:spLocks noGrp="1"/>
          </p:cNvSpPr>
          <p:nvPr>
            <p:ph type="ftr" sz="quarter" idx="11"/>
          </p:nvPr>
        </p:nvSpPr>
        <p:spPr/>
        <p:txBody>
          <a:bodyPr/>
          <a:lstStyle/>
          <a:p>
            <a:endParaRPr lang="es-DO"/>
          </a:p>
        </p:txBody>
      </p:sp>
      <p:sp>
        <p:nvSpPr>
          <p:cNvPr id="7" name="Marcador de número de diapositiva 6">
            <a:extLst>
              <a:ext uri="{FF2B5EF4-FFF2-40B4-BE49-F238E27FC236}">
                <a16:creationId xmlns:a16="http://schemas.microsoft.com/office/drawing/2014/main" id="{D2A5C184-34D2-2A21-6011-D247F1AFBA3E}"/>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4007845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FD3954-CDFF-2FB1-F385-FE2E33ED324E}"/>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8A1CCBF0-0B0F-41AA-6B8D-4B9DAF0BCA7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98D065CF-EC00-46CB-4EE1-8C6A76787281}"/>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14FC5237-CC7A-A831-0881-E925EE5E6A07}"/>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E5555CE6-5CF2-EE95-B548-6DA90E54F621}"/>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1427361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CF38314-1D18-FAB7-4ABA-07397461C54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id="{8DB766B0-5E94-6C8A-E6CB-A2301BB7B8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F577ED6C-837D-2F47-BAE8-6C3C83EB3D90}"/>
              </a:ext>
            </a:extLst>
          </p:cNvPr>
          <p:cNvSpPr>
            <a:spLocks noGrp="1"/>
          </p:cNvSpPr>
          <p:nvPr>
            <p:ph type="dt" sz="half" idx="10"/>
          </p:nvPr>
        </p:nvSpPr>
        <p:spPr/>
        <p:txBody>
          <a:body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B4D82DC7-3B99-4B2C-FD3C-532A60869194}"/>
              </a:ext>
            </a:extLst>
          </p:cNvPr>
          <p:cNvSpPr>
            <a:spLocks noGrp="1"/>
          </p:cNvSpPr>
          <p:nvPr>
            <p:ph type="ftr" sz="quarter" idx="11"/>
          </p:nvPr>
        </p:nvSpPr>
        <p:spPr/>
        <p:txBody>
          <a:bodyPr/>
          <a:lstStyle/>
          <a:p>
            <a:endParaRPr lang="es-DO"/>
          </a:p>
        </p:txBody>
      </p:sp>
      <p:sp>
        <p:nvSpPr>
          <p:cNvPr id="6" name="Marcador de número de diapositiva 5">
            <a:extLst>
              <a:ext uri="{FF2B5EF4-FFF2-40B4-BE49-F238E27FC236}">
                <a16:creationId xmlns:a16="http://schemas.microsoft.com/office/drawing/2014/main" id="{13BE8CCD-ACEF-887C-2B70-2D77BEB9A4B9}"/>
              </a:ext>
            </a:extLst>
          </p:cNvPr>
          <p:cNvSpPr>
            <a:spLocks noGrp="1"/>
          </p:cNvSpPr>
          <p:nvPr>
            <p:ph type="sldNum" sz="quarter" idx="12"/>
          </p:nvPr>
        </p:nvSpPr>
        <p:spPr/>
        <p:txBody>
          <a:bodyPr/>
          <a:lstStyle/>
          <a:p>
            <a:fld id="{6A0F2655-105B-4613-AB82-98322E781930}" type="slidenum">
              <a:rPr lang="es-DO" smtClean="0"/>
              <a:t>‹#›</a:t>
            </a:fld>
            <a:endParaRPr lang="es-DO"/>
          </a:p>
        </p:txBody>
      </p:sp>
    </p:spTree>
    <p:extLst>
      <p:ext uri="{BB962C8B-B14F-4D97-AF65-F5344CB8AC3E}">
        <p14:creationId xmlns:p14="http://schemas.microsoft.com/office/powerpoint/2010/main" val="3993552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38661339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947033" y="1536633"/>
            <a:ext cx="10298000" cy="4606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5876402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1" name="Google Shape;21;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2" name="Google Shape;22;p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19969280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8727717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27" name="Google Shape;27;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8" name="Google Shape;28;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2516779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1" name="Google Shape;31;p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1072574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
        <p:cNvGrpSpPr/>
        <p:nvPr/>
      </p:nvGrpSpPr>
      <p:grpSpPr>
        <a:xfrm>
          <a:off x="0" y="0"/>
          <a:ext cx="0" cy="0"/>
          <a:chOff x="0" y="0"/>
          <a:chExt cx="0" cy="0"/>
        </a:xfrm>
      </p:grpSpPr>
      <p:sp>
        <p:nvSpPr>
          <p:cNvPr id="33" name="Google Shape;33;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5" name="Google Shape;35;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6" name="Google Shape;36;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37" name="Google Shape;37;p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3328600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6798142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3" name="Google Shape;43;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4" name="Google Shape;44;p1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28833693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DO" smtClean="0"/>
              <a:pPr/>
              <a:t>‹#›</a:t>
            </a:fld>
            <a:endParaRPr lang="es-DO"/>
          </a:p>
        </p:txBody>
      </p:sp>
    </p:spTree>
    <p:extLst>
      <p:ext uri="{BB962C8B-B14F-4D97-AF65-F5344CB8AC3E}">
        <p14:creationId xmlns:p14="http://schemas.microsoft.com/office/powerpoint/2010/main" val="117926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2B58F8-29C8-9340-9E10-FEEF1756D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2B099E98-17D4-7567-90D5-933E6455B8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4E05B304-9E94-25B2-5F81-AE2B49D417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A8DE06-B21D-43D0-B185-F26EF811F626}" type="datetimeFigureOut">
              <a:rPr lang="es-DO" smtClean="0"/>
              <a:t>31/5/26</a:t>
            </a:fld>
            <a:endParaRPr lang="es-DO"/>
          </a:p>
        </p:txBody>
      </p:sp>
      <p:sp>
        <p:nvSpPr>
          <p:cNvPr id="5" name="Marcador de pie de página 4">
            <a:extLst>
              <a:ext uri="{FF2B5EF4-FFF2-40B4-BE49-F238E27FC236}">
                <a16:creationId xmlns:a16="http://schemas.microsoft.com/office/drawing/2014/main" id="{26D50932-7663-0F1F-7367-24D4049ADA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p>
        </p:txBody>
      </p:sp>
      <p:sp>
        <p:nvSpPr>
          <p:cNvPr id="6" name="Marcador de número de diapositiva 5">
            <a:extLst>
              <a:ext uri="{FF2B5EF4-FFF2-40B4-BE49-F238E27FC236}">
                <a16:creationId xmlns:a16="http://schemas.microsoft.com/office/drawing/2014/main" id="{B201E9EE-C751-D61C-CCD3-62BC7406D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4F1D75-2C71-457B-9E7C-402A46979534}" type="slidenum">
              <a:rPr lang="es-DO" smtClean="0"/>
              <a:t>‹#›</a:t>
            </a:fld>
            <a:endParaRPr lang="es-DO"/>
          </a:p>
        </p:txBody>
      </p:sp>
    </p:spTree>
    <p:extLst>
      <p:ext uri="{BB962C8B-B14F-4D97-AF65-F5344CB8AC3E}">
        <p14:creationId xmlns:p14="http://schemas.microsoft.com/office/powerpoint/2010/main" val="756855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BB3315C-D99E-5F4E-EA8A-963CD5EC35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id="{B435D158-6181-8859-0E5D-759E7139A7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id="{ED6A9FE1-95A6-B540-EC38-9EFF65C249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DEBC7D-C9C2-4765-8D6A-45289F52455B}" type="datetimeFigureOut">
              <a:rPr lang="es-DO" smtClean="0"/>
              <a:t>31/5/26</a:t>
            </a:fld>
            <a:endParaRPr lang="es-DO"/>
          </a:p>
        </p:txBody>
      </p:sp>
      <p:sp>
        <p:nvSpPr>
          <p:cNvPr id="5" name="Marcador de pie de página 4">
            <a:extLst>
              <a:ext uri="{FF2B5EF4-FFF2-40B4-BE49-F238E27FC236}">
                <a16:creationId xmlns:a16="http://schemas.microsoft.com/office/drawing/2014/main" id="{39CE9838-175F-25A3-7693-A3572181EB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DO"/>
          </a:p>
        </p:txBody>
      </p:sp>
      <p:sp>
        <p:nvSpPr>
          <p:cNvPr id="6" name="Marcador de número de diapositiva 5">
            <a:extLst>
              <a:ext uri="{FF2B5EF4-FFF2-40B4-BE49-F238E27FC236}">
                <a16:creationId xmlns:a16="http://schemas.microsoft.com/office/drawing/2014/main" id="{5FAFCBC1-43C1-FBCC-F720-5C73606635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0F2655-105B-4613-AB82-98322E781930}" type="slidenum">
              <a:rPr lang="es-DO" smtClean="0"/>
              <a:t>‹#›</a:t>
            </a:fld>
            <a:endParaRPr lang="es-DO"/>
          </a:p>
        </p:txBody>
      </p:sp>
    </p:spTree>
    <p:extLst>
      <p:ext uri="{BB962C8B-B14F-4D97-AF65-F5344CB8AC3E}">
        <p14:creationId xmlns:p14="http://schemas.microsoft.com/office/powerpoint/2010/main" val="1686780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47033" y="715533"/>
            <a:ext cx="10298000" cy="64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2pPr>
            <a:lvl3pPr lvl="2">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3pPr>
            <a:lvl4pPr lvl="3">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4pPr>
            <a:lvl5pPr lvl="4">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5pPr>
            <a:lvl6pPr lvl="5">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6pPr>
            <a:lvl7pPr lvl="6">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7pPr>
            <a:lvl8pPr lvl="7">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8pPr>
            <a:lvl9pPr lvl="8">
              <a:spcBef>
                <a:spcPts val="0"/>
              </a:spcBef>
              <a:spcAft>
                <a:spcPts val="0"/>
              </a:spcAft>
              <a:buClr>
                <a:schemeClr val="dk1"/>
              </a:buClr>
              <a:buSzPts val="2800"/>
              <a:buFont typeface="Fira Sans Extra Condensed SemiBold"/>
              <a:buNone/>
              <a:defRPr sz="2800">
                <a:solidFill>
                  <a:schemeClr val="dk1"/>
                </a:solidFill>
                <a:latin typeface="Fira Sans Extra Condensed SemiBold"/>
                <a:ea typeface="Fira Sans Extra Condensed SemiBold"/>
                <a:cs typeface="Fira Sans Extra Condensed SemiBold"/>
                <a:sym typeface="Fira Sans Extra Condensed SemiBold"/>
              </a:defRPr>
            </a:lvl9pPr>
          </a:lstStyle>
          <a:p>
            <a:endParaRPr/>
          </a:p>
        </p:txBody>
      </p:sp>
      <p:sp>
        <p:nvSpPr>
          <p:cNvPr id="7" name="Google Shape;7;p1"/>
          <p:cNvSpPr txBox="1">
            <a:spLocks noGrp="1"/>
          </p:cNvSpPr>
          <p:nvPr>
            <p:ph type="body" idx="1"/>
          </p:nvPr>
        </p:nvSpPr>
        <p:spPr>
          <a:xfrm>
            <a:off x="947033" y="1536633"/>
            <a:ext cx="10298000" cy="4606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3515116858"/>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6.xml"/></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2D2BB58A-18E1-9AC5-C622-BB263529F775}"/>
            </a:ext>
          </a:extLst>
        </p:cNvPr>
        <p:cNvGrpSpPr/>
        <p:nvPr/>
      </p:nvGrpSpPr>
      <p:grpSpPr>
        <a:xfrm>
          <a:off x="0" y="0"/>
          <a:ext cx="0" cy="0"/>
          <a:chOff x="0" y="0"/>
          <a:chExt cx="0" cy="0"/>
        </a:xfrm>
      </p:grpSpPr>
      <p:sp>
        <p:nvSpPr>
          <p:cNvPr id="8" name="TextBox 3">
            <a:extLst>
              <a:ext uri="{FF2B5EF4-FFF2-40B4-BE49-F238E27FC236}">
                <ns2:creationId id="{ADD974E5-EF49-9D3E-6E87-1FB4FEE3E7E0}"/>
              </a:ext>
            </a:extLst>
          </p:cNvPr>
          <p:cNvSpPr txBox="1"/>
          <p:nvPr/>
        </p:nvSpPr>
        <p:spPr>
          <a:xfrm>
            <a:off x="346315" y="438291"/>
            <a:ext cx="838200"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Estudio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Bíblico</a:t>
            </a:r>
          </a:p>
        </p:txBody>
      </p:sp>
      <p:sp>
        <p:nvSpPr>
          <p:cNvPr id="9" name="TextBox 4">
            <a:extLst>
              <a:ext uri="{FF2B5EF4-FFF2-40B4-BE49-F238E27FC236}">
                <ns2:creationId id="{B41508E3-E2DE-7692-B980-ABCAF752C618}"/>
              </a:ext>
            </a:extLst>
          </p:cNvPr>
          <p:cNvSpPr txBox="1"/>
          <p:nvPr/>
        </p:nvSpPr>
        <p:spPr>
          <a:xfrm>
            <a:off x="1130383" y="369030"/>
            <a:ext cx="102870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5000" b="1"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latin typeface="Gill Sans MT"/>
              </a:rPr>
              <a:t>16</a:t>
            </a:r>
            <a:endParaRPr kumimoji="0" lang="es-DO" sz="5000" b="1" i="0" u="none" strike="noStrike" kern="1200" cap="none" spc="0" normalizeH="0" baseline="0" noProof="0"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uLnTx/>
              <a:uFillTx/>
              <a:latin typeface="Gill Sans MT"/>
              <a:ea typeface="+mn-ea"/>
              <a:cs typeface="+mn-cs"/>
            </a:endParaRPr>
          </a:p>
        </p:txBody>
      </p:sp>
      <p:sp>
        <p:nvSpPr>
          <p:cNvPr id="12" name="TextBox 7">
            <a:extLst>
              <a:ext uri="{FF2B5EF4-FFF2-40B4-BE49-F238E27FC236}">
                <ns2:creationId id="{9FED1EE3-B8E2-98B2-72F6-989409A18903}"/>
              </a:ext>
            </a:extLst>
          </p:cNvPr>
          <p:cNvSpPr txBox="1"/>
          <p:nvPr/>
        </p:nvSpPr>
        <p:spPr>
          <a:xfrm>
            <a:off x="3594781" y="5288340"/>
            <a:ext cx="479516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2400" b="1" i="0" u="none" strike="noStrike" kern="1200" cap="none" spc="0" normalizeH="0" baseline="0" noProof="0" dirty="0">
                <a:ln>
                  <a:noFill/>
                </a:ln>
                <a:solidFill>
                  <a:prstClr val="black"/>
                </a:solidFill>
                <a:effectLst/>
                <a:uLnTx/>
                <a:uFillTx/>
                <a:latin typeface="Gill Sans MT"/>
                <a:ea typeface="+mn-ea"/>
                <a:cs typeface="+mn-cs"/>
              </a:rPr>
              <a:t>Base Bíblica: </a:t>
            </a:r>
          </a:p>
          <a:p>
            <a:pPr marL="0" marR="0" lvl="0" indent="0" algn="ctr" defTabSz="914400" rtl="0" eaLnBrk="1" fontAlgn="auto" latinLnBrk="0" hangingPunct="1">
              <a:lnSpc>
                <a:spcPct val="100000"/>
              </a:lnSpc>
              <a:spcBef>
                <a:spcPts val="0"/>
              </a:spcBef>
              <a:spcAft>
                <a:spcPts val="0"/>
              </a:spcAft>
              <a:buClrTx/>
              <a:buSzTx/>
              <a:buFontTx/>
              <a:buNone/>
              <a:tabLst/>
              <a:defRPr/>
            </a:pPr>
            <a:r>
              <a:rPr lang="es-DO" sz="2400" dirty="0" b="1">
                <a:solidFill>
                  <a:prstClr val="black"/>
                </a:solidFill>
                <a:latin typeface="Gill Sans MT"/>
              </a:rPr>
              <a:t>2 Reyes 4:18-37</a:t>
            </a:r>
            <a:endParaRPr kumimoji="0" lang="es-DO" sz="2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14" name="CuadroTexto 13">
            <a:extLst>
              <a:ext uri="{FF2B5EF4-FFF2-40B4-BE49-F238E27FC236}">
                <ns2:creationId id="{010A3B56-953A-DD77-2B08-E8268DDB3FB7}"/>
              </a:ext>
            </a:extLst>
          </p:cNvPr>
          <p:cNvSpPr txBox="1"/>
          <p:nvPr/>
        </p:nvSpPr>
        <p:spPr>
          <a:xfrm>
            <a:off x="142875" y="1947913"/>
            <a:ext cx="11323911" cy="1323439"/>
          </a:xfrm>
          <a:prstGeom prst="rect">
            <a:avLst/>
          </a:prstGeom>
          <a:noFill/>
        </p:spPr>
        <p:txBody>
          <a:bodyPr wrap="square">
            <a:spAutoFit/>
          </a:bodyPr>
          <a:lstStyle/>
          <a:p>
            <a:pPr algn="ctr">
              <a:defRPr/>
            </a:pPr>
            <a:r>
              <a:rPr lang="es-DO" sz="8000" dirty="0">
                <a:solidFill>
                  <a:prstClr val="black"/>
                </a:solidFill>
                <a:effectLst>
                  <a:outerShdw blurRad="38100" dist="38100" dir="2700000" algn="tl">
                    <a:srgbClr val="000000">
                      <a:alpha val="43137"/>
                    </a:srgbClr>
                  </a:outerShdw>
                </a:effectLst>
                <a:latin typeface="Verlag Black" pitchFamily="2" charset="0"/>
              </a:rPr>
              <a:t>UN NIÑO QUE VUELVE A VIVIR</a:t>
            </a:r>
          </a:p>
        </p:txBody>
      </p:sp>
      <p:pic>
        <p:nvPicPr>
          <p:cNvPr id="3" name="Imagen 2">
            <a:extLst>
              <a:ext uri="{FF2B5EF4-FFF2-40B4-BE49-F238E27FC236}">
                <ns2:creationId id="{9721E8E1-1B1D-1A47-A992-43BB412E6E90}"/>
              </a:ext>
            </a:extLst>
          </p:cNvPr>
          <p:cNvPicPr>
            <a:picLocks noChangeAspect="1"/>
          </p:cNvPicPr>
          <p:nvPr/>
        </p:nvPicPr>
        <p:blipFill>
          <a:blip r:embed="rId3"/>
          <a:stretch>
            <a:fillRect/>
          </a:stretch>
        </p:blipFill>
        <p:spPr>
          <a:xfrm>
            <a:off x="9702313" y="145102"/>
            <a:ext cx="2426969" cy="1733550"/>
          </a:xfrm>
          <a:prstGeom prst="rect">
            <a:avLst/>
          </a:prstGeom>
        </p:spPr>
      </p:pic>
      <p:sp>
        <p:nvSpPr>
          <p:cNvPr id="10" name="Rounded Rectangle 5">
            <a:extLst>
              <a:ext uri="{FF2B5EF4-FFF2-40B4-BE49-F238E27FC236}">
                <ns2:creationId id="{D5623D34-1FEA-565B-B36C-23FB99015E82}"/>
              </a:ext>
            </a:extLst>
          </p:cNvPr>
          <p:cNvSpPr/>
          <p:nvPr/>
        </p:nvSpPr>
        <p:spPr>
          <a:xfrm>
            <a:off x="387285" y="361347"/>
            <a:ext cx="1594460" cy="861774"/>
          </a:xfrm>
          <a:prstGeom prst="roundRect">
            <a:avLst/>
          </a:prstGeom>
          <a:solidFill>
            <a:srgbClr val="FFC000">
              <a:alpha val="20000"/>
            </a:srgbClr>
          </a:solidFill>
          <a:ln w="25400" cap="flat" cmpd="sng" algn="ctr">
            <a:solidFill>
              <a:srgbClr val="3891A7">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DO" sz="1800" b="0" i="0" u="none" strike="noStrike" kern="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val="2887947381"/>
      </p:ext>
    </p:extLst>
  </p:cSld>
  <p:clrMapOvr>
    <a:masterClrMapping/>
  </p:clrMapOvr>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4:18-21</a:t>
            </a:r>
          </a:p>
          <a:p>
            <a:r>
              <a:rPr lang="es-DO" sz="4400" dirty="0" b="1">
                <a:solidFill>
                  <a:srgbClr val="FF0000"/>
                </a:solidFill>
              </a:rPr>
              <a:t>18</a:t>
            </a:r>
            <a:r>
              <a:rPr lang="es-DO" sz="4400" dirty="0"/>
              <a:t xml:space="preserve"> Y el niño creció. Pero aconteció un día, que vino a su padre, que estaba con los segadores;</a:t>
            </a:r>
          </a:p>
          <a:p>
            <a:r>
              <a:rPr lang="es-DO" sz="4400" dirty="0" b="1">
                <a:solidFill>
                  <a:srgbClr val="FF0000"/>
                </a:solidFill>
              </a:rPr>
              <a:t>19</a:t>
            </a:r>
            <a:r>
              <a:rPr lang="es-DO" sz="4400" dirty="0"/>
              <a:t xml:space="preserve"> y dijo a su padre: ¡Ay, mi cabeza, mi cabeza! [...]</a:t>
            </a:r>
          </a:p>
          <a:p>
            <a:r>
              <a:rPr lang="es-DO" sz="4400" dirty="0" b="1">
                <a:solidFill>
                  <a:srgbClr val="FF0000"/>
                </a:solidFill>
              </a:rPr>
              <a:t>20</a:t>
            </a:r>
            <a:r>
              <a:rPr lang="es-DO" sz="4400" dirty="0"/>
              <a:t xml:space="preserve"> Y habiéndole él tomado y traído a su madre, estuvo sentado en sus rodillas hasta el mediodía, y murió.</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4838CF-3841-3655-90DA-6A4E200611EF}"/>
            </a:ext>
          </a:extLst>
        </p:cNvPr>
        <p:cNvGrpSpPr/>
        <p:nvPr/>
      </p:nvGrpSpPr>
      <p:grpSpPr>
        <a:xfrm>
          <a:off x="0" y="0"/>
          <a:ext cx="0" cy="0"/>
          <a:chOff x="0" y="0"/>
          <a:chExt cx="0" cy="0"/>
        </a:xfrm>
      </p:grpSpPr>
      <p:sp>
        <p:nvSpPr>
          <p:cNvPr id="3103" name="Rectangle 310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93" name="Picture 3092" descr="Dibujo de la tierra desde el espacio&#10;&#10;Descripción generada automáticamente con confianza baja">
            <a:extLst>
              <a:ext uri="{FF2B5EF4-FFF2-40B4-BE49-F238E27FC236}">
                <a16:creationId xmlns:a16="http://schemas.microsoft.com/office/drawing/2014/main" id="{2FA3FDBC-139E-80EF-6CBB-A7E0E55735EC}"/>
              </a:ext>
            </a:extLst>
          </p:cNvPr>
          <p:cNvPicPr>
            <a:picLocks noChangeAspect="1"/>
          </p:cNvPicPr>
          <p:nvPr/>
        </p:nvPicPr>
        <p:blipFill>
          <a:blip r:embed="rId3">
            <a:alphaModFix amt="35000"/>
          </a:blip>
          <a:srcRect b="15730"/>
          <a:stretch/>
        </p:blipFill>
        <p:spPr>
          <a:xfrm>
            <a:off x="20" y="10"/>
            <a:ext cx="12191980" cy="6857990"/>
          </a:xfrm>
          <a:prstGeom prst="rect">
            <a:avLst/>
          </a:prstGeom>
        </p:spPr>
      </p:pic>
      <p:sp>
        <p:nvSpPr>
          <p:cNvPr id="5" name="Título 1">
            <a:extLst>
              <a:ext uri="{FF2B5EF4-FFF2-40B4-BE49-F238E27FC236}">
                <a16:creationId xmlns:a16="http://schemas.microsoft.com/office/drawing/2014/main" id="{A351FE20-49C7-479C-2E9F-4C1DAFB9345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lang="en-US" b="1" err="1">
                <a:solidFill>
                  <a:srgbClr val="FFFFFF"/>
                </a:solidFill>
                <a:latin typeface="Times New Roman" panose="02020603050405020304" pitchFamily="18" charset="0"/>
                <a:cs typeface="Times New Roman" panose="02020603050405020304" pitchFamily="18" charset="0"/>
              </a:rPr>
              <a:t>Propósitos</a:t>
            </a:r>
            <a:r>
              <a:rPr kumimoji="0" lang="en-US" b="1" i="0" u="none" strike="noStrike"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a:t>
            </a:r>
          </a:p>
        </p:txBody>
      </p:sp>
      <p:graphicFrame>
        <p:nvGraphicFramePr>
          <p:cNvPr id="3092" name="CuadroTexto 2">
            <a:extLst>
              <a:ext uri="{FF2B5EF4-FFF2-40B4-BE49-F238E27FC236}">
                <a16:creationId xmlns:a16="http://schemas.microsoft.com/office/drawing/2014/main" id="{A5DB8D33-CAB4-A22A-C819-B986906284B9}"/>
              </a:ext>
            </a:extLst>
          </p:cNvPr>
          <p:cNvGraphicFramePr/>
          <p:nvPr>
            <p:extLst>
              <p:ext uri="{D42A27DB-BD31-4B8C-83A1-F6EECF244321}">
                <p14:modId xmlns:p14="http://schemas.microsoft.com/office/powerpoint/2010/main" val="29437360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 name="CuadroTexto 2">
            <a:extLst>
              <a:ext uri="{FF2B5EF4-FFF2-40B4-BE49-F238E27FC236}">
                <a16:creationId xmlns:a16="http://schemas.microsoft.com/office/drawing/2014/main" id="{678FFA8A-E449-CBE2-6A5F-61699C49F629}"/>
              </a:ext>
            </a:extLst>
          </p:cNvPr>
          <p:cNvGraphicFramePr/>
          <p:nvPr>
            <p:extLst>
              <p:ext uri="{D42A27DB-BD31-4B8C-83A1-F6EECF244321}">
                <p14:modId xmlns:p14="http://schemas.microsoft.com/office/powerpoint/2010/main" val="2174379288"/>
              </p:ext>
            </p:extLst>
          </p:nvPr>
        </p:nvGraphicFramePr>
        <p:xfrm>
          <a:off x="990600" y="1978025"/>
          <a:ext cx="10515600" cy="435133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70053963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D62DFC-DABE-20BD-3DDE-2FE197366DBE}"/>
            </a:ext>
          </a:extLst>
        </p:cNvPr>
        <p:cNvGrpSpPr/>
        <p:nvPr/>
      </p:nvGrpSpPr>
      <p:grpSpPr>
        <a:xfrm>
          <a:off x="0" y="0"/>
          <a:ext cx="0" cy="0"/>
          <a:chOff x="0" y="0"/>
          <a:chExt cx="0" cy="0"/>
        </a:xfrm>
      </p:grpSpPr>
      <p:pic>
        <p:nvPicPr>
          <p:cNvPr id="3093" name="Picture 3092" descr="Dibujo de la tierra desde el espacio&#10;&#10;Descripción generada automáticamente con confianza baja">
            <a:extLst>
              <a:ext uri="{FF2B5EF4-FFF2-40B4-BE49-F238E27FC236}">
                <a16:creationId xmlns:a16="http://schemas.microsoft.com/office/drawing/2014/main" id="{36475300-A979-AA26-9645-6483FFAD2CD7}"/>
              </a:ext>
            </a:extLst>
          </p:cNvPr>
          <p:cNvPicPr>
            <a:picLocks noChangeAspect="1"/>
          </p:cNvPicPr>
          <p:nvPr/>
        </p:nvPicPr>
        <p:blipFill>
          <a:blip r:embed="rId3"/>
          <a:srcRect b="15730"/>
          <a:stretch/>
        </p:blipFill>
        <p:spPr>
          <a:xfrm>
            <a:off x="20" y="224297"/>
            <a:ext cx="12191980" cy="6857990"/>
          </a:xfrm>
          <a:prstGeom prst="rect">
            <a:avLst/>
          </a:prstGeom>
        </p:spPr>
      </p:pic>
      <p:sp>
        <p:nvSpPr>
          <p:cNvPr id="3097" name="Rectangle 3096">
            <a:extLst>
              <a:ext uri="{FF2B5EF4-FFF2-40B4-BE49-F238E27FC236}">
                <a16:creationId xmlns:a16="http://schemas.microsoft.com/office/drawing/2014/main" id="{B548182C-299D-6F4E-CE62-DAAC057FE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ítulo 1">
            <a:extLst>
              <a:ext uri="{FF2B5EF4-FFF2-40B4-BE49-F238E27FC236}">
                <a16:creationId xmlns:a16="http://schemas.microsoft.com/office/drawing/2014/main" id="{F4E456AA-5F43-53BF-7468-F6970AA3C13E}"/>
              </a:ext>
            </a:extLst>
          </p:cNvPr>
          <p:cNvSpPr txBox="1">
            <a:spLocks/>
          </p:cNvSpPr>
          <p:nvPr/>
        </p:nvSpPr>
        <p:spPr>
          <a:xfrm>
            <a:off x="376198" y="38417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lang="en-US" b="1">
                <a:solidFill>
                  <a:srgbClr val="2650A3"/>
                </a:solidFill>
                <a:latin typeface="Times New Roman" panose="02020603050405020304" pitchFamily="18" charset="0"/>
                <a:cs typeface="Times New Roman" panose="02020603050405020304" pitchFamily="18" charset="0"/>
              </a:rPr>
              <a:t>Idea Principal</a:t>
            </a:r>
            <a:r>
              <a:rPr kumimoji="0" lang="en-US" sz="4400" b="1" i="0" u="none" strike="noStrike" kern="1200" cap="none" spc="0" normalizeH="0" baseline="0" noProof="0">
                <a:ln>
                  <a:noFill/>
                </a:ln>
                <a:solidFill>
                  <a:srgbClr val="2650A3"/>
                </a:solidFill>
                <a:effectLst/>
                <a:uLnTx/>
                <a:uFillTx/>
                <a:latin typeface="Times New Roman" panose="02020603050405020304" pitchFamily="18" charset="0"/>
                <a:cs typeface="Times New Roman" panose="02020603050405020304" pitchFamily="18" charset="0"/>
              </a:rPr>
              <a:t>:</a:t>
            </a:r>
          </a:p>
        </p:txBody>
      </p:sp>
      <p:graphicFrame>
        <p:nvGraphicFramePr>
          <p:cNvPr id="3092" name="CuadroTexto 2">
            <a:extLst>
              <a:ext uri="{FF2B5EF4-FFF2-40B4-BE49-F238E27FC236}">
                <a16:creationId xmlns:a16="http://schemas.microsoft.com/office/drawing/2014/main" id="{CCE999CC-64B1-92DC-14C9-F006D5C741B0}"/>
              </a:ext>
            </a:extLst>
          </p:cNvPr>
          <p:cNvGraphicFramePr/>
          <p:nvPr>
            <p:extLst>
              <p:ext uri="{D42A27DB-BD31-4B8C-83A1-F6EECF244321}">
                <p14:modId xmlns:p14="http://schemas.microsoft.com/office/powerpoint/2010/main" val="3256236767"/>
              </p:ext>
            </p:extLst>
          </p:nvPr>
        </p:nvGraphicFramePr>
        <p:xfrm>
          <a:off x="383401" y="1355835"/>
          <a:ext cx="11811000" cy="52778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ítulo 1">
            <a:extLst>
              <a:ext uri="{FF2B5EF4-FFF2-40B4-BE49-F238E27FC236}">
                <a16:creationId xmlns:a16="http://schemas.microsoft.com/office/drawing/2014/main" id="{FAD1DFD4-FCB9-EEFC-6EA2-498E453465E9}"/>
              </a:ext>
            </a:extLst>
          </p:cNvPr>
          <p:cNvSpPr txBox="1">
            <a:spLocks/>
          </p:cNvSpPr>
          <p:nvPr/>
        </p:nvSpPr>
        <p:spPr>
          <a:xfrm>
            <a:off x="376198" y="1043779"/>
            <a:ext cx="10515600" cy="40432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endParaRPr lang="en-US" b="1">
              <a:solidFill>
                <a:srgbClr val="2650A3"/>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b="1">
                <a:solidFill>
                  <a:srgbClr val="2650A3"/>
                </a:solidFill>
                <a:latin typeface="Times New Roman" panose="02020603050405020304" pitchFamily="18" charset="0"/>
                <a:cs typeface="Times New Roman" panose="02020603050405020304" pitchFamily="18" charset="0"/>
              </a:rPr>
              <a:t>Para </a:t>
            </a:r>
            <a:r>
              <a:rPr lang="en-US" b="1" err="1">
                <a:solidFill>
                  <a:srgbClr val="2650A3"/>
                </a:solidFill>
                <a:latin typeface="Times New Roman" panose="02020603050405020304" pitchFamily="18" charset="0"/>
                <a:cs typeface="Times New Roman" panose="02020603050405020304" pitchFamily="18" charset="0"/>
              </a:rPr>
              <a:t>Memorizar</a:t>
            </a:r>
            <a:r>
              <a:rPr kumimoji="0" lang="en-US" sz="4400" b="1" i="0" u="none" strike="noStrike" kern="1200" cap="none" spc="0" normalizeH="0" baseline="0" noProof="0">
                <a:ln>
                  <a:noFill/>
                </a:ln>
                <a:solidFill>
                  <a:srgbClr val="2650A3"/>
                </a:solidFill>
                <a:effectLst/>
                <a:uLnTx/>
                <a:uFillTx/>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93826197"/>
      </p:ext>
    </p:extLst>
  </p:cSld>
  <p:clrMapOvr>
    <a:masterClrMapping/>
  </p:clrMapOvr>
</p:sld>
</file>

<file path=ppt/slides/slide5.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En esta historia aparecen dos milagros: Dios le dio a la sunamita un hijo cuando su esposo ya era viejo, y Dios le devolvió la vida cuando murió. El profeta Eliseo pasaba a menudo por Sunem, ciudad que estaba más o menos a doce kilómetros del monte Carmelo donde él residía. Allí una mujer importante le invitaba a su casa a comer.</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6.xml><?xml version="1.0" encoding="utf-8"?>
<p:sld xmlns:a="http://schemas.openxmlformats.org/drawingml/2006/main" xmlns:a14="http://schemas.microsoft.com/office/drawing/2010/main" xmlns:ns2="http://schemas.microsoft.com/office/drawing/2014/main" xmlns:ns5="http://schemas.microsoft.com/office/drawing/2017/decorative" xmlns:ns6="http://schemas.microsoft.com/office/powerpoint/2015/main" xmlns:p="http://schemas.openxmlformats.org/presentationml/2006/main" xmlns:p14="http://schemas.microsoft.com/office/powerpoint/2010/main" xmlns:r="http://schemas.openxmlformats.org/officeDocument/2006/relationships">
  <p:cSld>
    <p:bg>
      <p:bgPr>
        <a:solidFill>
          <a:schemeClr val="tx1"/>
        </a:solidFill>
        <a:effectLst/>
      </p:bgPr>
    </p:bg>
    <p:spTree>
      <p:nvGrpSpPr>
        <p:cNvPr id="1" name=""/>
        <p:cNvGrpSpPr/>
        <p:nvPr/>
      </p:nvGrpSpPr>
      <p:grpSpPr>
        <a:xfrm>
          <a:off x="0" y="0"/>
          <a:ext cx="0" cy="0"/>
          <a:chOff x="0" y="0"/>
          <a:chExt cx="0" cy="0"/>
        </a:xfrm>
      </p:grpSpPr>
      <p:pic>
        <p:nvPicPr>
          <p:cNvPr id="3" name="Imagen 2" descr="Sol brillando entre los árboles&#10;&#10;Descripción generada automáticamente">
            <a:extLst>
              <a:ext uri="{FF2B5EF4-FFF2-40B4-BE49-F238E27FC236}">
                <ns2:creationId id="{E71DD834-97D6-C27F-DB06-0440D290644A}"/>
              </a:ext>
            </a:extLst>
          </p:cNvPr>
          <p:cNvPicPr>
            <a:picLocks noChangeAspect="1"/>
          </p:cNvPicPr>
          <p:nvPr/>
        </p:nvPicPr>
        <p:blipFill>
          <a:blip r:embed="rId3">
            <a:extLst>
              <a:ext uri="{28A0092B-C50C-407E-A947-70E740481C1C}">
                <a14:useLocalDpi val="0"/>
              </a:ext>
            </a:extLst>
          </a:blip>
          <a:srcRect t="40044" b="3706"/>
          <a:stretch/>
        </p:blipFill>
        <p:spPr>
          <a:xfrm>
            <a:off x="20" y="10"/>
            <a:ext cx="12191980" cy="6857990"/>
          </a:xfrm>
          <a:prstGeom prst="rect">
            <a:avLst/>
          </a:prstGeom>
        </p:spPr>
      </p:pic>
      <p:sp>
        <p:nvSpPr>
          <p:cNvPr id="3113" name="Rectangle 3112">
            <a:extLst>
              <a:ext uri="{FF2B5EF4-FFF2-40B4-BE49-F238E27FC236}">
                <ns2:creationId id="{B4916930-E76E-4100-9DCF-4981566A372A}"/>
              </a:ext>
              <a:ext uri="{C183D7F6-B498-43B3-948B-1728B52AA6E4}">
                <ns5:decorative val="1"/>
              </a:ext>
            </a:extLst>
          </p:cNvPr>
          <p:cNvSpPr>
            <a:spLocks noGrp="1" noRot="1" noChangeAspect="1" noMove="1" noResize="1" noEditPoints="1" noAdjustHandles="1" noChangeArrowheads="1" noChangeShapeType="1" noTextEdit="1"/>
          </p:cNvSpPr>
          <p:nvPr>
            <p:extLst>
              <p:ext uri="{386F3935-93C4-4BCD-93E2-E3B085C9AB24}">
                <ns6:designElem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1">
            <a:extLst>
              <a:ext uri="{FF2B5EF4-FFF2-40B4-BE49-F238E27FC236}">
                <ns2:creationId id="{CBB6E1CE-53CA-5B48-A981-3C6AA3E4C3CB}"/>
              </a:ext>
            </a:extLst>
          </p:cNvPr>
          <p:cNvSpPr txBox="1">
            <a:spLocks/>
          </p:cNvSpPr>
          <p:nvPr/>
        </p:nvSpPr>
        <p:spPr>
          <a:xfrm>
            <a:off x="2276475" y="2247900"/>
            <a:ext cx="7581900" cy="2514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8000" b="1">
                <a:solidFill>
                  <a:schemeClr val="tx1">
                    <a:lumMod val="75000"/>
                    <a:lumOff val="25000"/>
                  </a:schemeClr>
                </a:solidFill>
              </a:rPr>
              <a:t>INTRODUCCIÓN</a:t>
            </a:r>
          </a:p>
        </p:txBody>
      </p:sp>
    </p:spTree>
    <p:extLst>
      <p:ext uri="{BB962C8B-B14F-4D97-AF65-F5344CB8AC3E}">
        <p14:creationId val="3952323232"/>
      </p:ext>
    </p:extLst>
  </p:cSld>
  <p:clrMapOvr>
    <a:masterClrMapping/>
  </p:clrMapOvr>
</p:sld>
</file>

<file path=ppt/slides/slide7.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La historia de Eliseo acerca del hijo de la sunamita nos provee enseñanzas muy valiosas para nuestra labor de ganar a los perdidos para Cristo, lo cual constituye la razón de ser de la iglesia en el mundo. El niño muerto representa al pecador separado de Dios “muerto en delitos y pecado”, y que es impotente por sí mismo volver a la vida a menos que el poder de Dios venga sobre él y le resucite a una vida de comunión con su creador.</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8.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8128607-2384-3B83-F86C-BF3ECD5A0FE8}"/>
            </a:ext>
          </a:extLst>
        </p:cNvPr>
        <p:cNvGrpSpPr/>
        <p:nvPr/>
      </p:nvGrpSpPr>
      <p:grpSpPr>
        <a:xfrm>
          <a:off x="0" y="0"/>
          <a:ext cx="0" cy="0"/>
          <a:chOff x="0" y="0"/>
          <a:chExt cx="0" cy="0"/>
        </a:xfrm>
      </p:grpSpPr>
      <p:sp>
        <p:nvSpPr>
          <p:cNvPr id="3420" name="!!Rectangle">
            <a:extLst>
              <a:ext uri="{FF2B5EF4-FFF2-40B4-BE49-F238E27FC236}">
                <ns2:creationId id="{C10B97FC-2006-4CD7-1245-E0BB76CF897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ns2:creationId id="{96785507-9A51-9F5B-5792-24779B7237BE}"/>
              </a:ext>
            </a:extLst>
          </p:cNvPr>
          <p:cNvPicPr>
            <a:picLocks noChangeAspect="1"/>
          </p:cNvPicPr>
          <p:nvPr/>
        </p:nvPicPr>
        <p:blipFill>
          <a:blip r:embed="rId3">
            <a:extLst>
              <a:ext uri="{28A0092B-C50C-407E-A947-70E740481C1C}">
                <a14:useLocalDpi val="0"/>
              </a:ext>
            </a:extLst>
          </a:blip>
          <a:srcRect l="1515" r="1515"/>
          <a:stretch/>
        </p:blipFill>
        <p:spPr>
          <a:xfrm>
            <a:off x="20" y="-9107"/>
            <a:ext cx="12191980" cy="6858000"/>
          </a:xfrm>
          <a:prstGeom prst="rect">
            <a:avLst/>
          </a:prstGeom>
        </p:spPr>
      </p:pic>
      <p:sp>
        <p:nvSpPr>
          <p:cNvPr id="9" name="CuadroTexto 8">
            <a:extLst>
              <a:ext uri="{FF2B5EF4-FFF2-40B4-BE49-F238E27FC236}">
                <ns2:creationId id="{A5D28B02-48A7-7B03-DB3D-1F7676E4A311}"/>
              </a:ext>
            </a:extLst>
          </p:cNvPr>
          <p:cNvSpPr txBox="1"/>
          <p:nvPr/>
        </p:nvSpPr>
        <p:spPr>
          <a:xfrm>
            <a:off x="685800" y="640080"/>
            <a:ext cx="3291840" cy="2148840"/>
          </a:xfrm>
          <a:prstGeom prst="rect">
            <a:avLst/>
          </a:prstGeom>
        </p:spPr>
        <p:txBody>
          <a:bodyPr vert="horz" lIns="91440" tIns="0" rIns="91440" bIns="0" rtlCol="0" anchor="t">
            <a:noAutofit/>
          </a:bodyPr>
          <a:lstStyle/>
          <a:p>
            <a:pPr>
              <a:lnSpc>
                <a:spcPct val="100000"/>
              </a:lnSpc>
            </a:pPr>
            <a:r>
              <a:rPr lang="es-DO" sz="3600" b="1" dirty="0">
                <a:solidFill>
                  <a:srgbClr val="1A1A2E"/>
                </a:solidFill>
                <a:latin typeface="Verlag Black"/>
              </a:rPr>
              <a:t>1- RECONOCER LA MUERTE ESPIRITUAL</a:t>
            </a:r>
          </a:p>
        </p:txBody>
      </p:sp>
      <p:sp>
        <p:nvSpPr>
          <p:cNvPr id="3422" name="Arc 3421">
            <a:extLst>
              <a:ext uri="{FF2B5EF4-FFF2-40B4-BE49-F238E27FC236}">
                <ns2:creationId id="{BC0773D8-C719-C3C6-BF59-A421948A668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3" name="OrangeBar"/>
          <p:cNvSpPr/>
          <p:nvPr/>
        </p:nvSpPr>
        <p:spPr>
          <a:xfrm>
            <a:off x="685800" y="402336"/>
            <a:ext cx="1600200" cy="73152"/>
          </a:xfrm>
          <a:prstGeom prst="rect">
            <a:avLst/>
          </a:prstGeom>
          <a:solidFill>
            <a:srgbClr val="E85D04"/>
          </a:solidFill>
          <a:ln>
            <a:noFill/>
          </a:ln>
        </p:spPr>
      </p:sp>
      <p:sp>
        <p:nvSpPr>
          <p:cNvPr id="3424" name="GrayLine"/>
          <p:cNvSpPr/>
          <p:nvPr/>
        </p:nvSpPr>
        <p:spPr>
          <a:xfrm>
            <a:off x="685800" y="2862072"/>
            <a:ext cx="3291840" cy="10972"/>
          </a:xfrm>
          <a:prstGeom prst="rect">
            <a:avLst/>
          </a:prstGeom>
          <a:solidFill>
            <a:srgbClr val="B0B0B0"/>
          </a:solidFill>
          <a:ln>
            <a:noFill/>
          </a:ln>
        </p:spPr>
      </p:sp>
      <p:sp>
        <p:nvSpPr>
          <p:cNvPr id="4" name="CuadroTexto 3">
            <a:extLst>
              <a:ext uri="{FF2B5EF4-FFF2-40B4-BE49-F238E27FC236}">
                <ns2:creationId id="{20C48B04-A2D8-A191-AAC4-9B549FAC0560}"/>
              </a:ext>
            </a:extLst>
          </p:cNvPr>
          <p:cNvSpPr txBox="1"/>
          <p:nvPr/>
        </p:nvSpPr>
        <p:spPr>
          <a:xfrm>
            <a:off x="685800" y="3026664"/>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444444"/>
                </a:solidFill>
                <a:latin typeface="Verlag Black"/>
              </a:rPr>
              <a:t>2 Reyes 4:18-21</a:t>
            </a:r>
          </a:p>
        </p:txBody>
      </p:sp>
    </p:spTree>
    <p:extLst>
      <p:ext uri="{BB962C8B-B14F-4D97-AF65-F5344CB8AC3E}">
        <p14:creationId val="1183830818"/>
      </p:ext>
    </p:extLst>
  </p:cSld>
  <p:clrMapOvr>
    <a:masterClrMapping/>
  </p:clrMapOvr>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200" dirty="0" b="1">
                <a:solidFill>
                  <a:srgbClr val="FFFF00"/>
                </a:solidFill>
                <a:latin typeface="Calibri"/>
              </a:rPr>
              <a:t>2 Reyes 4:18-21</a:t>
            </a:r>
          </a:p>
          <a:p>
            <a:r>
              <a:rPr lang="es-DO" sz="4400" dirty="0" b="1">
                <a:solidFill>
                  <a:srgbClr val="FFFF00"/>
                </a:solidFill>
                <a:latin typeface="Calibri"/>
              </a:rPr>
              <a:t>18</a:t>
            </a:r>
            <a:r>
              <a:rPr lang="es-DO" sz="4400" dirty="0">
                <a:solidFill>
                  <a:srgbClr val="FFFFFF"/>
                </a:solidFill>
                <a:latin typeface="Calibri"/>
              </a:rPr>
              <a:t xml:space="preserve"> Y el niño creció. Pero aconteció un día, que vino a su padre, que estaba con los segadores;</a:t>
            </a:r>
          </a:p>
          <a:p>
            <a:r>
              <a:rPr lang="es-DO" sz="4400" dirty="0" b="1">
                <a:solidFill>
                  <a:srgbClr val="FFFF00"/>
                </a:solidFill>
                <a:latin typeface="Calibri"/>
              </a:rPr>
              <a:t>19</a:t>
            </a:r>
            <a:r>
              <a:rPr lang="es-DO" sz="4400" dirty="0">
                <a:solidFill>
                  <a:srgbClr val="FFFFFF"/>
                </a:solidFill>
                <a:latin typeface="Calibri"/>
              </a:rPr>
              <a:t xml:space="preserve"> y dijo a su padre: ¡Ay, mi cabeza, mi cabeza! [...]</a:t>
            </a:r>
          </a:p>
        </p:txBody>
      </p:sp>
    </p:spTree>
    <p:extLst>
      <p:ext uri="{BB962C8B-B14F-4D97-AF65-F5344CB8AC3E}">
        <p14:creationId val="3202857800"/>
      </p:ext>
    </p:extLst>
  </p:cSld>
  <p:clrMapOvr>
    <a:masterClrMapping/>
  </p:clrMapOvr>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La hospitalidad de la sunamita hacia el profeta Eliseo había sido recompensada con el nacimiento de un hijo; pero, como todas las cosas terrenales son pasajeras, después de algunos días el niño enfermó y murió. La madre afligida, pero esperanzada se apresuró a acudir inmediatamente al hombre de Dios para encontrar una respuesta. La responsabilidad que recaería sobre el profeta es la misma, respecto a nuestra labor por Cristo.</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Eliseo envió al criado con su “báculo” </a:t>
            </a:r>
            <a:r>
              <a:rPr lang="es-DO" sz="4200" dirty="0" b="1">
                <a:latin typeface="Verlag Light" pitchFamily="2" charset="77"/>
              </a:rPr>
              <a:t>(4:29)</a:t>
            </a:r>
            <a:r>
              <a:rPr lang="es-DO" sz="4200" dirty="0">
                <a:latin typeface="Verlag Light" pitchFamily="2" charset="77"/>
              </a:rPr>
              <a:t>, pero esto no fue suficiente, porque la vida de Dios debe ser transmitida por alguien que esté dispuesto a “dar su vida por ellos”. Giezi habló como si el niño hubiese estado dormido y necesitaba que alguien lo despertara. Dios no usará a aquellos que no comprenden la condición perdida de los pecadores.</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12.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420F56B8-5F7F-F7F6-8511-24B5339713EA}"/>
            </a:ext>
          </a:extLst>
        </p:cNvPr>
        <p:cNvGrpSpPr/>
        <p:nvPr/>
      </p:nvGrpSpPr>
      <p:grpSpPr>
        <a:xfrm>
          <a:off x="0" y="0"/>
          <a:ext cx="0" cy="0"/>
          <a:chOff x="0" y="0"/>
          <a:chExt cx="0" cy="0"/>
        </a:xfrm>
      </p:grpSpPr>
      <p:sp>
        <p:nvSpPr>
          <p:cNvPr id="3420" name="!!Rectangle">
            <a:extLst>
              <a:ext uri="{FF2B5EF4-FFF2-40B4-BE49-F238E27FC236}">
                <ns2:creationId id="{362810D9-2C5A-477D-949C-C191895477F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ns2:creationId id="{360D92C1-2EF0-C84C-E6AD-4B1DDFC1DA97}"/>
              </a:ext>
            </a:extLst>
          </p:cNvPr>
          <p:cNvPicPr>
            <a:picLocks noChangeAspect="1"/>
          </p:cNvPicPr>
          <p:nvPr/>
        </p:nvPicPr>
        <p:blipFill>
          <a:blip r:embed="rId3">
            <a:extLst>
              <a:ext uri="{28A0092B-C50C-407E-A947-70E740481C1C}">
                <a14:useLocalDpi val="0"/>
              </a:ext>
            </a:extLst>
          </a:blip>
          <a:srcRect l="3111" r="1" b="1"/>
          <a:stretch>
            <a:fillRect/>
          </a:stretch>
        </p:blipFill>
        <p:spPr>
          <a:xfrm>
            <a:off x="20" y="-9107"/>
            <a:ext cx="12191980" cy="6858000"/>
          </a:xfrm>
          <a:prstGeom prst="rect">
            <a:avLst/>
          </a:prstGeom>
        </p:spPr>
      </p:pic>
      <p:sp>
        <p:nvSpPr>
          <p:cNvPr id="9" name="CuadroTexto 8">
            <a:extLst>
              <a:ext uri="{FF2B5EF4-FFF2-40B4-BE49-F238E27FC236}">
                <ns2:creationId id="{475F29A1-E2A2-CD18-B199-8221731266CD}"/>
              </a:ext>
            </a:extLst>
          </p:cNvPr>
          <p:cNvSpPr txBox="1"/>
          <p:nvPr/>
        </p:nvSpPr>
        <p:spPr>
          <a:xfrm>
            <a:off x="685800" y="640080"/>
            <a:ext cx="3291840" cy="2148840"/>
          </a:xfrm>
          <a:prstGeom prst="rect">
            <a:avLst/>
          </a:prstGeom>
        </p:spPr>
        <p:txBody>
          <a:bodyPr vert="horz" lIns="91440" tIns="0" rIns="91440" bIns="0" rtlCol="0" anchor="t">
            <a:noAutofit/>
          </a:bodyPr>
          <a:lstStyle/>
          <a:p>
            <a:pPr>
              <a:lnSpc>
                <a:spcPct val="100000"/>
              </a:lnSpc>
            </a:pPr>
            <a:r>
              <a:rPr lang="es-DO" sz="3600" b="1" dirty="0">
                <a:solidFill>
                  <a:srgbClr val="1A1A2E"/>
                </a:solidFill>
                <a:latin typeface="Verlag Black"/>
              </a:rPr>
              <a:t>2- RECONOCER EL PODER DE DIOS</a:t>
            </a:r>
          </a:p>
        </p:txBody>
      </p:sp>
      <p:sp>
        <p:nvSpPr>
          <p:cNvPr id="3422" name="Arc 3421">
            <a:extLst>
              <a:ext uri="{FF2B5EF4-FFF2-40B4-BE49-F238E27FC236}">
                <ns2:creationId id="{081E4A58-353D-44AE-B2FC-2A74E2E400F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3" name="OrangeBar"/>
          <p:cNvSpPr/>
          <p:nvPr/>
        </p:nvSpPr>
        <p:spPr>
          <a:xfrm>
            <a:off x="685800" y="402336"/>
            <a:ext cx="1600200" cy="73152"/>
          </a:xfrm>
          <a:prstGeom prst="rect">
            <a:avLst/>
          </a:prstGeom>
          <a:solidFill>
            <a:srgbClr val="E85D04"/>
          </a:solidFill>
          <a:ln>
            <a:noFill/>
          </a:ln>
        </p:spPr>
      </p:sp>
      <p:sp>
        <p:nvSpPr>
          <p:cNvPr id="3424" name="GrayLine"/>
          <p:cNvSpPr/>
          <p:nvPr/>
        </p:nvSpPr>
        <p:spPr>
          <a:xfrm>
            <a:off x="685800" y="2862072"/>
            <a:ext cx="3291840" cy="10972"/>
          </a:xfrm>
          <a:prstGeom prst="rect">
            <a:avLst/>
          </a:prstGeom>
          <a:solidFill>
            <a:srgbClr val="B0B0B0"/>
          </a:solidFill>
          <a:ln>
            <a:noFill/>
          </a:ln>
        </p:spPr>
      </p:sp>
      <p:sp>
        <p:nvSpPr>
          <p:cNvPr id="4" name="CuadroTexto 3">
            <a:extLst>
              <a:ext uri="{FF2B5EF4-FFF2-40B4-BE49-F238E27FC236}">
                <ns2:creationId id="{E7A78180-DC0F-D7B1-2F9F-6481ADDD6E29}"/>
              </a:ext>
            </a:extLst>
          </p:cNvPr>
          <p:cNvSpPr txBox="1"/>
          <p:nvPr/>
        </p:nvSpPr>
        <p:spPr>
          <a:xfrm>
            <a:off x="685800" y="3026664"/>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444444"/>
                </a:solidFill>
                <a:latin typeface="Verlag Black"/>
              </a:rPr>
              <a:t>2 Reyes 4:22-30</a:t>
            </a:r>
          </a:p>
        </p:txBody>
      </p:sp>
    </p:spTree>
    <p:extLst>
      <p:ext uri="{BB962C8B-B14F-4D97-AF65-F5344CB8AC3E}">
        <p14:creationId val="4272440879"/>
      </p:ext>
    </p:extLst>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200" dirty="0" b="1">
                <a:solidFill>
                  <a:srgbClr val="FFFF00"/>
                </a:solidFill>
                <a:latin typeface="Calibri"/>
              </a:rPr>
              <a:t>2 Reyes 4:22-30</a:t>
            </a:r>
          </a:p>
          <a:p>
            <a:r>
              <a:rPr lang="es-DO" sz="4400" dirty="0" b="1">
                <a:solidFill>
                  <a:srgbClr val="FFFF00"/>
                </a:solidFill>
                <a:latin typeface="Calibri"/>
              </a:rPr>
              <a:t>22</a:t>
            </a:r>
            <a:r>
              <a:rPr lang="es-DO" sz="4400" dirty="0">
                <a:solidFill>
                  <a:srgbClr val="FFFFFF"/>
                </a:solidFill>
                <a:latin typeface="Calibri"/>
              </a:rPr>
              <a:t xml:space="preserve"> Llamó luego ella al padre del niño, y le dijo: Te ruego que envíes a mí alguno de los criados y una de las asnas, para que yo vaya corriendo al varón de Dios, y vuelva.</a:t>
            </a:r>
          </a:p>
          <a:p>
            <a:r>
              <a:rPr lang="es-DO" sz="4400" dirty="0" b="1">
                <a:solidFill>
                  <a:srgbClr val="FFFF00"/>
                </a:solidFill>
                <a:latin typeface="Calibri"/>
              </a:rPr>
              <a:t>25</a:t>
            </a:r>
            <a:r>
              <a:rPr lang="es-DO" sz="4400" dirty="0">
                <a:solidFill>
                  <a:srgbClr val="FFFFFF"/>
                </a:solidFill>
                <a:latin typeface="Calibri"/>
              </a:rPr>
              <a:t xml:space="preserve"> Partió, pues, y llegó al varón de Dios, al monte Carmelo. Y cuando el varón de Dios la vio de lejos, dijo a Giezi: He aquí la sunamita.</a:t>
            </a:r>
          </a:p>
        </p:txBody>
      </p:sp>
    </p:spTree>
    <p:extLst>
      <p:ext uri="{BB962C8B-B14F-4D97-AF65-F5344CB8AC3E}">
        <p14:creationId val="3202857800"/>
      </p:ext>
    </p:extLst>
  </p:cSld>
  <p:clrMapOvr>
    <a:masterClrMapping/>
  </p:clrMapOvr>
</p:sld>
</file>

<file path=ppt/slides/slide1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Nuestra misión consiste en resucitar a los muertos. Dios espera que seamos como Pedro en Jope </a:t>
            </a:r>
            <a:r>
              <a:rPr lang="es-DO" sz="4200" dirty="0" b="1">
                <a:latin typeface="Verlag Light" pitchFamily="2" charset="77"/>
              </a:rPr>
              <a:t>(Hechos 9:40)</a:t>
            </a:r>
            <a:r>
              <a:rPr lang="es-DO" sz="4200" dirty="0">
                <a:latin typeface="Verlag Light" pitchFamily="2" charset="77"/>
              </a:rPr>
              <a:t xml:space="preserve">, o como Pablo en Troas </a:t>
            </a:r>
            <a:r>
              <a:rPr lang="es-DO" sz="4200" dirty="0" b="1">
                <a:latin typeface="Verlag Light" pitchFamily="2" charset="77"/>
              </a:rPr>
              <a:t>(Hechos 20:10)</a:t>
            </a:r>
            <a:r>
              <a:rPr lang="es-DO" sz="4200" dirty="0">
                <a:latin typeface="Verlag Light" pitchFamily="2" charset="77"/>
              </a:rPr>
              <a:t>, que alguna Dorcas o algún Eutico, esperan a que les devolvamos la vida. Pero ¿cómo llevar a cabo semejante obra? Si permitimos que la incredulidad invada nuestro corazón seremos derrotados.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1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Eliseo era un hombre común, pero el Espíritu de Dios estaba sobre él. Igual también nosotros, en quienes “el amor de Dios ha sido derramado en nuestros corazones”, hemos dejado de ser personas comunes; y nos hemos convertido de una manera especial en templos del Espíritu Santo, donde Dios mora y actúa en nosotros y por la fe, hemos entrado en la profesión de obradores de milagros.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16.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420F56B8-5F7F-F7F6-8511-24B5339713EA}"/>
            </a:ext>
          </a:extLst>
        </p:cNvPr>
        <p:cNvGrpSpPr/>
        <p:nvPr/>
      </p:nvGrpSpPr>
      <p:grpSpPr>
        <a:xfrm>
          <a:off x="0" y="0"/>
          <a:ext cx="0" cy="0"/>
          <a:chOff x="0" y="0"/>
          <a:chExt cx="0" cy="0"/>
        </a:xfrm>
      </p:grpSpPr>
      <p:sp>
        <p:nvSpPr>
          <p:cNvPr id="3420" name="!!Rectangle">
            <a:extLst>
              <a:ext uri="{FF2B5EF4-FFF2-40B4-BE49-F238E27FC236}">
                <ns2:creationId id="{362810D9-2C5A-477D-949C-C191895477F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ns2:creationId id="{360D92C1-2EF0-C84C-E6AD-4B1DDFC1DA97}"/>
              </a:ext>
            </a:extLst>
          </p:cNvPr>
          <p:cNvPicPr>
            <a:picLocks noChangeAspect="1"/>
          </p:cNvPicPr>
          <p:nvPr/>
        </p:nvPicPr>
        <p:blipFill>
          <a:blip r:embed="rId3">
            <a:extLst>
              <a:ext uri="{28A0092B-C50C-407E-A947-70E740481C1C}">
                <a14:useLocalDpi val="0"/>
              </a:ext>
            </a:extLst>
          </a:blip>
          <a:srcRect l="3111" r="1" b="1"/>
          <a:stretch>
            <a:fillRect/>
          </a:stretch>
        </p:blipFill>
        <p:spPr>
          <a:xfrm>
            <a:off x="20" y="-9107"/>
            <a:ext cx="12191980" cy="6858000"/>
          </a:xfrm>
          <a:prstGeom prst="rect">
            <a:avLst/>
          </a:prstGeom>
        </p:spPr>
      </p:pic>
      <p:sp>
        <p:nvSpPr>
          <p:cNvPr id="9" name="CuadroTexto 8">
            <a:extLst>
              <a:ext uri="{FF2B5EF4-FFF2-40B4-BE49-F238E27FC236}">
                <ns2:creationId id="{475F29A1-E2A2-CD18-B199-8221731266CD}"/>
              </a:ext>
            </a:extLst>
          </p:cNvPr>
          <p:cNvSpPr txBox="1"/>
          <p:nvPr/>
        </p:nvSpPr>
        <p:spPr>
          <a:xfrm>
            <a:off x="685800" y="640080"/>
            <a:ext cx="3291840" cy="2148840"/>
          </a:xfrm>
          <a:prstGeom prst="rect">
            <a:avLst/>
          </a:prstGeom>
        </p:spPr>
        <p:txBody>
          <a:bodyPr vert="horz" lIns="91440" tIns="0" rIns="91440" bIns="0" rtlCol="0" anchor="t">
            <a:noAutofit/>
          </a:bodyPr>
          <a:lstStyle/>
          <a:p>
            <a:pPr>
              <a:lnSpc>
                <a:spcPct val="100000"/>
              </a:lnSpc>
            </a:pPr>
            <a:r>
              <a:rPr lang="es-DO" sz="3600" b="1" dirty="0">
                <a:solidFill>
                  <a:srgbClr val="1A1A2E"/>
                </a:solidFill>
                <a:latin typeface="Verlag Black"/>
              </a:rPr>
              <a:t>3- RECONOCER EL MÉTODO DIVINO</a:t>
            </a:r>
          </a:p>
        </p:txBody>
      </p:sp>
      <p:sp>
        <p:nvSpPr>
          <p:cNvPr id="3422" name="Arc 3421">
            <a:extLst>
              <a:ext uri="{FF2B5EF4-FFF2-40B4-BE49-F238E27FC236}">
                <ns2:creationId id="{081E4A58-353D-44AE-B2FC-2A74E2E400F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3" name="OrangeBar"/>
          <p:cNvSpPr/>
          <p:nvPr/>
        </p:nvSpPr>
        <p:spPr>
          <a:xfrm>
            <a:off x="685800" y="402336"/>
            <a:ext cx="1600200" cy="73152"/>
          </a:xfrm>
          <a:prstGeom prst="rect">
            <a:avLst/>
          </a:prstGeom>
          <a:solidFill>
            <a:srgbClr val="E85D04"/>
          </a:solidFill>
          <a:ln>
            <a:noFill/>
          </a:ln>
        </p:spPr>
      </p:sp>
      <p:sp>
        <p:nvSpPr>
          <p:cNvPr id="3424" name="GrayLine"/>
          <p:cNvSpPr/>
          <p:nvPr/>
        </p:nvSpPr>
        <p:spPr>
          <a:xfrm>
            <a:off x="685800" y="2862072"/>
            <a:ext cx="3291840" cy="10972"/>
          </a:xfrm>
          <a:prstGeom prst="rect">
            <a:avLst/>
          </a:prstGeom>
          <a:solidFill>
            <a:srgbClr val="B0B0B0"/>
          </a:solidFill>
          <a:ln>
            <a:noFill/>
          </a:ln>
        </p:spPr>
      </p:sp>
      <p:sp>
        <p:nvSpPr>
          <p:cNvPr id="4" name="CuadroTexto 3">
            <a:extLst>
              <a:ext uri="{FF2B5EF4-FFF2-40B4-BE49-F238E27FC236}">
                <ns2:creationId id="{E7A78180-DC0F-D7B1-2F9F-6481ADDD6E29}"/>
              </a:ext>
            </a:extLst>
          </p:cNvPr>
          <p:cNvSpPr txBox="1"/>
          <p:nvPr/>
        </p:nvSpPr>
        <p:spPr>
          <a:xfrm>
            <a:off x="685800" y="3026664"/>
            <a:ext cx="3291840" cy="1463040"/>
          </a:xfrm>
          <a:prstGeom prst="rect">
            <a:avLst/>
          </a:prstGeom>
        </p:spPr>
        <p:txBody>
          <a:bodyPr vert="horz" lIns="91440" tIns="0" rIns="91440" bIns="0" rtlCol="0" anchor="t">
            <a:noAutofit/>
          </a:bodyPr>
          <a:lstStyle/>
          <a:p>
            <a:pPr marL="228600" indent="-228600">
              <a:buFont typeface="Arial" pitchFamily="34" charset="0"/>
              <a:buChar char="•"/>
            </a:pPr>
            <a:r>
              <a:rPr lang="es-DO" sz="1800" b="1" dirty="0">
                <a:solidFill>
                  <a:srgbClr val="444444"/>
                </a:solidFill>
                <a:latin typeface="Verlag Black"/>
              </a:rPr>
              <a:t>2 Reyes 4:31-37</a:t>
            </a:r>
          </a:p>
        </p:txBody>
      </p:sp>
    </p:spTree>
    <p:extLst>
      <p:ext uri="{BB962C8B-B14F-4D97-AF65-F5344CB8AC3E}">
        <p14:creationId val="4272440879"/>
      </p:ext>
    </p:extLst>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200" dirty="0" b="1">
                <a:solidFill>
                  <a:srgbClr val="FFFF00"/>
                </a:solidFill>
                <a:latin typeface="Calibri"/>
              </a:rPr>
              <a:t>2 Reyes 4:32-36</a:t>
            </a:r>
          </a:p>
          <a:p>
            <a:r>
              <a:rPr lang="es-DO" sz="4400" dirty="0" b="1">
                <a:solidFill>
                  <a:srgbClr val="FFFF00"/>
                </a:solidFill>
                <a:latin typeface="Calibri"/>
              </a:rPr>
              <a:t>32</a:t>
            </a:r>
            <a:r>
              <a:rPr lang="es-DO" sz="4400" dirty="0">
                <a:solidFill>
                  <a:srgbClr val="FFFFFF"/>
                </a:solidFill>
                <a:latin typeface="Calibri"/>
              </a:rPr>
              <a:t xml:space="preserve"> Y venido Eliseo a la casa, he aquí que el niño estaba muerto tendido sobre su cama.</a:t>
            </a:r>
          </a:p>
          <a:p>
            <a:r>
              <a:rPr lang="es-DO" sz="4400" dirty="0" b="1">
                <a:solidFill>
                  <a:srgbClr val="FFFF00"/>
                </a:solidFill>
                <a:latin typeface="Calibri"/>
              </a:rPr>
              <a:t>33</a:t>
            </a:r>
            <a:r>
              <a:rPr lang="es-DO" sz="4400" dirty="0">
                <a:solidFill>
                  <a:srgbClr val="FFFFFF"/>
                </a:solidFill>
                <a:latin typeface="Calibri"/>
              </a:rPr>
              <a:t xml:space="preserve"> Entrando él entonces, cerró la puerta tras ambos, y oró a Jehová.</a:t>
            </a:r>
          </a:p>
        </p:txBody>
      </p:sp>
    </p:spTree>
    <p:extLst>
      <p:ext uri="{BB962C8B-B14F-4D97-AF65-F5344CB8AC3E}">
        <p14:creationId val="3202857800"/>
      </p:ext>
    </p:extLst>
  </p:cSld>
  <p:clrMapOvr>
    <a:masterClrMapping/>
  </p:clrMapOvr>
</p:sld>
</file>

<file path=ppt/slides/slide1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Bueno hubiera sido para Eliseo haber seguido el ejemplo de su maestro Elías. De haber procedido de esta forma no habría enviado a Giezi con el báculo; sino que hubiese hecho lo que se vio obligado a hacer más tarde. En </a:t>
            </a:r>
            <a:r>
              <a:rPr lang="es-DO" sz="4200" dirty="0" b="1">
                <a:latin typeface="Verlag Light" pitchFamily="2" charset="77"/>
              </a:rPr>
              <a:t>1 Reyes 17</a:t>
            </a:r>
            <a:r>
              <a:rPr lang="es-DO" sz="4200" dirty="0">
                <a:latin typeface="Verlag Light" pitchFamily="2" charset="77"/>
              </a:rPr>
              <a:t xml:space="preserve"> se narra de cómo Elías resucitó a un niño y había dejado a su siervo un ejemplo perfecto. Analicemos el método: (1) Una carga continua por los perdidos.</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1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(2) “Cerró la puerta… y oró a Jehová” </a:t>
            </a:r>
            <a:r>
              <a:rPr lang="es-DO" sz="4200" dirty="0" b="1">
                <a:latin typeface="Verlag Light" pitchFamily="2" charset="77"/>
              </a:rPr>
              <a:t>(4:33)</a:t>
            </a:r>
            <a:r>
              <a:rPr lang="es-DO" sz="4200" dirty="0">
                <a:latin typeface="Verlag Light" pitchFamily="2" charset="77"/>
              </a:rPr>
              <a:t>, debemos llevar ante el trono de la gracia cada una de las personas que queramos que sean salvas e interceder y clamar por ellas, hasta que entren en calor y la vida de Dios comience a fluir y a reflejarse en ellos. (3) Implementar estrategias. Después de orar Eliseo tomó acción. La oración y la acción deben ir juntas.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5323279"/>
          </a:xfrm>
          <a:prstGeom prst="rect">
            <a:avLst/>
          </a:prstGeom>
          <a:noFill/>
        </p:spPr>
        <p:txBody>
          <a:bodyPr wrap="square" anchor="t">
            <a:noAutofit/>
          </a:bodyPr>
          <a:lstStyle>
            <a:lvl1pPr marL="0" indent="0">
              <a:buNone/>
              <a:defRPr sz="4000">
                <a:latin typeface="Verlag Light" pitchFamily="2" charset="77"/>
              </a:defRPr>
            </a:lvl1pPr>
          </a:lstStyle>
          <a:p>
            <a:pPr marL="0" indent="0" algn="l">
              <a:buNone/>
            </a:pPr>
            <a:r>
              <a:rPr lang="es-DO" sz="4000" dirty="0">
                <a:latin typeface="Verlag Light" pitchFamily="2" charset="77"/>
              </a:rPr>
              <a:t xml:space="preserve">La meta de la Iglesia no es solo informar acerca de la verdad de Cristo, sino lograr que “Cristo” sea formado en cada uno de sus miembros. Como dijera san Pablo: “Hijitos míos, por quienes vuelvo a sufrir dolores de parto, hasta que Cristo sea formado en Él. Nuestra meta no es solo que “el niño (pecador) entre en calor” </a:t>
            </a:r>
            <a:r>
              <a:rPr lang="es-DO" sz="4000" dirty="0" b="1">
                <a:latin typeface="Verlag Light" pitchFamily="2" charset="77"/>
              </a:rPr>
              <a:t>(2 Reyes 4:31)</a:t>
            </a:r>
            <a:r>
              <a:rPr lang="es-DO" sz="4000" dirty="0">
                <a:latin typeface="Verlag Light" pitchFamily="2" charset="77"/>
              </a:rPr>
              <a:t xml:space="preserve">, se emocione, se entusiasme por un tiempo, le guste la alabanza, socialice con otros jóvenes, nuestra meta es: … “presentar perfecto en Cristo Jesús a todo hombre…” </a:t>
            </a:r>
            <a:r>
              <a:rPr lang="es-DO" sz="4000" dirty="0" b="1">
                <a:latin typeface="Verlag Light" pitchFamily="2" charset="77"/>
              </a:rPr>
              <a:t>(Colosenses 1:28)</a:t>
            </a:r>
            <a:r>
              <a:rPr lang="es-DO" sz="4000" dirty="0">
                <a:latin typeface="Verlag Light" pitchFamily="2" charset="77"/>
              </a:rPr>
              <a:t>.</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2D2BB58A-18E1-9AC5-C622-BB263529F775}"/>
            </a:ext>
          </a:extLst>
        </p:cNvPr>
        <p:cNvGrpSpPr/>
        <p:nvPr/>
      </p:nvGrpSpPr>
      <p:grpSpPr>
        <a:xfrm>
          <a:off x="0" y="0"/>
          <a:ext cx="0" cy="0"/>
          <a:chOff x="0" y="0"/>
          <a:chExt cx="0" cy="0"/>
        </a:xfrm>
      </p:grpSpPr>
      <p:sp>
        <p:nvSpPr>
          <p:cNvPr id="8" name="TextBox 3">
            <a:extLst>
              <a:ext uri="{FF2B5EF4-FFF2-40B4-BE49-F238E27FC236}">
                <ns2:creationId id="{ADD974E5-EF49-9D3E-6E87-1FB4FEE3E7E0}"/>
              </a:ext>
            </a:extLst>
          </p:cNvPr>
          <p:cNvSpPr txBox="1"/>
          <p:nvPr/>
        </p:nvSpPr>
        <p:spPr>
          <a:xfrm>
            <a:off x="346315" y="438291"/>
            <a:ext cx="838200"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Estudio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DO" sz="2000" b="0" i="0" u="none" strike="noStrike" kern="1200" cap="none" spc="0" normalizeH="0" baseline="0" noProof="0">
                <a:ln>
                  <a:noFill/>
                </a:ln>
                <a:solidFill>
                  <a:prstClr val="black"/>
                </a:solidFill>
                <a:effectLst/>
                <a:uLnTx/>
                <a:uFillTx/>
                <a:latin typeface="Agency FB" panose="020B0503020202020204" pitchFamily="34" charset="0"/>
                <a:ea typeface="+mn-ea"/>
                <a:cs typeface="+mn-cs"/>
              </a:rPr>
              <a:t>Bíblico</a:t>
            </a:r>
          </a:p>
        </p:txBody>
      </p:sp>
      <p:sp>
        <p:nvSpPr>
          <p:cNvPr id="9" name="TextBox 4">
            <a:extLst>
              <a:ext uri="{FF2B5EF4-FFF2-40B4-BE49-F238E27FC236}">
                <ns2:creationId id="{B41508E3-E2DE-7692-B980-ABCAF752C618}"/>
              </a:ext>
            </a:extLst>
          </p:cNvPr>
          <p:cNvSpPr txBox="1"/>
          <p:nvPr/>
        </p:nvSpPr>
        <p:spPr>
          <a:xfrm>
            <a:off x="1130383" y="369030"/>
            <a:ext cx="102870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DO" sz="5000" b="1"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latin typeface="Gill Sans MT"/>
              </a:rPr>
              <a:t>17</a:t>
            </a:r>
            <a:endParaRPr kumimoji="0" lang="es-DO" sz="5000" b="1" i="0" u="none" strike="noStrike" kern="1200" cap="none" spc="0" normalizeH="0" baseline="0" noProof="0" dirty="0">
              <a:ln w="19050">
                <a:solidFill>
                  <a:srgbClr val="4F271C">
                    <a:tint val="1000"/>
                  </a:srgbClr>
                </a:solidFill>
                <a:prstDash val="solid"/>
              </a:ln>
              <a:solidFill>
                <a:srgbClr val="C32D2E"/>
              </a:solidFill>
              <a:effectLst>
                <a:outerShdw blurRad="50000" dist="50800" dir="7500000" algn="tl">
                  <a:srgbClr val="000000">
                    <a:shade val="5000"/>
                    <a:alpha val="35000"/>
                  </a:srgbClr>
                </a:outerShdw>
              </a:effectLst>
              <a:uLnTx/>
              <a:uFillTx/>
              <a:latin typeface="Gill Sans MT"/>
              <a:ea typeface="+mn-ea"/>
              <a:cs typeface="+mn-cs"/>
            </a:endParaRPr>
          </a:p>
        </p:txBody>
      </p:sp>
      <p:sp>
        <p:nvSpPr>
          <p:cNvPr id="12" name="TextBox 7">
            <a:extLst>
              <a:ext uri="{FF2B5EF4-FFF2-40B4-BE49-F238E27FC236}">
                <ns2:creationId id="{9FED1EE3-B8E2-98B2-72F6-989409A18903}"/>
              </a:ext>
            </a:extLst>
          </p:cNvPr>
          <p:cNvSpPr txBox="1"/>
          <p:nvPr/>
        </p:nvSpPr>
        <p:spPr>
          <a:xfrm>
            <a:off x="3594781" y="5288340"/>
            <a:ext cx="479516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DO" sz="2400" b="1" i="0" u="none" strike="noStrike" kern="1200" cap="none" spc="0" normalizeH="0" baseline="0" noProof="0" dirty="0">
                <a:ln>
                  <a:noFill/>
                </a:ln>
                <a:solidFill>
                  <a:prstClr val="black"/>
                </a:solidFill>
                <a:effectLst/>
                <a:uLnTx/>
                <a:uFillTx/>
                <a:latin typeface="Gill Sans MT"/>
                <a:ea typeface="+mn-ea"/>
                <a:cs typeface="+mn-cs"/>
              </a:rPr>
              <a:t>Base Bíblica: </a:t>
            </a:r>
          </a:p>
          <a:p>
            <a:pPr marL="0" marR="0" lvl="0" indent="0" algn="ctr" defTabSz="914400" rtl="0" eaLnBrk="1" fontAlgn="auto" latinLnBrk="0" hangingPunct="1">
              <a:lnSpc>
                <a:spcPct val="100000"/>
              </a:lnSpc>
              <a:spcBef>
                <a:spcPts val="0"/>
              </a:spcBef>
              <a:spcAft>
                <a:spcPts val="0"/>
              </a:spcAft>
              <a:buClrTx/>
              <a:buSzTx/>
              <a:buFontTx/>
              <a:buNone/>
              <a:tabLst/>
              <a:defRPr/>
            </a:pPr>
            <a:r>
              <a:rPr lang="es-DO" sz="2400" dirty="0" b="1">
                <a:solidFill>
                  <a:prstClr val="black"/>
                </a:solidFill>
                <a:latin typeface="Gill Sans MT"/>
              </a:rPr>
              <a:t>Hechos 20:7-12</a:t>
            </a:r>
            <a:r>
              <a:rPr lang="es-DO" sz="2400" dirty="0">
                <a:solidFill>
                  <a:prstClr val="black"/>
                </a:solidFill>
                <a:latin typeface="Gill Sans MT"/>
              </a:rPr>
              <a:t xml:space="preserve">; </a:t>
            </a:r>
            <a:r>
              <a:rPr lang="es-DO" sz="2400" dirty="0" b="1">
                <a:solidFill>
                  <a:prstClr val="black"/>
                </a:solidFill>
                <a:latin typeface="Gill Sans MT"/>
              </a:rPr>
              <a:t>1 Corintios 10:12,13</a:t>
            </a:r>
            <a:endParaRPr kumimoji="0" lang="es-DO" sz="2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14" name="CuadroTexto 13">
            <a:extLst>
              <a:ext uri="{FF2B5EF4-FFF2-40B4-BE49-F238E27FC236}">
                <ns2:creationId id="{010A3B56-953A-DD77-2B08-E8268DDB3FB7}"/>
              </a:ext>
            </a:extLst>
          </p:cNvPr>
          <p:cNvSpPr txBox="1"/>
          <p:nvPr/>
        </p:nvSpPr>
        <p:spPr>
          <a:xfrm>
            <a:off x="142875" y="1947913"/>
            <a:ext cx="11323911" cy="1323439"/>
          </a:xfrm>
          <a:prstGeom prst="rect">
            <a:avLst/>
          </a:prstGeom>
          <a:noFill/>
        </p:spPr>
        <p:txBody>
          <a:bodyPr wrap="square">
            <a:spAutoFit/>
          </a:bodyPr>
          <a:lstStyle/>
          <a:p>
            <a:pPr algn="ctr">
              <a:defRPr/>
            </a:pPr>
            <a:r>
              <a:rPr lang="es-DO" sz="8000" dirty="0">
                <a:solidFill>
                  <a:prstClr val="black"/>
                </a:solidFill>
                <a:effectLst>
                  <a:outerShdw blurRad="38100" dist="38100" dir="2700000" algn="tl">
                    <a:srgbClr val="000000">
                      <a:alpha val="43137"/>
                    </a:srgbClr>
                  </a:outerShdw>
                </a:effectLst>
                <a:latin typeface="Verlag Black" pitchFamily="2" charset="0"/>
              </a:rPr>
              <a:t>UN ABRAZO QUE DA VIDA</a:t>
            </a:r>
          </a:p>
        </p:txBody>
      </p:sp>
      <p:pic>
        <p:nvPicPr>
          <p:cNvPr id="3" name="Imagen 2">
            <a:extLst>
              <a:ext uri="{FF2B5EF4-FFF2-40B4-BE49-F238E27FC236}">
                <ns2:creationId id="{9721E8E1-1B1D-1A47-A992-43BB412E6E90}"/>
              </a:ext>
            </a:extLst>
          </p:cNvPr>
          <p:cNvPicPr>
            <a:picLocks noChangeAspect="1"/>
          </p:cNvPicPr>
          <p:nvPr/>
        </p:nvPicPr>
        <p:blipFill>
          <a:blip r:embed="rId3"/>
          <a:stretch>
            <a:fillRect/>
          </a:stretch>
        </p:blipFill>
        <p:spPr>
          <a:xfrm>
            <a:off x="9702313" y="145102"/>
            <a:ext cx="2426969" cy="1733550"/>
          </a:xfrm>
          <a:prstGeom prst="rect">
            <a:avLst/>
          </a:prstGeom>
        </p:spPr>
      </p:pic>
      <p:sp>
        <p:nvSpPr>
          <p:cNvPr id="10" name="Rounded Rectangle 5">
            <a:extLst>
              <a:ext uri="{FF2B5EF4-FFF2-40B4-BE49-F238E27FC236}">
                <ns2:creationId id="{D5623D34-1FEA-565B-B36C-23FB99015E82}"/>
              </a:ext>
            </a:extLst>
          </p:cNvPr>
          <p:cNvSpPr/>
          <p:nvPr/>
        </p:nvSpPr>
        <p:spPr>
          <a:xfrm>
            <a:off x="387285" y="361347"/>
            <a:ext cx="1594460" cy="861774"/>
          </a:xfrm>
          <a:prstGeom prst="roundRect">
            <a:avLst/>
          </a:prstGeom>
          <a:solidFill>
            <a:srgbClr val="FFC000">
              <a:alpha val="20000"/>
            </a:srgbClr>
          </a:solidFill>
          <a:ln w="25400" cap="flat" cmpd="sng" algn="ctr">
            <a:solidFill>
              <a:srgbClr val="3891A7">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DO" sz="1800" b="0" i="0" u="none" strike="noStrike" kern="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val="2887947381"/>
      </p:ext>
    </p:extLst>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21</a:t>
            </a:r>
            <a:r>
              <a:rPr lang="es-DO" sz="4400" dirty="0"/>
              <a:t xml:space="preserve"> Ella entonces subió, y lo puso sobre la cama del varón de Dios, y cerrando la puerta, se salió.</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4:32-34</a:t>
            </a:r>
          </a:p>
          <a:p>
            <a:r>
              <a:rPr lang="es-DO" sz="4400" dirty="0" b="1">
                <a:solidFill>
                  <a:srgbClr val="FF0000"/>
                </a:solidFill>
              </a:rPr>
              <a:t>32</a:t>
            </a:r>
            <a:r>
              <a:rPr lang="es-DO" sz="4400" dirty="0"/>
              <a:t xml:space="preserve"> Y venido Eliseo a la casa, he aquí que el niño estaba muerto tendido sobre su cama.</a:t>
            </a:r>
          </a:p>
          <a:p>
            <a:r>
              <a:rPr lang="es-DO" sz="4400" dirty="0" b="1">
                <a:solidFill>
                  <a:srgbClr val="FF0000"/>
                </a:solidFill>
              </a:rPr>
              <a:t>33</a:t>
            </a:r>
            <a:r>
              <a:rPr lang="es-DO" sz="4400" dirty="0"/>
              <a:t xml:space="preserve"> Entrando él entonces, cerró la puerta tras ambos, y oró a Jehová.</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24.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Al parecer ella tenía verdaderos valores espirituales, porque hizo una habitación especial en el terrado de su casa para el profeta visitante: su “cuarto de oración”. En ella colocó una cama, una mesa, una silla y un candelero, lo básico para un verdadero siervo de Dios. Para recompensarla, Dios le dio un hijo. Pero el hijo enfermó en el campo por insolación y lo llevaron muerto a la casa.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5.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Sin embargo, la madre no se desesperó, ni culpó a nadie; de inmediato partió hacia el Carmelo a buscar al profeta para que suplicara por ella ante el Dueño de la vida, y consiguiera para ella una respuesta. Ella no quiso tratar con Giezi, el criado del profeta, quien también fracasó tratando de resucitar al muchacho, porque pensaba que solo dormía </a:t>
            </a:r>
            <a:r>
              <a:rPr lang="es-DO" sz="4200" dirty="0" b="1">
                <a:latin typeface="Verlag Light" pitchFamily="2" charset="77"/>
              </a:rPr>
              <a:t>(2 Reyes 4:31)</a:t>
            </a:r>
            <a:r>
              <a:rPr lang="es-DO" sz="4200" dirty="0">
                <a:latin typeface="Verlag Light" pitchFamily="2" charset="77"/>
              </a:rPr>
              <a:t>.</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6.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Eliseo</a:t>
            </a:r>
            <a:r>
              <a:rPr lang="es-DO" sz="4200" dirty="0">
                <a:latin typeface="Verlag Light" pitchFamily="2" charset="77"/>
              </a:rPr>
              <a:t xml:space="preserve"> </a:t>
            </a:r>
            <a:r>
              <a:rPr lang="es-DO" sz="4200" dirty="0">
                <a:latin typeface="Verlag Light" pitchFamily="2" charset="77"/>
              </a:rPr>
              <a:t>tuvo</a:t>
            </a:r>
            <a:r>
              <a:rPr lang="es-DO" sz="4200" dirty="0">
                <a:latin typeface="Verlag Light" pitchFamily="2" charset="77"/>
              </a:rPr>
              <a:t xml:space="preserve"> </a:t>
            </a:r>
            <a:r>
              <a:rPr lang="es-DO" sz="4200" dirty="0">
                <a:latin typeface="Verlag Light" pitchFamily="2" charset="77"/>
              </a:rPr>
              <a:t>que</a:t>
            </a:r>
            <a:r>
              <a:rPr lang="es-DO" sz="4200" dirty="0">
                <a:latin typeface="Verlag Light" pitchFamily="2" charset="77"/>
              </a:rPr>
              <a:t xml:space="preserve"> </a:t>
            </a:r>
            <a:r>
              <a:rPr lang="es-DO" sz="4200" dirty="0">
                <a:latin typeface="Verlag Light" pitchFamily="2" charset="77"/>
              </a:rPr>
              <a:t>hacer</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viaje</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levantar</a:t>
            </a:r>
            <a:r>
              <a:rPr lang="es-DO" sz="4200" dirty="0">
                <a:latin typeface="Verlag Light" pitchFamily="2" charset="77"/>
              </a:rPr>
              <a:t xml:space="preserve"> </a:t>
            </a:r>
            <a:r>
              <a:rPr lang="es-DO" sz="4200" dirty="0">
                <a:latin typeface="Verlag Light" pitchFamily="2" charset="77"/>
              </a:rPr>
              <a:t>al</a:t>
            </a:r>
            <a:r>
              <a:rPr lang="es-DO" sz="4200" dirty="0">
                <a:latin typeface="Verlag Light" pitchFamily="2" charset="77"/>
              </a:rPr>
              <a:t xml:space="preserve"> </a:t>
            </a:r>
            <a:r>
              <a:rPr lang="es-DO" sz="4200" dirty="0">
                <a:latin typeface="Verlag Light" pitchFamily="2" charset="77"/>
              </a:rPr>
              <a:t>muchacho,</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cual</a:t>
            </a:r>
            <a:r>
              <a:rPr lang="es-DO" sz="4200" dirty="0">
                <a:latin typeface="Verlag Light" pitchFamily="2" charset="77"/>
              </a:rPr>
              <a:t xml:space="preserve"> </a:t>
            </a:r>
            <a:r>
              <a:rPr lang="es-DO" sz="4200" dirty="0">
                <a:latin typeface="Verlag Light" pitchFamily="2" charset="77"/>
              </a:rPr>
              <a:t>había</a:t>
            </a:r>
            <a:r>
              <a:rPr lang="es-DO" sz="4200" dirty="0">
                <a:latin typeface="Verlag Light" pitchFamily="2" charset="77"/>
              </a:rPr>
              <a:t xml:space="preserve"> </a:t>
            </a:r>
            <a:r>
              <a:rPr lang="es-DO" sz="4200" dirty="0">
                <a:latin typeface="Verlag Light" pitchFamily="2" charset="77"/>
              </a:rPr>
              <a:t>sido</a:t>
            </a:r>
            <a:r>
              <a:rPr lang="es-DO" sz="4200" dirty="0">
                <a:latin typeface="Verlag Light" pitchFamily="2" charset="77"/>
              </a:rPr>
              <a:t xml:space="preserve"> </a:t>
            </a:r>
            <a:r>
              <a:rPr lang="es-DO" sz="4200" dirty="0">
                <a:latin typeface="Verlag Light" pitchFamily="2" charset="77"/>
              </a:rPr>
              <a:t>puesto</a:t>
            </a:r>
            <a:r>
              <a:rPr lang="es-DO" sz="4200" dirty="0">
                <a:latin typeface="Verlag Light" pitchFamily="2" charset="77"/>
              </a:rPr>
              <a:t xml:space="preserve"> </a:t>
            </a:r>
            <a:r>
              <a:rPr lang="es-DO" sz="4200" dirty="0">
                <a:latin typeface="Verlag Light" pitchFamily="2" charset="77"/>
              </a:rPr>
              <a:t>en</a:t>
            </a:r>
            <a:r>
              <a:rPr lang="es-DO" sz="4200" dirty="0">
                <a:latin typeface="Verlag Light" pitchFamily="2" charset="77"/>
              </a:rPr>
              <a:t xml:space="preserve"> </a:t>
            </a:r>
            <a:r>
              <a:rPr lang="es-DO" sz="4200" dirty="0">
                <a:latin typeface="Verlag Light" pitchFamily="2" charset="77"/>
              </a:rPr>
              <a:t>“su</a:t>
            </a:r>
            <a:r>
              <a:rPr lang="es-DO" sz="4200" dirty="0">
                <a:latin typeface="Verlag Light" pitchFamily="2" charset="77"/>
              </a:rPr>
              <a:t xml:space="preserve"> </a:t>
            </a:r>
            <a:r>
              <a:rPr lang="es-DO" sz="4200" dirty="0">
                <a:latin typeface="Verlag Light" pitchFamily="2" charset="77"/>
              </a:rPr>
              <a:t>cama”.</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versículo</a:t>
            </a:r>
            <a:r>
              <a:rPr lang="es-DO" sz="4200" dirty="0">
                <a:latin typeface="Verlag Light" pitchFamily="2" charset="77"/>
              </a:rPr>
              <a:t xml:space="preserve"> </a:t>
            </a:r>
            <a:r>
              <a:rPr lang="es-DO" sz="4200" dirty="0">
                <a:latin typeface="Verlag Light" pitchFamily="2" charset="77"/>
              </a:rPr>
              <a:t>34</a:t>
            </a:r>
            <a:r>
              <a:rPr lang="es-DO" sz="4200" dirty="0">
                <a:latin typeface="Verlag Light" pitchFamily="2" charset="77"/>
              </a:rPr>
              <a:t xml:space="preserve"> </a:t>
            </a:r>
            <a:r>
              <a:rPr lang="es-DO" sz="4200" dirty="0">
                <a:latin typeface="Verlag Light" pitchFamily="2" charset="77"/>
              </a:rPr>
              <a:t>es</a:t>
            </a:r>
            <a:r>
              <a:rPr lang="es-DO" sz="4200" dirty="0">
                <a:latin typeface="Verlag Light" pitchFamily="2" charset="77"/>
              </a:rPr>
              <a:t xml:space="preserve"> </a:t>
            </a:r>
            <a:r>
              <a:rPr lang="es-DO" sz="4200" dirty="0">
                <a:latin typeface="Verlag Light" pitchFamily="2" charset="77"/>
              </a:rPr>
              <a:t>una</a:t>
            </a:r>
            <a:r>
              <a:rPr lang="es-DO" sz="4200" dirty="0">
                <a:latin typeface="Verlag Light" pitchFamily="2" charset="77"/>
              </a:rPr>
              <a:t xml:space="preserve"> </a:t>
            </a:r>
            <a:r>
              <a:rPr lang="es-DO" sz="4200" dirty="0">
                <a:latin typeface="Verlag Light" pitchFamily="2" charset="77"/>
              </a:rPr>
              <a:t>hermosa</a:t>
            </a:r>
            <a:r>
              <a:rPr lang="es-DO" sz="4200" dirty="0">
                <a:latin typeface="Verlag Light" pitchFamily="2" charset="77"/>
              </a:rPr>
              <a:t xml:space="preserve"> </a:t>
            </a:r>
            <a:r>
              <a:rPr lang="es-DO" sz="4200" dirty="0">
                <a:latin typeface="Verlag Light" pitchFamily="2" charset="77"/>
              </a:rPr>
              <a:t>ilustración</a:t>
            </a:r>
            <a:r>
              <a:rPr lang="es-DO" sz="4200" dirty="0">
                <a:latin typeface="Verlag Light" pitchFamily="2" charset="77"/>
              </a:rPr>
              <a:t xml:space="preserve"> </a:t>
            </a:r>
            <a:r>
              <a:rPr lang="es-DO" sz="4200" dirty="0">
                <a:latin typeface="Verlag Light" pitchFamily="2" charset="77"/>
              </a:rPr>
              <a:t>del</a:t>
            </a:r>
            <a:r>
              <a:rPr lang="es-DO" sz="4200" dirty="0">
                <a:latin typeface="Verlag Light" pitchFamily="2" charset="77"/>
              </a:rPr>
              <a:t xml:space="preserve"> </a:t>
            </a:r>
            <a:r>
              <a:rPr lang="es-DO" sz="4200" dirty="0">
                <a:latin typeface="Verlag Light" pitchFamily="2" charset="77"/>
              </a:rPr>
              <a:t>esfuerzo,</a:t>
            </a:r>
            <a:r>
              <a:rPr lang="es-DO" sz="4200" dirty="0">
                <a:latin typeface="Verlag Light" pitchFamily="2" charset="77"/>
              </a:rPr>
              <a:t xml:space="preserve"> </a:t>
            </a:r>
            <a:r>
              <a:rPr lang="es-DO" sz="4200" dirty="0">
                <a:latin typeface="Verlag Light" pitchFamily="2" charset="77"/>
              </a:rPr>
              <a:t>entrega</a:t>
            </a:r>
            <a:r>
              <a:rPr lang="es-DO" sz="4200" dirty="0">
                <a:latin typeface="Verlag Light" pitchFamily="2" charset="77"/>
              </a:rPr>
              <a:t xml:space="preserve"> </a:t>
            </a:r>
            <a:r>
              <a:rPr lang="es-DO" sz="4200" dirty="0">
                <a:latin typeface="Verlag Light" pitchFamily="2" charset="77"/>
              </a:rPr>
              <a:t>y</a:t>
            </a:r>
            <a:r>
              <a:rPr lang="es-DO" sz="4200" dirty="0">
                <a:latin typeface="Verlag Light" pitchFamily="2" charset="77"/>
              </a:rPr>
              <a:t xml:space="preserve"> </a:t>
            </a:r>
            <a:r>
              <a:rPr lang="es-DO" sz="4200" dirty="0">
                <a:latin typeface="Verlag Light" pitchFamily="2" charset="77"/>
              </a:rPr>
              <a:t>amor</a:t>
            </a:r>
            <a:r>
              <a:rPr lang="es-DO" sz="4200" dirty="0">
                <a:latin typeface="Verlag Light" pitchFamily="2" charset="77"/>
              </a:rPr>
              <a:t xml:space="preserve"> </a:t>
            </a:r>
            <a:r>
              <a:rPr lang="es-DO" sz="4200" dirty="0">
                <a:latin typeface="Verlag Light" pitchFamily="2" charset="77"/>
              </a:rPr>
              <a:t>que</a:t>
            </a:r>
            <a:r>
              <a:rPr lang="es-DO" sz="4200" dirty="0">
                <a:latin typeface="Verlag Light" pitchFamily="2" charset="77"/>
              </a:rPr>
              <a:t xml:space="preserve"> </a:t>
            </a:r>
            <a:r>
              <a:rPr lang="es-DO" sz="4200" dirty="0">
                <a:latin typeface="Verlag Light" pitchFamily="2" charset="77"/>
              </a:rPr>
              <a:t>se</a:t>
            </a:r>
            <a:r>
              <a:rPr lang="es-DO" sz="4200" dirty="0">
                <a:latin typeface="Verlag Light" pitchFamily="2" charset="77"/>
              </a:rPr>
              <a:t xml:space="preserve"> </a:t>
            </a:r>
            <a:r>
              <a:rPr lang="es-DO" sz="4200" dirty="0">
                <a:latin typeface="Verlag Light" pitchFamily="2" charset="77"/>
              </a:rPr>
              <a:t>requiere</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ganar</a:t>
            </a:r>
            <a:r>
              <a:rPr lang="es-DO" sz="4200" dirty="0">
                <a:latin typeface="Verlag Light" pitchFamily="2" charset="77"/>
              </a:rPr>
              <a:t xml:space="preserve"> </a:t>
            </a:r>
            <a:r>
              <a:rPr lang="es-DO" sz="4200" dirty="0">
                <a:latin typeface="Verlag Light" pitchFamily="2" charset="77"/>
              </a:rPr>
              <a:t>un</a:t>
            </a:r>
            <a:r>
              <a:rPr lang="es-DO" sz="4200" dirty="0">
                <a:latin typeface="Verlag Light" pitchFamily="2" charset="77"/>
              </a:rPr>
              <a:t xml:space="preserve"> </a:t>
            </a:r>
            <a:r>
              <a:rPr lang="es-DO" sz="4200" dirty="0">
                <a:latin typeface="Verlag Light" pitchFamily="2" charset="77"/>
              </a:rPr>
              <a:t>alma</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reino</a:t>
            </a:r>
            <a:r>
              <a:rPr lang="es-DO" sz="4200" dirty="0">
                <a:latin typeface="Verlag Light" pitchFamily="2" charset="77"/>
              </a:rPr>
              <a:t xml:space="preserve"> </a:t>
            </a:r>
            <a:r>
              <a:rPr lang="es-DO" sz="4200" dirty="0">
                <a:latin typeface="Verlag Light" pitchFamily="2" charset="77"/>
              </a:rPr>
              <a:t>de</a:t>
            </a:r>
            <a:r>
              <a:rPr lang="es-DO" sz="4200" dirty="0">
                <a:latin typeface="Verlag Light" pitchFamily="2" charset="77"/>
              </a:rPr>
              <a:t xml:space="preserve"> </a:t>
            </a:r>
            <a:r>
              <a:rPr lang="es-DO" sz="4200" dirty="0">
                <a:latin typeface="Verlag Light" pitchFamily="2" charset="77"/>
              </a:rPr>
              <a:t>Dios.</a:t>
            </a:r>
            <a:r>
              <a:rPr lang="es-DO" sz="4200" dirty="0">
                <a:latin typeface="Verlag Light" pitchFamily="2" charset="77"/>
              </a:rPr>
              <a:t xml:space="preserve"> </a:t>
            </a:r>
            <a:r>
              <a:rPr lang="es-DO" sz="4200" dirty="0">
                <a:latin typeface="Verlag Light" pitchFamily="2" charset="77"/>
              </a:rPr>
              <a:t>En</a:t>
            </a:r>
            <a:r>
              <a:rPr lang="es-DO" sz="4200" dirty="0">
                <a:latin typeface="Verlag Light" pitchFamily="2" charset="77"/>
              </a:rPr>
              <a:t xml:space="preserve"> </a:t>
            </a:r>
            <a:r>
              <a:rPr lang="es-DO" sz="4200" dirty="0">
                <a:latin typeface="Verlag Light" pitchFamily="2" charset="77"/>
              </a:rPr>
              <a:t>cierto</a:t>
            </a:r>
            <a:r>
              <a:rPr lang="es-DO" sz="4200" dirty="0">
                <a:latin typeface="Verlag Light" pitchFamily="2" charset="77"/>
              </a:rPr>
              <a:t xml:space="preserve"> </a:t>
            </a:r>
            <a:r>
              <a:rPr lang="es-DO" sz="4200" dirty="0">
                <a:latin typeface="Verlag Light" pitchFamily="2" charset="77"/>
              </a:rPr>
              <a:t>sentido</a:t>
            </a:r>
            <a:r>
              <a:rPr lang="es-DO" sz="4200" dirty="0">
                <a:latin typeface="Verlag Light" pitchFamily="2" charset="77"/>
              </a:rPr>
              <a:t xml:space="preserve"> </a:t>
            </a:r>
            <a:r>
              <a:rPr lang="es-DO" sz="4200" dirty="0">
                <a:latin typeface="Verlag Light" pitchFamily="2" charset="77"/>
              </a:rPr>
              <a:t>Eliseo</a:t>
            </a:r>
            <a:r>
              <a:rPr lang="es-DO" sz="4200" dirty="0">
                <a:latin typeface="Verlag Light" pitchFamily="2" charset="77"/>
              </a:rPr>
              <a:t xml:space="preserve"> </a:t>
            </a:r>
            <a:r>
              <a:rPr lang="es-DO" sz="4200" dirty="0">
                <a:latin typeface="Verlag Light" pitchFamily="2" charset="77"/>
              </a:rPr>
              <a:t>“murió”</a:t>
            </a:r>
            <a:r>
              <a:rPr lang="es-DO" sz="4200" dirty="0">
                <a:latin typeface="Verlag Light" pitchFamily="2" charset="77"/>
              </a:rPr>
              <a:t xml:space="preserve"> </a:t>
            </a:r>
            <a:r>
              <a:rPr lang="es-DO" sz="4200" dirty="0">
                <a:latin typeface="Verlag Light" pitchFamily="2" charset="77"/>
              </a:rPr>
              <a:t>con</a:t>
            </a:r>
            <a:r>
              <a:rPr lang="es-DO" sz="4200" dirty="0">
                <a:latin typeface="Verlag Light" pitchFamily="2" charset="77"/>
              </a:rPr>
              <a:t xml:space="preserve"> </a:t>
            </a:r>
            <a:r>
              <a:rPr lang="es-DO" sz="4200" dirty="0">
                <a:latin typeface="Verlag Light" pitchFamily="2" charset="77"/>
              </a:rPr>
              <a:t>el</a:t>
            </a:r>
            <a:r>
              <a:rPr lang="es-DO" sz="4200" dirty="0">
                <a:latin typeface="Verlag Light" pitchFamily="2" charset="77"/>
              </a:rPr>
              <a:t xml:space="preserve"> </a:t>
            </a:r>
            <a:r>
              <a:rPr lang="es-DO" sz="4200" dirty="0">
                <a:latin typeface="Verlag Light" pitchFamily="2" charset="77"/>
              </a:rPr>
              <a:t>muchacho</a:t>
            </a:r>
            <a:r>
              <a:rPr lang="es-DO" sz="4200" dirty="0">
                <a:latin typeface="Verlag Light" pitchFamily="2" charset="77"/>
              </a:rPr>
              <a:t xml:space="preserve"> </a:t>
            </a:r>
            <a:r>
              <a:rPr lang="es-DO" sz="4200" dirty="0">
                <a:latin typeface="Verlag Light" pitchFamily="2" charset="77"/>
              </a:rPr>
              <a:t>mientras</a:t>
            </a:r>
            <a:r>
              <a:rPr lang="es-DO" sz="4200" dirty="0">
                <a:latin typeface="Verlag Light" pitchFamily="2" charset="77"/>
              </a:rPr>
              <a:t xml:space="preserve"> </a:t>
            </a:r>
            <a:r>
              <a:rPr lang="es-DO" sz="4200" dirty="0">
                <a:latin typeface="Verlag Light" pitchFamily="2" charset="77"/>
              </a:rPr>
              <a:t>clamaba</a:t>
            </a:r>
            <a:r>
              <a:rPr lang="es-DO" sz="4200" dirty="0">
                <a:latin typeface="Verlag Light" pitchFamily="2" charset="77"/>
              </a:rPr>
              <a:t xml:space="preserve"> </a:t>
            </a:r>
            <a:r>
              <a:rPr lang="es-DO" sz="4200" dirty="0">
                <a:latin typeface="Verlag Light" pitchFamily="2" charset="77"/>
              </a:rPr>
              <a:t>por</a:t>
            </a:r>
            <a:r>
              <a:rPr lang="es-DO" sz="4200" dirty="0">
                <a:latin typeface="Verlag Light" pitchFamily="2" charset="77"/>
              </a:rPr>
              <a:t xml:space="preserve"> </a:t>
            </a:r>
            <a:r>
              <a:rPr lang="es-DO" sz="4200" dirty="0">
                <a:latin typeface="Verlag Light" pitchFamily="2" charset="77"/>
              </a:rPr>
              <a:t>él,</a:t>
            </a:r>
            <a:r>
              <a:rPr lang="es-DO" sz="4200" dirty="0">
                <a:latin typeface="Verlag Light" pitchFamily="2" charset="77"/>
              </a:rPr>
              <a:t xml:space="preserve"> </a:t>
            </a:r>
            <a:r>
              <a:rPr lang="es-DO" sz="4200" dirty="0">
                <a:latin typeface="Verlag Light" pitchFamily="2" charset="77"/>
              </a:rPr>
              <a:t>para</a:t>
            </a:r>
            <a:r>
              <a:rPr lang="es-DO" sz="4200" dirty="0">
                <a:latin typeface="Verlag Light" pitchFamily="2" charset="77"/>
              </a:rPr>
              <a:t xml:space="preserve"> </a:t>
            </a:r>
            <a:r>
              <a:rPr lang="es-DO" sz="4200" dirty="0">
                <a:latin typeface="Verlag Light" pitchFamily="2" charset="77"/>
              </a:rPr>
              <a:t>impartirle</a:t>
            </a:r>
            <a:r>
              <a:rPr lang="es-DO" sz="4200" dirty="0">
                <a:latin typeface="Verlag Light" pitchFamily="2" charset="77"/>
              </a:rPr>
              <a:t xml:space="preserve"> </a:t>
            </a:r>
            <a:r>
              <a:rPr lang="es-DO" sz="4200" dirty="0">
                <a:latin typeface="Verlag Light" pitchFamily="2" charset="77"/>
              </a:rPr>
              <a:t>una</a:t>
            </a:r>
            <a:r>
              <a:rPr lang="es-DO" sz="4200" dirty="0">
                <a:latin typeface="Verlag Light" pitchFamily="2" charset="77"/>
              </a:rPr>
              <a:t xml:space="preserve"> </a:t>
            </a:r>
            <a:r>
              <a:rPr lang="es-DO" sz="4200" dirty="0">
                <a:latin typeface="Verlag Light" pitchFamily="2" charset="77"/>
              </a:rPr>
              <a:t>nueva</a:t>
            </a:r>
            <a:r>
              <a:rPr lang="es-DO" sz="4200" dirty="0">
                <a:latin typeface="Verlag Light" pitchFamily="2" charset="77"/>
              </a:rPr>
              <a:t xml:space="preserve"> </a:t>
            </a:r>
            <a:r>
              <a:rPr lang="es-DO" sz="4200" dirty="0">
                <a:latin typeface="Verlag Light" pitchFamily="2" charset="77"/>
              </a:rPr>
              <a:t>vida.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7.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embargo,</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madre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desesperó,</a:t>
            </a:r>
            <a:r>
              <a:rPr lang="es-DO" sz="4400" dirty="0">
                <a:latin typeface="Verlag Light" pitchFamily="2" charset="77"/>
              </a:rPr>
              <a:t xml:space="preserve"> </a:t>
            </a:r>
            <a:r>
              <a:rPr lang="es-DO" sz="4400" dirty="0">
                <a:latin typeface="Verlag Light" pitchFamily="2" charset="77"/>
              </a:rPr>
              <a:t>ni</a:t>
            </a:r>
            <a:r>
              <a:rPr lang="es-DO" sz="4400" dirty="0">
                <a:latin typeface="Verlag Light" pitchFamily="2" charset="77"/>
              </a:rPr>
              <a:t xml:space="preserve"> </a:t>
            </a:r>
            <a:r>
              <a:rPr lang="es-DO" sz="4400" dirty="0">
                <a:latin typeface="Verlag Light" pitchFamily="2" charset="77"/>
              </a:rPr>
              <a:t>culpó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nadie;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inmediato</a:t>
            </a:r>
            <a:r>
              <a:rPr lang="es-DO" sz="4400" dirty="0">
                <a:latin typeface="Verlag Light" pitchFamily="2" charset="77"/>
              </a:rPr>
              <a:t xml:space="preserve"> </a:t>
            </a:r>
            <a:r>
              <a:rPr lang="es-DO" sz="4400" dirty="0">
                <a:latin typeface="Verlag Light" pitchFamily="2" charset="77"/>
              </a:rPr>
              <a:t>partió</a:t>
            </a:r>
            <a:r>
              <a:rPr lang="es-DO" sz="4400" dirty="0">
                <a:latin typeface="Verlag Light" pitchFamily="2" charset="77"/>
              </a:rPr>
              <a:t xml:space="preserve"> </a:t>
            </a:r>
            <a:r>
              <a:rPr lang="es-DO" sz="4400" dirty="0">
                <a:latin typeface="Verlag Light" pitchFamily="2" charset="77"/>
              </a:rPr>
              <a:t>hacia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Carmelo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buscar</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suplicara</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ella</a:t>
            </a:r>
            <a:r>
              <a:rPr lang="es-DO" sz="4400" dirty="0">
                <a:latin typeface="Verlag Light" pitchFamily="2" charset="77"/>
              </a:rPr>
              <a:t xml:space="preserve"> </a:t>
            </a:r>
            <a:r>
              <a:rPr lang="es-DO" sz="4400" dirty="0">
                <a:latin typeface="Verlag Light" pitchFamily="2" charset="77"/>
              </a:rPr>
              <a:t>ante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Dueño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consiguiera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ella</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respuesta.</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8.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Ella</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quiso</a:t>
            </a:r>
            <a:r>
              <a:rPr lang="es-DO" sz="4400" dirty="0">
                <a:latin typeface="Verlag Light" pitchFamily="2" charset="77"/>
              </a:rPr>
              <a:t xml:space="preserve"> </a:t>
            </a:r>
            <a:r>
              <a:rPr lang="es-DO" sz="4400" dirty="0">
                <a:latin typeface="Verlag Light" pitchFamily="2" charset="77"/>
              </a:rPr>
              <a:t>tratar</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Giezi,</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criado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quien</a:t>
            </a:r>
            <a:r>
              <a:rPr lang="es-DO" sz="4400" dirty="0">
                <a:latin typeface="Verlag Light" pitchFamily="2" charset="77"/>
              </a:rPr>
              <a:t xml:space="preserve"> </a:t>
            </a:r>
            <a:r>
              <a:rPr lang="es-DO" sz="4400" dirty="0">
                <a:latin typeface="Verlag Light" pitchFamily="2" charset="77"/>
              </a:rPr>
              <a:t>también</a:t>
            </a:r>
            <a:r>
              <a:rPr lang="es-DO" sz="4400" dirty="0">
                <a:latin typeface="Verlag Light" pitchFamily="2" charset="77"/>
              </a:rPr>
              <a:t xml:space="preserve"> </a:t>
            </a:r>
            <a:r>
              <a:rPr lang="es-DO" sz="4400" dirty="0">
                <a:latin typeface="Verlag Light" pitchFamily="2" charset="77"/>
              </a:rPr>
              <a:t>fracasó</a:t>
            </a:r>
            <a:r>
              <a:rPr lang="es-DO" sz="4400" dirty="0">
                <a:latin typeface="Verlag Light" pitchFamily="2" charset="77"/>
              </a:rPr>
              <a:t xml:space="preserve"> </a:t>
            </a:r>
            <a:r>
              <a:rPr lang="es-DO" sz="4400" dirty="0">
                <a:latin typeface="Verlag Light" pitchFamily="2" charset="77"/>
              </a:rPr>
              <a:t>tratando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resucitar</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muchacho,</a:t>
            </a:r>
            <a:r>
              <a:rPr lang="es-DO" sz="4400" dirty="0">
                <a:latin typeface="Verlag Light" pitchFamily="2" charset="77"/>
              </a:rPr>
              <a:t xml:space="preserve"> </a:t>
            </a:r>
            <a:r>
              <a:rPr lang="es-DO" sz="4400" dirty="0">
                <a:latin typeface="Verlag Light" pitchFamily="2" charset="77"/>
              </a:rPr>
              <a:t>porque</a:t>
            </a:r>
            <a:r>
              <a:rPr lang="es-DO" sz="4400" dirty="0">
                <a:latin typeface="Verlag Light" pitchFamily="2" charset="77"/>
              </a:rPr>
              <a:t xml:space="preserve"> </a:t>
            </a:r>
            <a:r>
              <a:rPr lang="es-DO" sz="4400" dirty="0">
                <a:latin typeface="Verlag Light" pitchFamily="2" charset="77"/>
              </a:rPr>
              <a:t>pensaba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dormía</a:t>
            </a:r>
            <a:r>
              <a:rPr lang="es-DO" sz="4400" dirty="0">
                <a:latin typeface="Verlag Light" pitchFamily="2" charset="77"/>
              </a:rPr>
              <a:t xml:space="preserve"> </a:t>
            </a:r>
            <a:r>
              <a:rPr lang="es-DO" sz="4400" dirty="0">
                <a:latin typeface="Verlag Light" pitchFamily="2" charset="77"/>
              </a:rPr>
              <a:t>(2</a:t>
            </a:r>
            <a:r>
              <a:rPr lang="es-DO" sz="4400" dirty="0">
                <a:latin typeface="Verlag Light" pitchFamily="2" charset="77"/>
              </a:rPr>
              <a:t xml:space="preserve"> </a:t>
            </a:r>
            <a:r>
              <a:rPr lang="es-DO" sz="4400" dirty="0">
                <a:latin typeface="Verlag Light" pitchFamily="2" charset="77"/>
              </a:rPr>
              <a:t>Reyes</a:t>
            </a:r>
            <a:r>
              <a:rPr lang="es-DO" sz="4400" dirty="0">
                <a:latin typeface="Verlag Light" pitchFamily="2" charset="77"/>
              </a:rPr>
              <a:t xml:space="preserve"> </a:t>
            </a:r>
            <a:r>
              <a:rPr lang="es-DO" sz="4400" dirty="0">
                <a:latin typeface="Verlag Light" pitchFamily="2" charset="77"/>
              </a:rPr>
              <a:t>4:31).</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29.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tuvo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viaje</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levantar</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muchacho,</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cual</a:t>
            </a:r>
            <a:r>
              <a:rPr lang="es-DO" sz="4400" dirty="0">
                <a:latin typeface="Verlag Light" pitchFamily="2" charset="77"/>
              </a:rPr>
              <a:t xml:space="preserve"> </a:t>
            </a:r>
            <a:r>
              <a:rPr lang="es-DO" sz="4400" dirty="0">
                <a:latin typeface="Verlag Light" pitchFamily="2" charset="77"/>
              </a:rPr>
              <a:t>había</a:t>
            </a:r>
            <a:r>
              <a:rPr lang="es-DO" sz="4400" dirty="0">
                <a:latin typeface="Verlag Light" pitchFamily="2" charset="77"/>
              </a:rPr>
              <a:t xml:space="preserve"> </a:t>
            </a:r>
            <a:r>
              <a:rPr lang="es-DO" sz="4400" dirty="0">
                <a:latin typeface="Verlag Light" pitchFamily="2" charset="77"/>
              </a:rPr>
              <a:t>sido</a:t>
            </a:r>
            <a:r>
              <a:rPr lang="es-DO" sz="4400" dirty="0">
                <a:latin typeface="Verlag Light" pitchFamily="2" charset="77"/>
              </a:rPr>
              <a:t xml:space="preserve"> </a:t>
            </a:r>
            <a:r>
              <a:rPr lang="es-DO" sz="4400" dirty="0">
                <a:latin typeface="Verlag Light" pitchFamily="2" charset="77"/>
              </a:rPr>
              <a:t>puesto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cama”.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versículo</a:t>
            </a:r>
            <a:r>
              <a:rPr lang="es-DO" sz="4400" dirty="0">
                <a:latin typeface="Verlag Light" pitchFamily="2" charset="77"/>
              </a:rPr>
              <a:t xml:space="preserve"> </a:t>
            </a:r>
            <a:r>
              <a:rPr lang="es-DO" sz="4400" dirty="0">
                <a:latin typeface="Verlag Light" pitchFamily="2" charset="77"/>
              </a:rPr>
              <a:t>34</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hermosa</a:t>
            </a:r>
            <a:r>
              <a:rPr lang="es-DO" sz="4400" dirty="0">
                <a:latin typeface="Verlag Light" pitchFamily="2" charset="77"/>
              </a:rPr>
              <a:t xml:space="preserve"> </a:t>
            </a:r>
            <a:r>
              <a:rPr lang="es-DO" sz="4400" dirty="0">
                <a:latin typeface="Verlag Light" pitchFamily="2" charset="77"/>
              </a:rPr>
              <a:t>ilustración</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esfuerzo,</a:t>
            </a:r>
            <a:r>
              <a:rPr lang="es-DO" sz="4400" dirty="0">
                <a:latin typeface="Verlag Light" pitchFamily="2" charset="77"/>
              </a:rPr>
              <a:t xml:space="preserve"> </a:t>
            </a:r>
            <a:r>
              <a:rPr lang="es-DO" sz="4400" dirty="0">
                <a:latin typeface="Verlag Light" pitchFamily="2" charset="77"/>
              </a:rPr>
              <a:t>entrega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amor</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requiere</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ganar</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alma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reino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30.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771959"/>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cierto</a:t>
            </a:r>
            <a:r>
              <a:rPr lang="es-DO" sz="4400" dirty="0">
                <a:latin typeface="Verlag Light" pitchFamily="2" charset="77"/>
              </a:rPr>
              <a:t xml:space="preserve"> </a:t>
            </a:r>
            <a:r>
              <a:rPr lang="es-DO" sz="4400" dirty="0">
                <a:latin typeface="Verlag Light" pitchFamily="2" charset="77"/>
              </a:rPr>
              <a:t>sentido</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“murió”</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muchacho</a:t>
            </a:r>
            <a:r>
              <a:rPr lang="es-DO" sz="4400" dirty="0">
                <a:latin typeface="Verlag Light" pitchFamily="2" charset="77"/>
              </a:rPr>
              <a:t xml:space="preserve"> </a:t>
            </a:r>
            <a:r>
              <a:rPr lang="es-DO" sz="4400" dirty="0">
                <a:latin typeface="Verlag Light" pitchFamily="2" charset="77"/>
              </a:rPr>
              <a:t>mientras</a:t>
            </a:r>
            <a:r>
              <a:rPr lang="es-DO" sz="4400" dirty="0">
                <a:latin typeface="Verlag Light" pitchFamily="2" charset="77"/>
              </a:rPr>
              <a:t xml:space="preserve"> </a:t>
            </a:r>
            <a:r>
              <a:rPr lang="es-DO" sz="4400" dirty="0">
                <a:latin typeface="Verlag Light" pitchFamily="2" charset="77"/>
              </a:rPr>
              <a:t>clamaba</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impartirle</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nueva</a:t>
            </a:r>
            <a:r>
              <a:rPr lang="es-DO" sz="4400" dirty="0">
                <a:latin typeface="Verlag Light" pitchFamily="2" charset="77"/>
              </a:rPr>
              <a:t xml:space="preserve"> </a:t>
            </a:r>
            <a:r>
              <a:rPr lang="es-DO" sz="4400" dirty="0">
                <a:latin typeface="Verlag Light" pitchFamily="2" charset="77"/>
              </a:rPr>
              <a:t>vida.</a:t>
            </a:r>
            <a:endParaRPr lang="es-DO" sz="4400">
              <a:latin typeface="Verlag Light" pitchFamily="2" charset="77"/>
            </a:endParaRP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31.xml><?xml version="1.0" encoding="utf-8"?>
<p:sld xmlns:a="http://schemas.openxmlformats.org/drawingml/2006/main" xmlns:a14="http://schemas.microsoft.com/office/drawing/2010/main" xmlns:ns2="http://schemas.microsoft.com/office/drawing/2014/main" xmlns:ns5="http://schemas.microsoft.com/office/drawing/2017/decorative" xmlns:ns6="http://schemas.microsoft.com/office/powerpoint/2015/main" xmlns:p="http://schemas.openxmlformats.org/presentationml/2006/main" xmlns:p14="http://schemas.microsoft.com/office/powerpoint/2010/main" xmlns:r="http://schemas.openxmlformats.org/officeDocument/2006/relationships">
  <p:cSld>
    <p:bg>
      <p:bgPr>
        <a:solidFill>
          <a:schemeClr val="tx1"/>
        </a:solidFill>
        <a:effectLst/>
      </p:bgPr>
    </p:bg>
    <p:spTree>
      <p:nvGrpSpPr>
        <p:cNvPr id="1" name=""/>
        <p:cNvGrpSpPr/>
        <p:nvPr/>
      </p:nvGrpSpPr>
      <p:grpSpPr>
        <a:xfrm>
          <a:off x="0" y="0"/>
          <a:ext cx="0" cy="0"/>
          <a:chOff x="0" y="0"/>
          <a:chExt cx="0" cy="0"/>
        </a:xfrm>
      </p:grpSpPr>
      <p:pic>
        <p:nvPicPr>
          <p:cNvPr id="3" name="Imagen 2" descr="Sol brillando entre los árboles&#10;&#10;Descripción generada automáticamente">
            <a:extLst>
              <a:ext uri="{FF2B5EF4-FFF2-40B4-BE49-F238E27FC236}">
                <ns2:creationId id="{E71DD834-97D6-C27F-DB06-0440D290644A}"/>
              </a:ext>
            </a:extLst>
          </p:cNvPr>
          <p:cNvPicPr>
            <a:picLocks noChangeAspect="1"/>
          </p:cNvPicPr>
          <p:nvPr/>
        </p:nvPicPr>
        <p:blipFill>
          <a:blip r:embed="rId3">
            <a:extLst>
              <a:ext uri="{28A0092B-C50C-407E-A947-70E740481C1C}">
                <a14:useLocalDpi val="0"/>
              </a:ext>
            </a:extLst>
          </a:blip>
          <a:srcRect t="40044" b="3706"/>
          <a:stretch/>
        </p:blipFill>
        <p:spPr>
          <a:xfrm>
            <a:off x="20" y="10"/>
            <a:ext cx="12191980" cy="6857990"/>
          </a:xfrm>
          <a:prstGeom prst="rect">
            <a:avLst/>
          </a:prstGeom>
        </p:spPr>
      </p:pic>
      <p:sp>
        <p:nvSpPr>
          <p:cNvPr id="3113" name="Rectangle 3112">
            <a:extLst>
              <a:ext uri="{FF2B5EF4-FFF2-40B4-BE49-F238E27FC236}">
                <ns2:creationId id="{B4916930-E76E-4100-9DCF-4981566A372A}"/>
              </a:ext>
              <a:ext uri="{C183D7F6-B498-43B3-948B-1728B52AA6E4}">
                <ns5:decorative val="1"/>
              </a:ext>
            </a:extLst>
          </p:cNvPr>
          <p:cNvSpPr>
            <a:spLocks noGrp="1" noRot="1" noChangeAspect="1" noMove="1" noResize="1" noEditPoints="1" noAdjustHandles="1" noChangeArrowheads="1" noChangeShapeType="1" noTextEdit="1"/>
          </p:cNvSpPr>
          <p:nvPr>
            <p:extLst>
              <p:ext uri="{386F3935-93C4-4BCD-93E2-E3B085C9AB24}">
                <ns6:designElem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1">
            <a:extLst>
              <a:ext uri="{FF2B5EF4-FFF2-40B4-BE49-F238E27FC236}">
                <ns2:creationId id="{CBB6E1CE-53CA-5B48-A981-3C6AA3E4C3CB}"/>
              </a:ext>
            </a:extLst>
          </p:cNvPr>
          <p:cNvSpPr txBox="1">
            <a:spLocks/>
          </p:cNvSpPr>
          <p:nvPr/>
        </p:nvSpPr>
        <p:spPr>
          <a:xfrm>
            <a:off x="2276475" y="2247900"/>
            <a:ext cx="7581900" cy="2514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8000" b="1">
                <a:solidFill>
                  <a:schemeClr val="tx1">
                    <a:lumMod val="75000"/>
                    <a:lumOff val="25000"/>
                  </a:schemeClr>
                </a:solidFill>
              </a:rPr>
              <a:t>DESARROLLO DEL ESTUDIO</a:t>
            </a:r>
          </a:p>
        </p:txBody>
      </p:sp>
    </p:spTree>
    <p:extLst>
      <p:ext uri="{BB962C8B-B14F-4D97-AF65-F5344CB8AC3E}">
        <p14:creationId val="3952323232"/>
      </p:ext>
    </p:extLst>
  </p:cSld>
  <p:clrMapOvr>
    <a:masterClrMapping/>
  </p:clrMapOvr>
</p:sld>
</file>

<file path=ppt/slides/slide32.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representa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pecador</a:t>
            </a:r>
            <a:r>
              <a:rPr lang="es-DO" sz="4400" dirty="0">
                <a:latin typeface="Verlag Light" pitchFamily="2" charset="77"/>
              </a:rPr>
              <a:t xml:space="preserve"> </a:t>
            </a:r>
            <a:r>
              <a:rPr lang="es-DO" sz="4400" dirty="0">
                <a:latin typeface="Verlag Light" pitchFamily="2" charset="77"/>
              </a:rPr>
              <a:t>separado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delitos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pecado”,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impotente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volver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venga</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le</a:t>
            </a:r>
            <a:r>
              <a:rPr lang="es-DO" sz="4400" dirty="0">
                <a:latin typeface="Verlag Light" pitchFamily="2" charset="77"/>
              </a:rPr>
              <a:t xml:space="preserve"> </a:t>
            </a:r>
            <a:r>
              <a:rPr lang="es-DO" sz="4400" dirty="0">
                <a:latin typeface="Verlag Light" pitchFamily="2" charset="77"/>
              </a:rPr>
              <a:t>resucite</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comunión</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creador.</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3.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responsabilidad</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era</a:t>
            </a:r>
            <a:r>
              <a:rPr lang="es-DO" sz="4400" dirty="0">
                <a:latin typeface="Verlag Light" pitchFamily="2" charset="77"/>
              </a:rPr>
              <a:t xml:space="preserve"> </a:t>
            </a:r>
            <a:r>
              <a:rPr lang="es-DO" sz="4400" dirty="0">
                <a:latin typeface="Verlag Light" pitchFamily="2" charset="77"/>
              </a:rPr>
              <a:t>lavar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embalsamarlo,</a:t>
            </a:r>
            <a:r>
              <a:rPr lang="es-DO" sz="4400" dirty="0">
                <a:latin typeface="Verlag Light" pitchFamily="2" charset="77"/>
              </a:rPr>
              <a:t xml:space="preserve"> </a:t>
            </a:r>
            <a:r>
              <a:rPr lang="es-DO" sz="4400" dirty="0">
                <a:latin typeface="Verlag Light" pitchFamily="2" charset="77"/>
              </a:rPr>
              <a:t>envolverlo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finos</a:t>
            </a:r>
            <a:r>
              <a:rPr lang="es-DO" sz="4400" dirty="0">
                <a:latin typeface="Verlag Light" pitchFamily="2" charset="77"/>
              </a:rPr>
              <a:t xml:space="preserve"> </a:t>
            </a:r>
            <a:r>
              <a:rPr lang="es-DO" sz="4400" dirty="0">
                <a:latin typeface="Verlag Light" pitchFamily="2" charset="77"/>
              </a:rPr>
              <a:t>lienzos,</a:t>
            </a:r>
            <a:r>
              <a:rPr lang="es-DO" sz="4400" dirty="0">
                <a:latin typeface="Verlag Light" pitchFamily="2" charset="77"/>
              </a:rPr>
              <a:t xml:space="preserve"> </a:t>
            </a:r>
            <a:r>
              <a:rPr lang="es-DO" sz="4400" dirty="0">
                <a:latin typeface="Verlag Light" pitchFamily="2" charset="77"/>
              </a:rPr>
              <a:t>o</a:t>
            </a:r>
            <a:r>
              <a:rPr lang="es-DO" sz="4400" dirty="0">
                <a:latin typeface="Verlag Light" pitchFamily="2" charset="77"/>
              </a:rPr>
              <a:t xml:space="preserve"> </a:t>
            </a:r>
            <a:r>
              <a:rPr lang="es-DO" sz="4400" dirty="0">
                <a:latin typeface="Verlag Light" pitchFamily="2" charset="77"/>
              </a:rPr>
              <a:t>cambiarlo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postura,</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propósito</a:t>
            </a:r>
            <a:r>
              <a:rPr lang="es-DO" sz="4400" dirty="0">
                <a:latin typeface="Verlag Light" pitchFamily="2" charset="77"/>
              </a:rPr>
              <a:t xml:space="preserve"> </a:t>
            </a:r>
            <a:r>
              <a:rPr lang="es-DO" sz="4400" dirty="0">
                <a:latin typeface="Verlag Light" pitchFamily="2" charset="77"/>
              </a:rPr>
              <a:t>era</a:t>
            </a:r>
            <a:r>
              <a:rPr lang="es-DO" sz="4400" dirty="0">
                <a:latin typeface="Verlag Light" pitchFamily="2" charset="77"/>
              </a:rPr>
              <a:t xml:space="preserve"> </a:t>
            </a:r>
            <a:r>
              <a:rPr lang="es-DO" sz="4400" dirty="0">
                <a:latin typeface="Verlag Light" pitchFamily="2" charset="77"/>
              </a:rPr>
              <a:t>nada</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nada</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devolverle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niño.</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4.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llamamiento</a:t>
            </a:r>
            <a:r>
              <a:rPr lang="es-DO" sz="4400" dirty="0">
                <a:latin typeface="Verlag Light" pitchFamily="2" charset="77"/>
              </a:rPr>
              <a:t xml:space="preserve"> </a:t>
            </a:r>
            <a:r>
              <a:rPr lang="es-DO" sz="4400" dirty="0">
                <a:latin typeface="Verlag Light" pitchFamily="2" charset="77"/>
              </a:rPr>
              <a:t>sublime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manos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medios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traer</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espiritual</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muertas.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representa</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intento,</a:t>
            </a:r>
            <a:r>
              <a:rPr lang="es-DO" sz="4400" dirty="0">
                <a:latin typeface="Verlag Light" pitchFamily="2" charset="77"/>
              </a:rPr>
              <a:t xml:space="preserve"> </a:t>
            </a:r>
            <a:r>
              <a:rPr lang="es-DO" sz="4400" dirty="0">
                <a:latin typeface="Verlag Light" pitchFamily="2" charset="77"/>
              </a:rPr>
              <a:t>programas,</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métodos,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salvar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5.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a:t>
            </a:r>
          </a:p>
        </p:txBody>
      </p:sp>
      <p:sp>
        <p:nvSpPr>
          <p:cNvPr id="3" name="Marcador de contenido 2">
            <a:extLst>
              <a:ext uri="{FF2B5EF4-FFF2-40B4-BE49-F238E27FC236}">
                <ns2:creationId id="{BFCAA362-F3F4-497A-8D82-DCB0BF28A101}"/>
              </a:ext>
            </a:extLst>
          </p:cNvPr>
          <p:cNvSpPr>
            <a:spLocks noGrp="1"/>
          </p:cNvSpPr>
          <p:nvPr/>
        </p:nvSpPr>
        <p:spPr>
          <a:xfrm>
            <a:off x="190498" y="1708353"/>
            <a:ext cx="11811000" cy="5038725"/>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representa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creyente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siente</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pasión</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pierden</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entrega</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sacrificio</a:t>
            </a:r>
            <a:r>
              <a:rPr lang="es-DO" sz="4400" dirty="0">
                <a:latin typeface="Verlag Light" pitchFamily="2" charset="77"/>
              </a:rPr>
              <a:t xml:space="preserve"> </a:t>
            </a:r>
            <a:r>
              <a:rPr lang="es-DO" sz="4400" dirty="0">
                <a:latin typeface="Verlag Light" pitchFamily="2" charset="77"/>
              </a:rPr>
              <a:t>vivo,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otros</a:t>
            </a:r>
            <a:r>
              <a:rPr lang="es-DO" sz="4400" dirty="0">
                <a:latin typeface="Verlag Light" pitchFamily="2" charset="77"/>
              </a:rPr>
              <a:t xml:space="preserve"> </a:t>
            </a:r>
            <a:r>
              <a:rPr lang="es-DO" sz="4400" dirty="0">
                <a:latin typeface="Verlag Light" pitchFamily="2" charset="77"/>
              </a:rPr>
              <a:t>puedan</a:t>
            </a:r>
            <a:r>
              <a:rPr lang="es-DO" sz="4400" dirty="0">
                <a:latin typeface="Verlag Light" pitchFamily="2" charset="77"/>
              </a:rPr>
              <a:t xml:space="preserve"> </a:t>
            </a:r>
            <a:r>
              <a:rPr lang="es-DO" sz="4400" dirty="0">
                <a:latin typeface="Verlag Light" pitchFamily="2" charset="77"/>
              </a:rPr>
              <a:t>vivir.</a:t>
            </a:r>
            <a:endParaRPr lang="es-DO" sz="4400">
              <a:latin typeface="Verlag Light" pitchFamily="2" charset="77"/>
            </a:endParaRP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3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1.A- Muertos en vida.</a:t>
            </a:r>
          </a:p>
        </p:txBody>
      </p:sp>
      <p:sp>
        <p:nvSpPr>
          <p:cNvPr id="3" name="Marcador de contenido 2">
            <a:extLst>
              <a:ext uri="{FF2B5EF4-FFF2-40B4-BE49-F238E27FC236}">
                <ns2:creationId id="{C984791D-EA4E-5D0B-5A57-D156063F0619}"/>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madre</a:t>
            </a:r>
            <a:r>
              <a:rPr lang="es-DO" sz="4400" dirty="0">
                <a:latin typeface="Verlag Light" pitchFamily="2" charset="77"/>
              </a:rPr>
              <a:t xml:space="preserve"> </a:t>
            </a:r>
            <a:r>
              <a:rPr lang="es-DO" sz="4400" dirty="0">
                <a:latin typeface="Verlag Light" pitchFamily="2" charset="77"/>
              </a:rPr>
              <a:t>afligida,</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esperanzada</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apresuró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acudir</a:t>
            </a:r>
            <a:r>
              <a:rPr lang="es-DO" sz="4400" dirty="0">
                <a:latin typeface="Verlag Light" pitchFamily="2" charset="77"/>
              </a:rPr>
              <a:t xml:space="preserve"> </a:t>
            </a:r>
            <a:r>
              <a:rPr lang="es-DO" sz="4400" dirty="0">
                <a:latin typeface="Verlag Light" pitchFamily="2" charset="77"/>
              </a:rPr>
              <a:t>inmediatamente</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encontrar</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respuesta.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responsabilidad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recaería</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respecto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labor</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Cristo.</a:t>
            </a:r>
            <a:endParaRPr lang="es-DO" sz="4400">
              <a:latin typeface="Verlag Light" pitchFamily="2" charset="77"/>
            </a:endParaRP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3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1.A- Muertos en vida.</a:t>
            </a:r>
          </a:p>
        </p:txBody>
      </p:sp>
      <p:sp>
        <p:nvSpPr>
          <p:cNvPr id="3" name="Marcador de contenido 2">
            <a:extLst>
              <a:ext uri="{FF2B5EF4-FFF2-40B4-BE49-F238E27FC236}">
                <ns2:creationId id="{C984791D-EA4E-5D0B-5A57-D156063F0619}"/>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tenía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ocuparse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caso</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trataba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natural,</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ocuparnos</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real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hecho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tratarse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espiritual.</a:t>
            </a:r>
            <a:endParaRPr lang="es-DO" sz="4400">
              <a:latin typeface="Verlag Light" pitchFamily="2" charset="77"/>
            </a:endParaRP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3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1.A- Muertos en vida.</a:t>
            </a:r>
          </a:p>
        </p:txBody>
      </p:sp>
      <p:sp>
        <p:nvSpPr>
          <p:cNvPr id="3" name="Marcador de contenido 2">
            <a:extLst>
              <a:ext uri="{FF2B5EF4-FFF2-40B4-BE49-F238E27FC236}">
                <ns2:creationId id="{C984791D-EA4E-5D0B-5A57-D156063F0619}"/>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delitos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pecados”</a:t>
            </a:r>
            <a:r>
              <a:rPr lang="es-DO" sz="4400" dirty="0">
                <a:latin typeface="Verlag Light" pitchFamily="2" charset="77"/>
              </a:rPr>
              <a:t xml:space="preserve"> </a:t>
            </a:r>
            <a:r>
              <a:rPr lang="es-DO" sz="4400" dirty="0">
                <a:latin typeface="Verlag Light" pitchFamily="2" charset="77"/>
              </a:rPr>
              <a:t>(Efesios</a:t>
            </a:r>
            <a:r>
              <a:rPr lang="es-DO" sz="4400" dirty="0">
                <a:latin typeface="Verlag Light" pitchFamily="2" charset="77"/>
              </a:rPr>
              <a:t xml:space="preserve"> </a:t>
            </a:r>
            <a:r>
              <a:rPr lang="es-DO" sz="4400" dirty="0">
                <a:latin typeface="Verlag Light" pitchFamily="2" charset="77"/>
              </a:rPr>
              <a:t>2:1).</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pensamos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duermen,</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podremos</a:t>
            </a:r>
            <a:r>
              <a:rPr lang="es-DO" sz="4400" dirty="0">
                <a:latin typeface="Verlag Light" pitchFamily="2" charset="77"/>
              </a:rPr>
              <a:t xml:space="preserve"> </a:t>
            </a:r>
            <a:r>
              <a:rPr lang="es-DO" sz="4400" dirty="0">
                <a:latin typeface="Verlag Light" pitchFamily="2" charset="77"/>
              </a:rPr>
              <a:t>serles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mucha</a:t>
            </a:r>
            <a:r>
              <a:rPr lang="es-DO" sz="4400" dirty="0">
                <a:latin typeface="Verlag Light" pitchFamily="2" charset="77"/>
              </a:rPr>
              <a:t xml:space="preserve"> </a:t>
            </a:r>
            <a:r>
              <a:rPr lang="es-DO" sz="4400" dirty="0">
                <a:latin typeface="Verlag Light" pitchFamily="2" charset="77"/>
              </a:rPr>
              <a:t>ayuda.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igual</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ellos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espiritualmente,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sólo</a:t>
            </a:r>
            <a:r>
              <a:rPr lang="es-DO" sz="4400" dirty="0">
                <a:latin typeface="Verlag Light" pitchFamily="2" charset="77"/>
              </a:rPr>
              <a:t xml:space="preserve"> </a:t>
            </a:r>
            <a:r>
              <a:rPr lang="es-DO" sz="4400" dirty="0">
                <a:latin typeface="Verlag Light" pitchFamily="2" charset="77"/>
              </a:rPr>
              <a:t>pueden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resucitados</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endParaRPr lang="es-DO" sz="4400">
              <a:latin typeface="Verlag Light" pitchFamily="2" charset="77"/>
            </a:endParaRP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3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1.B- Métodos superficiales.</a:t>
            </a:r>
          </a:p>
        </p:txBody>
      </p:sp>
      <p:sp>
        <p:nvSpPr>
          <p:cNvPr id="3" name="Marcador de contenido 2">
            <a:extLst>
              <a:ext uri="{FF2B5EF4-FFF2-40B4-BE49-F238E27FC236}">
                <ns2:creationId id="{81A26808-906B-1C27-ECA6-20A49EB7A735}"/>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Giezi</a:t>
            </a:r>
            <a:r>
              <a:rPr lang="es-DO" sz="4400" dirty="0">
                <a:latin typeface="Verlag Light" pitchFamily="2" charset="77"/>
              </a:rPr>
              <a:t xml:space="preserve"> </a:t>
            </a:r>
            <a:r>
              <a:rPr lang="es-DO" sz="4400" dirty="0">
                <a:latin typeface="Verlag Light" pitchFamily="2" charset="77"/>
              </a:rPr>
              <a:t>habló</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hubiese</a:t>
            </a:r>
            <a:r>
              <a:rPr lang="es-DO" sz="4400" dirty="0">
                <a:latin typeface="Verlag Light" pitchFamily="2" charset="77"/>
              </a:rPr>
              <a:t xml:space="preserve"> </a:t>
            </a:r>
            <a:r>
              <a:rPr lang="es-DO" sz="4400" dirty="0">
                <a:latin typeface="Verlag Light" pitchFamily="2" charset="77"/>
              </a:rPr>
              <a:t>estado</a:t>
            </a:r>
            <a:r>
              <a:rPr lang="es-DO" sz="4400" dirty="0">
                <a:latin typeface="Verlag Light" pitchFamily="2" charset="77"/>
              </a:rPr>
              <a:t xml:space="preserve"> </a:t>
            </a:r>
            <a:r>
              <a:rPr lang="es-DO" sz="4400" dirty="0">
                <a:latin typeface="Verlag Light" pitchFamily="2" charset="77"/>
              </a:rPr>
              <a:t>dormido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necesitaba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alguien</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despertara.</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usará</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aquellos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comprenden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condición</a:t>
            </a:r>
            <a:r>
              <a:rPr lang="es-DO" sz="4400" dirty="0">
                <a:latin typeface="Verlag Light" pitchFamily="2" charset="77"/>
              </a:rPr>
              <a:t xml:space="preserve"> </a:t>
            </a:r>
            <a:r>
              <a:rPr lang="es-DO" sz="4400" dirty="0">
                <a:latin typeface="Verlag Light" pitchFamily="2" charset="77"/>
              </a:rPr>
              <a:t>perdida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endParaRPr lang="es-DO" sz="4400">
              <a:latin typeface="Verlag Light" pitchFamily="2" charset="77"/>
            </a:endParaRP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4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1.B- Métodos superficiales.</a:t>
            </a:r>
          </a:p>
        </p:txBody>
      </p:sp>
      <p:sp>
        <p:nvSpPr>
          <p:cNvPr id="3" name="Marcador de contenido 2">
            <a:extLst>
              <a:ext uri="{FF2B5EF4-FFF2-40B4-BE49-F238E27FC236}">
                <ns2:creationId id="{81A26808-906B-1C27-ECA6-20A49EB7A735}"/>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Muchas</a:t>
            </a:r>
            <a:r>
              <a:rPr lang="es-DO" sz="4400" dirty="0">
                <a:latin typeface="Verlag Light" pitchFamily="2" charset="77"/>
              </a:rPr>
              <a:t xml:space="preserve"> </a:t>
            </a:r>
            <a:r>
              <a:rPr lang="es-DO" sz="4400" dirty="0">
                <a:latin typeface="Verlag Light" pitchFamily="2" charset="77"/>
              </a:rPr>
              <a:t>veces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mensaje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predicamos,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planes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hacemos,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diseñamos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salvar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superficial;</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sostenemos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mano,</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forma</a:t>
            </a:r>
            <a:r>
              <a:rPr lang="es-DO" sz="4400" dirty="0">
                <a:latin typeface="Verlag Light" pitchFamily="2" charset="77"/>
              </a:rPr>
              <a:t xml:space="preserve"> </a:t>
            </a:r>
            <a:r>
              <a:rPr lang="es-DO" sz="4400" dirty="0">
                <a:latin typeface="Verlag Light" pitchFamily="2" charset="77"/>
              </a:rPr>
              <a:t>parte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nosotros.</a:t>
            </a:r>
            <a:endParaRPr lang="es-DO" sz="4400">
              <a:latin typeface="Verlag Light" pitchFamily="2" charset="77"/>
            </a:endParaRP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4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1.B- Métodos superficiales.</a:t>
            </a:r>
          </a:p>
        </p:txBody>
      </p:sp>
      <p:sp>
        <p:nvSpPr>
          <p:cNvPr id="3" name="Marcador de contenido 2">
            <a:extLst>
              <a:ext uri="{FF2B5EF4-FFF2-40B4-BE49-F238E27FC236}">
                <ns2:creationId id="{81A26808-906B-1C27-ECA6-20A49EB7A735}"/>
              </a:ext>
            </a:extLst>
          </p:cNvPr>
          <p:cNvSpPr>
            <a:spLocks noGrp="1"/>
          </p:cNvSpPr>
          <p:nvPr/>
        </p:nvSpPr>
        <p:spPr>
          <a:xfrm>
            <a:off x="165101" y="974871"/>
            <a:ext cx="11861800"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Mientras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prediquemos</a:t>
            </a:r>
            <a:r>
              <a:rPr lang="es-DO" sz="4400" dirty="0">
                <a:latin typeface="Verlag Light" pitchFamily="2" charset="77"/>
              </a:rPr>
              <a:t xml:space="preserve"> </a:t>
            </a:r>
            <a:r>
              <a:rPr lang="es-DO" sz="4400" dirty="0">
                <a:latin typeface="Verlag Light" pitchFamily="2" charset="77"/>
              </a:rPr>
              <a:t>sea</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ajeno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relación</a:t>
            </a:r>
            <a:r>
              <a:rPr lang="es-DO" sz="4400" dirty="0">
                <a:latin typeface="Verlag Light" pitchFamily="2" charset="77"/>
              </a:rPr>
              <a:t xml:space="preserve"> </a:t>
            </a:r>
            <a:r>
              <a:rPr lang="es-DO" sz="4400" dirty="0">
                <a:latin typeface="Verlag Light" pitchFamily="2" charset="77"/>
              </a:rPr>
              <a:t>alguna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profundo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hará</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efecto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muertas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hizo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endParaRPr lang="es-DO" sz="4400">
              <a:latin typeface="Verlag Light" pitchFamily="2" charset="77"/>
            </a:endParaRP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4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2.A- Dando vida a los muertos.</a:t>
            </a:r>
          </a:p>
        </p:txBody>
      </p:sp>
      <p:sp>
        <p:nvSpPr>
          <p:cNvPr id="3" name="Marcador de contenido 2">
            <a:extLst>
              <a:ext uri="{FF2B5EF4-FFF2-40B4-BE49-F238E27FC236}">
                <ns2:creationId id="{3F8E2426-1376-118E-07C7-5A07E7EBB811}"/>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¿cómo</a:t>
            </a:r>
            <a:r>
              <a:rPr lang="es-DO" sz="4400" dirty="0">
                <a:latin typeface="Verlag Light" pitchFamily="2" charset="77"/>
              </a:rPr>
              <a:t xml:space="preserve"> </a:t>
            </a:r>
            <a:r>
              <a:rPr lang="es-DO" sz="4400" dirty="0">
                <a:latin typeface="Verlag Light" pitchFamily="2" charset="77"/>
              </a:rPr>
              <a:t>llevar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cabo</a:t>
            </a:r>
            <a:r>
              <a:rPr lang="es-DO" sz="4400" dirty="0">
                <a:latin typeface="Verlag Light" pitchFamily="2" charset="77"/>
              </a:rPr>
              <a:t xml:space="preserve"> </a:t>
            </a:r>
            <a:r>
              <a:rPr lang="es-DO" sz="4400" dirty="0">
                <a:latin typeface="Verlag Light" pitchFamily="2" charset="77"/>
              </a:rPr>
              <a:t>semejante</a:t>
            </a:r>
            <a:r>
              <a:rPr lang="es-DO" sz="4400" dirty="0">
                <a:latin typeface="Verlag Light" pitchFamily="2" charset="77"/>
              </a:rPr>
              <a:t xml:space="preserve"> </a:t>
            </a:r>
            <a:r>
              <a:rPr lang="es-DO" sz="4400" dirty="0">
                <a:latin typeface="Verlag Light" pitchFamily="2" charset="77"/>
              </a:rPr>
              <a:t>obra?</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permitimos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incredulidad</a:t>
            </a:r>
            <a:r>
              <a:rPr lang="es-DO" sz="4400" dirty="0">
                <a:latin typeface="Verlag Light" pitchFamily="2" charset="77"/>
              </a:rPr>
              <a:t xml:space="preserve"> </a:t>
            </a:r>
            <a:r>
              <a:rPr lang="es-DO" sz="4400" dirty="0">
                <a:latin typeface="Verlag Light" pitchFamily="2" charset="77"/>
              </a:rPr>
              <a:t>invada</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corazón</a:t>
            </a:r>
            <a:r>
              <a:rPr lang="es-DO" sz="4400" dirty="0">
                <a:latin typeface="Verlag Light" pitchFamily="2" charset="77"/>
              </a:rPr>
              <a:t xml:space="preserve"> </a:t>
            </a:r>
            <a:r>
              <a:rPr lang="es-DO" sz="4400" dirty="0">
                <a:latin typeface="Verlag Light" pitchFamily="2" charset="77"/>
              </a:rPr>
              <a:t>seremos</a:t>
            </a:r>
            <a:r>
              <a:rPr lang="es-DO" sz="4400" dirty="0">
                <a:latin typeface="Verlag Light" pitchFamily="2" charset="77"/>
              </a:rPr>
              <a:t xml:space="preserve"> </a:t>
            </a:r>
            <a:r>
              <a:rPr lang="es-DO" sz="4400" dirty="0">
                <a:latin typeface="Verlag Light" pitchFamily="2" charset="77"/>
              </a:rPr>
              <a:t>derrotados.</a:t>
            </a:r>
            <a:r>
              <a:rPr lang="es-DO" sz="4400" dirty="0">
                <a:latin typeface="Verlag Light" pitchFamily="2" charset="77"/>
              </a:rPr>
              <a:t xml:space="preserve"> </a:t>
            </a: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nuestros</a:t>
            </a:r>
            <a:r>
              <a:rPr lang="es-DO" sz="4400" dirty="0">
                <a:latin typeface="Verlag Light" pitchFamily="2" charset="77"/>
              </a:rPr>
              <a:t xml:space="preserve"> </a:t>
            </a:r>
            <a:r>
              <a:rPr lang="es-DO" sz="4400" dirty="0">
                <a:latin typeface="Verlag Light" pitchFamily="2" charset="77"/>
              </a:rPr>
              <a:t>propios</a:t>
            </a:r>
            <a:r>
              <a:rPr lang="es-DO" sz="4400" dirty="0">
                <a:latin typeface="Verlag Light" pitchFamily="2" charset="77"/>
              </a:rPr>
              <a:t xml:space="preserve"> </a:t>
            </a:r>
            <a:r>
              <a:rPr lang="es-DO" sz="4400" dirty="0">
                <a:latin typeface="Verlag Light" pitchFamily="2" charset="77"/>
              </a:rPr>
              <a:t>medios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podemos</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corazones</a:t>
            </a:r>
            <a:r>
              <a:rPr lang="es-DO" sz="4400" dirty="0">
                <a:latin typeface="Verlag Light" pitchFamily="2" charset="77"/>
              </a:rPr>
              <a:t xml:space="preserve"> </a:t>
            </a:r>
            <a:r>
              <a:rPr lang="es-DO" sz="4400" dirty="0">
                <a:latin typeface="Verlag Light" pitchFamily="2" charset="77"/>
              </a:rPr>
              <a:t>insensibles</a:t>
            </a:r>
            <a:r>
              <a:rPr lang="es-DO" sz="4400" dirty="0">
                <a:latin typeface="Verlag Light" pitchFamily="2" charset="77"/>
              </a:rPr>
              <a:t xml:space="preserve"> </a:t>
            </a:r>
            <a:r>
              <a:rPr lang="es-DO" sz="4400" dirty="0">
                <a:latin typeface="Verlag Light" pitchFamily="2" charset="77"/>
              </a:rPr>
              <a:t>palpiten</a:t>
            </a:r>
            <a:r>
              <a:rPr lang="es-DO" sz="4400" dirty="0">
                <a:latin typeface="Verlag Light" pitchFamily="2" charset="77"/>
              </a:rPr>
              <a:t xml:space="preserve"> </a:t>
            </a:r>
            <a:r>
              <a:rPr lang="es-DO" sz="4400" dirty="0">
                <a:latin typeface="Verlag Light" pitchFamily="2" charset="77"/>
              </a:rPr>
              <a:t>llenos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espiritual.</a:t>
            </a:r>
            <a:endParaRPr lang="es-DO" sz="4400">
              <a:latin typeface="Verlag Light" pitchFamily="2" charset="77"/>
            </a:endParaRP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4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2.A- Dando vida a los muertos.</a:t>
            </a:r>
          </a:p>
        </p:txBody>
      </p:sp>
      <p:sp>
        <p:nvSpPr>
          <p:cNvPr id="3" name="Marcador de contenido 2">
            <a:extLst>
              <a:ext uri="{FF2B5EF4-FFF2-40B4-BE49-F238E27FC236}">
                <ns2:creationId id="{3F8E2426-1376-118E-07C7-5A07E7EBB811}"/>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embargo,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impotentes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puesto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podía</a:t>
            </a:r>
            <a:r>
              <a:rPr lang="es-DO" sz="4400" dirty="0">
                <a:latin typeface="Verlag Light" pitchFamily="2" charset="77"/>
              </a:rPr>
              <a:t xml:space="preserve"> </a:t>
            </a:r>
            <a:r>
              <a:rPr lang="es-DO" sz="4400" dirty="0">
                <a:latin typeface="Verlag Light" pitchFamily="2" charset="77"/>
              </a:rPr>
              <a:t>devolverle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hijo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sunamita.</a:t>
            </a:r>
            <a:endParaRPr lang="es-DO" sz="4400">
              <a:latin typeface="Verlag Light" pitchFamily="2" charset="77"/>
            </a:endParaRP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4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2.A- Dando vida a los muertos.</a:t>
            </a:r>
          </a:p>
        </p:txBody>
      </p:sp>
      <p:sp>
        <p:nvSpPr>
          <p:cNvPr id="3" name="Marcador de contenido 2">
            <a:extLst>
              <a:ext uri="{FF2B5EF4-FFF2-40B4-BE49-F238E27FC236}">
                <ns2:creationId id="{3F8E2426-1376-118E-07C7-5A07E7EBB811}"/>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comprender</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incapacidad</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conducirnos</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fuente</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verdadero</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darnos</a:t>
            </a:r>
            <a:r>
              <a:rPr lang="es-DO" sz="4400" dirty="0">
                <a:latin typeface="Verlag Light" pitchFamily="2" charset="77"/>
              </a:rPr>
              <a:t xml:space="preserve"> </a:t>
            </a:r>
            <a:r>
              <a:rPr lang="es-DO" sz="4400" dirty="0">
                <a:latin typeface="Verlag Light" pitchFamily="2" charset="77"/>
              </a:rPr>
              <a:t>cuenta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habita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regiones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fe,</a:t>
            </a:r>
            <a:r>
              <a:rPr lang="es-DO" sz="4400" dirty="0">
                <a:latin typeface="Verlag Light" pitchFamily="2" charset="77"/>
              </a:rPr>
              <a:t xml:space="preserve"> </a:t>
            </a:r>
            <a:r>
              <a:rPr lang="es-DO" sz="4400" dirty="0">
                <a:latin typeface="Verlag Light" pitchFamily="2" charset="77"/>
              </a:rPr>
              <a:t>mora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ambiente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milagros.</a:t>
            </a:r>
            <a:endParaRPr lang="es-DO" sz="4400">
              <a:latin typeface="Verlag Light" pitchFamily="2" charset="77"/>
            </a:endParaRP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4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2.B- Siendo instrumentos de Dios.</a:t>
            </a:r>
          </a:p>
        </p:txBody>
      </p:sp>
      <p:sp>
        <p:nvSpPr>
          <p:cNvPr id="3" name="Marcador de contenido 2">
            <a:extLst>
              <a:ext uri="{FF2B5EF4-FFF2-40B4-BE49-F238E27FC236}">
                <ns2:creationId id="{E649EFFB-4377-B5AC-E2F2-B95A7646CBDE}"/>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nos</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convertido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manera</a:t>
            </a:r>
            <a:r>
              <a:rPr lang="es-DO" sz="4400" dirty="0">
                <a:latin typeface="Verlag Light" pitchFamily="2" charset="77"/>
              </a:rPr>
              <a:t xml:space="preserve"> </a:t>
            </a:r>
            <a:r>
              <a:rPr lang="es-DO" sz="4400" dirty="0">
                <a:latin typeface="Verlag Light" pitchFamily="2" charset="77"/>
              </a:rPr>
              <a:t>especial</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templos</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Espíritu</a:t>
            </a:r>
            <a:r>
              <a:rPr lang="es-DO" sz="4400" dirty="0">
                <a:latin typeface="Verlag Light" pitchFamily="2" charset="77"/>
              </a:rPr>
              <a:t xml:space="preserve"> </a:t>
            </a:r>
            <a:r>
              <a:rPr lang="es-DO" sz="4400" dirty="0">
                <a:latin typeface="Verlag Light" pitchFamily="2" charset="77"/>
              </a:rPr>
              <a:t>Santo,</a:t>
            </a:r>
            <a:r>
              <a:rPr lang="es-DO" sz="4400" dirty="0">
                <a:latin typeface="Verlag Light" pitchFamily="2" charset="77"/>
              </a:rPr>
              <a:t xml:space="preserve"> </a:t>
            </a:r>
            <a:r>
              <a:rPr lang="es-DO" sz="4400" dirty="0">
                <a:latin typeface="Verlag Light" pitchFamily="2" charset="77"/>
              </a:rPr>
              <a:t>donde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mora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actúa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fe,</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entrado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profesión</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obradores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milagros.</a:t>
            </a:r>
            <a:endParaRPr lang="es-DO" sz="4400">
              <a:latin typeface="Verlag Light" pitchFamily="2" charset="77"/>
            </a:endParaRP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4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2.B- Siendo instrumentos de Dios.</a:t>
            </a:r>
          </a:p>
        </p:txBody>
      </p:sp>
      <p:sp>
        <p:nvSpPr>
          <p:cNvPr id="3" name="Marcador de contenido 2">
            <a:extLst>
              <a:ext uri="{FF2B5EF4-FFF2-40B4-BE49-F238E27FC236}">
                <ns2:creationId id="{E649EFFB-4377-B5AC-E2F2-B95A7646CBDE}"/>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enviados</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mundo,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factible</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sino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realizar</a:t>
            </a:r>
            <a:r>
              <a:rPr lang="es-DO" sz="4400" dirty="0">
                <a:latin typeface="Verlag Light" pitchFamily="2" charset="77"/>
              </a:rPr>
              <a:t xml:space="preserve"> </a:t>
            </a:r>
            <a:r>
              <a:rPr lang="es-DO" sz="4400" dirty="0">
                <a:latin typeface="Verlag Light" pitchFamily="2" charset="77"/>
              </a:rPr>
              <a:t>esas</a:t>
            </a:r>
            <a:r>
              <a:rPr lang="es-DO" sz="4400" dirty="0">
                <a:latin typeface="Verlag Light" pitchFamily="2" charset="77"/>
              </a:rPr>
              <a:t xml:space="preserve"> </a:t>
            </a:r>
            <a:r>
              <a:rPr lang="es-DO" sz="4400" dirty="0">
                <a:latin typeface="Verlag Light" pitchFamily="2" charset="77"/>
              </a:rPr>
              <a:t>imposibilidades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obra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Espíritu,</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medio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sus</a:t>
            </a:r>
            <a:r>
              <a:rPr lang="es-DO" sz="4400" dirty="0">
                <a:latin typeface="Verlag Light" pitchFamily="2" charset="77"/>
              </a:rPr>
              <a:t xml:space="preserve"> </a:t>
            </a:r>
            <a:r>
              <a:rPr lang="es-DO" sz="4400" dirty="0">
                <a:latin typeface="Verlag Light" pitchFamily="2" charset="77"/>
              </a:rPr>
              <a:t>hijos.</a:t>
            </a:r>
            <a:endParaRPr lang="es-DO" sz="4400">
              <a:latin typeface="Verlag Light" pitchFamily="2" charset="77"/>
            </a:endParaRP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4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3.A- Obedeciendo la Palabra.</a:t>
            </a:r>
          </a:p>
        </p:txBody>
      </p:sp>
      <p:sp>
        <p:nvSpPr>
          <p:cNvPr id="3" name="Marcador de contenido 2">
            <a:extLst>
              <a:ext uri="{FF2B5EF4-FFF2-40B4-BE49-F238E27FC236}">
                <ns2:creationId id="{18B7B6F9-4EB2-F2BA-8DDE-49705C989134}"/>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1</a:t>
            </a:r>
            <a:r>
              <a:rPr lang="es-DO" sz="4400" dirty="0">
                <a:latin typeface="Verlag Light" pitchFamily="2" charset="77"/>
              </a:rPr>
              <a:t xml:space="preserve"> </a:t>
            </a:r>
            <a:r>
              <a:rPr lang="es-DO" sz="4400" dirty="0">
                <a:latin typeface="Verlag Light" pitchFamily="2" charset="77"/>
              </a:rPr>
              <a:t>Reyes</a:t>
            </a:r>
            <a:r>
              <a:rPr lang="es-DO" sz="4400" dirty="0">
                <a:latin typeface="Verlag Light" pitchFamily="2" charset="77"/>
              </a:rPr>
              <a:t xml:space="preserve"> </a:t>
            </a:r>
            <a:r>
              <a:rPr lang="es-DO" sz="4400" dirty="0">
                <a:latin typeface="Verlag Light" pitchFamily="2" charset="77"/>
              </a:rPr>
              <a:t>16</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narra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cómo</a:t>
            </a:r>
            <a:r>
              <a:rPr lang="es-DO" sz="4400" dirty="0">
                <a:latin typeface="Verlag Light" pitchFamily="2" charset="77"/>
              </a:rPr>
              <a:t xml:space="preserve"> </a:t>
            </a:r>
            <a:r>
              <a:rPr lang="es-DO" sz="4400" dirty="0">
                <a:latin typeface="Verlag Light" pitchFamily="2" charset="77"/>
              </a:rPr>
              <a:t>Elías</a:t>
            </a:r>
            <a:r>
              <a:rPr lang="es-DO" sz="4400" dirty="0">
                <a:latin typeface="Verlag Light" pitchFamily="2" charset="77"/>
              </a:rPr>
              <a:t xml:space="preserve"> </a:t>
            </a:r>
            <a:r>
              <a:rPr lang="es-DO" sz="4400" dirty="0">
                <a:latin typeface="Verlag Light" pitchFamily="2" charset="77"/>
              </a:rPr>
              <a:t>resucitó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había</a:t>
            </a:r>
            <a:r>
              <a:rPr lang="es-DO" sz="4400" dirty="0">
                <a:latin typeface="Verlag Light" pitchFamily="2" charset="77"/>
              </a:rPr>
              <a:t xml:space="preserve"> </a:t>
            </a:r>
            <a:r>
              <a:rPr lang="es-DO" sz="4400" dirty="0">
                <a:latin typeface="Verlag Light" pitchFamily="2" charset="77"/>
              </a:rPr>
              <a:t>dejado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siervo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ejemplo</a:t>
            </a:r>
            <a:r>
              <a:rPr lang="es-DO" sz="4400" dirty="0">
                <a:latin typeface="Verlag Light" pitchFamily="2" charset="77"/>
              </a:rPr>
              <a:t xml:space="preserve"> </a:t>
            </a:r>
            <a:r>
              <a:rPr lang="es-DO" sz="4400" dirty="0">
                <a:latin typeface="Verlag Light" pitchFamily="2" charset="77"/>
              </a:rPr>
              <a:t>perfecto.</a:t>
            </a:r>
            <a:r>
              <a:rPr lang="es-DO" sz="4400" dirty="0">
                <a:latin typeface="Verlag Light" pitchFamily="2" charset="77"/>
              </a:rPr>
              <a:t xml:space="preserve"> </a:t>
            </a:r>
            <a:r>
              <a:rPr lang="es-DO" sz="4400" dirty="0">
                <a:latin typeface="Verlag Light" pitchFamily="2" charset="77"/>
              </a:rPr>
              <a:t>Analicemos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método:</a:t>
            </a:r>
            <a:r>
              <a:rPr lang="es-DO" sz="4400" dirty="0">
                <a:latin typeface="Verlag Light" pitchFamily="2" charset="77"/>
              </a:rPr>
              <a:t xml:space="preserve"> </a:t>
            </a:r>
            <a:r>
              <a:rPr lang="es-DO" sz="4400" dirty="0">
                <a:latin typeface="Verlag Light" pitchFamily="2" charset="77"/>
              </a:rPr>
              <a:t>(1)</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continua</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endParaRPr lang="es-DO" sz="4400">
              <a:latin typeface="Verlag Light" pitchFamily="2" charset="77"/>
            </a:endParaRP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4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3.A- Obedeciendo la Palabra.</a:t>
            </a:r>
          </a:p>
        </p:txBody>
      </p:sp>
      <p:sp>
        <p:nvSpPr>
          <p:cNvPr id="3" name="Marcador de contenido 2">
            <a:extLst>
              <a:ext uri="{FF2B5EF4-FFF2-40B4-BE49-F238E27FC236}">
                <ns2:creationId id="{18B7B6F9-4EB2-F2BA-8DDE-49705C989134}"/>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¿Dónde</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colocado</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“he</a:t>
            </a:r>
            <a:r>
              <a:rPr lang="es-DO" sz="4400" dirty="0">
                <a:latin typeface="Verlag Light" pitchFamily="2" charset="77"/>
              </a:rPr>
              <a:t xml:space="preserve"> </a:t>
            </a:r>
            <a:r>
              <a:rPr lang="es-DO" sz="4400" dirty="0">
                <a:latin typeface="Verlag Light" pitchFamily="2" charset="77"/>
              </a:rPr>
              <a:t>aquí</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tendido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cama”</a:t>
            </a:r>
            <a:r>
              <a:rPr lang="es-DO" sz="4400" dirty="0">
                <a:latin typeface="Verlag Light" pitchFamily="2" charset="77"/>
              </a:rPr>
              <a:t xml:space="preserve"> </a:t>
            </a:r>
            <a:r>
              <a:rPr lang="es-DO" sz="4400" dirty="0" b="1">
                <a:latin typeface="Verlag Light" pitchFamily="2" charset="77"/>
              </a:rPr>
              <a:t>(4:32)</a:t>
            </a:r>
            <a:r>
              <a:rPr lang="es-DO" sz="4400" dirty="0">
                <a:latin typeface="Verlag Light" pitchFamily="2" charset="77"/>
              </a:rPr>
              <a:t>,</a:t>
            </a:r>
            <a:r>
              <a:rPr lang="es-DO" sz="4400" dirty="0">
                <a:latin typeface="Verlag Light" pitchFamily="2" charset="77"/>
              </a:rPr>
              <a:t xml:space="preserve"> </a:t>
            </a:r>
            <a:r>
              <a:rPr lang="es-DO" sz="4400" dirty="0">
                <a:latin typeface="Verlag Light" pitchFamily="2" charset="77"/>
              </a:rPr>
              <a:t>esto</a:t>
            </a:r>
            <a:r>
              <a:rPr lang="es-DO" sz="4400" dirty="0">
                <a:latin typeface="Verlag Light" pitchFamily="2" charset="77"/>
              </a:rPr>
              <a:t xml:space="preserve"> </a:t>
            </a:r>
            <a:r>
              <a:rPr lang="es-DO" sz="4400" dirty="0">
                <a:latin typeface="Verlag Light" pitchFamily="2" charset="77"/>
              </a:rPr>
              <a:t>habla,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queremos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vuelvan</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debe</a:t>
            </a:r>
            <a:r>
              <a:rPr lang="es-DO" sz="4400" dirty="0">
                <a:latin typeface="Verlag Light" pitchFamily="2" charset="77"/>
              </a:rPr>
              <a:t xml:space="preserve"> </a:t>
            </a:r>
            <a:r>
              <a:rPr lang="es-DO" sz="4400" dirty="0">
                <a:latin typeface="Verlag Light" pitchFamily="2" charset="77"/>
              </a:rPr>
              <a:t>estar</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centro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corazón,</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lugar</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íntimo</a:t>
            </a:r>
            <a:r>
              <a:rPr lang="es-DO" sz="4400" dirty="0">
                <a:latin typeface="Verlag Light" pitchFamily="2" charset="77"/>
              </a:rPr>
              <a:t xml:space="preserve"> </a:t>
            </a:r>
            <a:r>
              <a:rPr lang="es-DO" sz="4400" dirty="0">
                <a:latin typeface="Verlag Light" pitchFamily="2" charset="77"/>
              </a:rPr>
              <a:t>e</a:t>
            </a:r>
            <a:r>
              <a:rPr lang="es-DO" sz="4400" dirty="0">
                <a:latin typeface="Verlag Light" pitchFamily="2" charset="77"/>
              </a:rPr>
              <a:t xml:space="preserve"> </a:t>
            </a:r>
            <a:r>
              <a:rPr lang="es-DO" sz="4400" dirty="0">
                <a:latin typeface="Verlag Light" pitchFamily="2" charset="77"/>
              </a:rPr>
              <a:t>importante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nuestras</a:t>
            </a:r>
            <a:endParaRPr lang="es-DO" sz="4400">
              <a:latin typeface="Verlag Light" pitchFamily="2" charset="77"/>
            </a:endParaRP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4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3.A- Obedeciendo la Palabra.</a:t>
            </a:r>
          </a:p>
        </p:txBody>
      </p:sp>
      <p:sp>
        <p:nvSpPr>
          <p:cNvPr id="3" name="Marcador de contenido 2">
            <a:extLst>
              <a:ext uri="{FF2B5EF4-FFF2-40B4-BE49-F238E27FC236}">
                <ns2:creationId id="{18B7B6F9-4EB2-F2BA-8DDE-49705C989134}"/>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vidas,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deben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continua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llevamos</a:t>
            </a:r>
            <a:r>
              <a:rPr lang="es-DO" sz="4400" dirty="0">
                <a:latin typeface="Verlag Light" pitchFamily="2" charset="77"/>
              </a:rPr>
              <a:t xml:space="preserve"> </a:t>
            </a:r>
            <a:r>
              <a:rPr lang="es-DO" sz="4400" dirty="0">
                <a:latin typeface="Verlag Light" pitchFamily="2" charset="77"/>
              </a:rPr>
              <a:t>ante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presencia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día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noche.</a:t>
            </a:r>
            <a:endParaRPr lang="es-DO" sz="4400">
              <a:latin typeface="Verlag Light" pitchFamily="2" charset="77"/>
            </a:endParaRP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5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3.B- Orando intensamente.</a:t>
            </a:r>
          </a:p>
        </p:txBody>
      </p:sp>
      <p:sp>
        <p:nvSpPr>
          <p:cNvPr id="3" name="Marcador de contenido 2">
            <a:extLst>
              <a:ext uri="{FF2B5EF4-FFF2-40B4-BE49-F238E27FC236}">
                <ns2:creationId id="{23D09FC2-1F36-681D-E6B4-F5E33319EE62}"/>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ellos.</a:t>
            </a:r>
            <a:r>
              <a:rPr lang="es-DO" sz="4400" dirty="0">
                <a:latin typeface="Verlag Light" pitchFamily="2" charset="77"/>
              </a:rPr>
              <a:t xml:space="preserve"> </a:t>
            </a:r>
            <a:r>
              <a:rPr lang="es-DO" sz="4400" dirty="0">
                <a:latin typeface="Verlag Light" pitchFamily="2" charset="77"/>
              </a:rPr>
              <a:t>(3)</a:t>
            </a:r>
            <a:r>
              <a:rPr lang="es-DO" sz="4400" dirty="0">
                <a:latin typeface="Verlag Light" pitchFamily="2" charset="77"/>
              </a:rPr>
              <a:t xml:space="preserve"> </a:t>
            </a:r>
            <a:r>
              <a:rPr lang="es-DO" sz="4400" dirty="0">
                <a:latin typeface="Verlag Light" pitchFamily="2" charset="77"/>
              </a:rPr>
              <a:t>Implementar</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Después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orar</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tomó</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deben</a:t>
            </a:r>
            <a:r>
              <a:rPr lang="es-DO" sz="4400" dirty="0">
                <a:latin typeface="Verlag Light" pitchFamily="2" charset="77"/>
              </a:rPr>
              <a:t xml:space="preserve"> </a:t>
            </a:r>
            <a:r>
              <a:rPr lang="es-DO" sz="4400" dirty="0">
                <a:latin typeface="Verlag Light" pitchFamily="2" charset="77"/>
              </a:rPr>
              <a:t>ir</a:t>
            </a:r>
            <a:r>
              <a:rPr lang="es-DO" sz="4400" dirty="0">
                <a:latin typeface="Verlag Light" pitchFamily="2" charset="77"/>
              </a:rPr>
              <a:t xml:space="preserve"> </a:t>
            </a:r>
            <a:r>
              <a:rPr lang="es-DO" sz="4400" dirty="0">
                <a:latin typeface="Verlag Light" pitchFamily="2" charset="77"/>
              </a:rPr>
              <a:t>juntas.</a:t>
            </a:r>
            <a:r>
              <a:rPr lang="es-DO" sz="4400" dirty="0">
                <a:latin typeface="Verlag Light" pitchFamily="2" charset="77"/>
              </a:rPr>
              <a:t xml:space="preserve"> </a:t>
            </a:r>
            <a:r>
              <a:rPr lang="es-DO" sz="4400" dirty="0">
                <a:latin typeface="Verlag Light" pitchFamily="2" charset="77"/>
              </a:rPr>
              <a:t>Alguien</a:t>
            </a:r>
            <a:r>
              <a:rPr lang="es-DO" sz="4400" dirty="0">
                <a:latin typeface="Verlag Light" pitchFamily="2" charset="77"/>
              </a:rPr>
              <a:t xml:space="preserve"> </a:t>
            </a:r>
            <a:r>
              <a:rPr lang="es-DO" sz="4400" dirty="0">
                <a:latin typeface="Verlag Light" pitchFamily="2" charset="77"/>
              </a:rPr>
              <a:t>dijo:</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presunción;</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hipocresía”.</a:t>
            </a:r>
            <a:endParaRPr lang="es-DO" sz="4400">
              <a:latin typeface="Verlag Light" pitchFamily="2" charset="77"/>
            </a:endParaRP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5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3.B- Orando intensamente.</a:t>
            </a:r>
          </a:p>
        </p:txBody>
      </p:sp>
      <p:sp>
        <p:nvSpPr>
          <p:cNvPr id="3" name="Marcador de contenido 2">
            <a:extLst>
              <a:ext uri="{FF2B5EF4-FFF2-40B4-BE49-F238E27FC236}">
                <ns2:creationId id="{23D09FC2-1F36-681D-E6B4-F5E33319EE62}"/>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tendió</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adaptando</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todas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personas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iguales,</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encontrar</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mejor</a:t>
            </a:r>
            <a:r>
              <a:rPr lang="es-DO" sz="4400" dirty="0">
                <a:latin typeface="Verlag Light" pitchFamily="2" charset="77"/>
              </a:rPr>
              <a:t xml:space="preserve"> </a:t>
            </a:r>
            <a:r>
              <a:rPr lang="es-DO" sz="4400" dirty="0">
                <a:latin typeface="Verlag Light" pitchFamily="2" charset="77"/>
              </a:rPr>
              <a:t>estrategia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ganar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cada</a:t>
            </a:r>
            <a:r>
              <a:rPr lang="es-DO" sz="4400" dirty="0">
                <a:latin typeface="Verlag Light" pitchFamily="2" charset="77"/>
              </a:rPr>
              <a:t xml:space="preserve"> </a:t>
            </a:r>
            <a:r>
              <a:rPr lang="es-DO" sz="4400" dirty="0">
                <a:latin typeface="Verlag Light" pitchFamily="2" charset="77"/>
              </a:rPr>
              <a:t>uno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reino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peces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pescados</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carnada.</a:t>
            </a:r>
            <a:endParaRPr lang="es-DO" sz="4400">
              <a:latin typeface="Verlag Light" pitchFamily="2" charset="77"/>
            </a:endParaRP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5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a:solidFill>
                  <a:srgbClr val="FFFFFF"/>
                </a:solidFill>
              </a:rPr>
              <a:t>3.B- Orando intensamente.</a:t>
            </a:r>
          </a:p>
        </p:txBody>
      </p:sp>
      <p:sp>
        <p:nvSpPr>
          <p:cNvPr id="3" name="Marcador de contenido 2">
            <a:extLst>
              <a:ext uri="{FF2B5EF4-FFF2-40B4-BE49-F238E27FC236}">
                <ns2:creationId id="{23D09FC2-1F36-681D-E6B4-F5E33319EE62}"/>
              </a:ext>
            </a:extLst>
          </p:cNvPr>
          <p:cNvSpPr>
            <a:spLocks noGrp="1"/>
          </p:cNvSpPr>
          <p:nvPr/>
        </p:nvSpPr>
        <p:spPr>
          <a:xfrm>
            <a:off x="165100" y="974871"/>
            <a:ext cx="11861801" cy="5425501"/>
          </a:xfrm>
        </p:spPr>
        <p:txBody>
          <a:bodyPr anchor="t">
            <a:noAutofit/>
          </a:bodyPr>
          <a:lstStyle>
            <a:lvl1pPr marL="0" indent="0">
              <a:buNone/>
              <a:defRPr sz="4400">
                <a:latin typeface="Verlag Light" pitchFamily="2" charset="77"/>
              </a:defRPr>
            </a:lvl1pPr>
          </a:lstStyle>
          <a:p>
            <a:pPr marL="0" indent="0" algn="l">
              <a:buNone/>
            </a:pP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nos</a:t>
            </a:r>
            <a:r>
              <a:rPr lang="es-DO" sz="4400" dirty="0">
                <a:latin typeface="Verlag Light" pitchFamily="2" charset="77"/>
              </a:rPr>
              <a:t xml:space="preserve"> </a:t>
            </a:r>
            <a:r>
              <a:rPr lang="es-DO" sz="4400" dirty="0">
                <a:latin typeface="Verlag Light" pitchFamily="2" charset="77"/>
              </a:rPr>
              <a:t>llamó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pescadores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hombres.</a:t>
            </a:r>
            <a:endParaRPr lang="es-DO" sz="4400">
              <a:latin typeface="Verlag Light" pitchFamily="2" charset="77"/>
            </a:endParaRP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“Hijitos</a:t>
            </a:r>
            <a:r>
              <a:rPr lang="es-DO" sz="4400" dirty="0">
                <a:latin typeface="Verlag Light" pitchFamily="2" charset="77"/>
              </a:rPr>
              <a:t xml:space="preserve"> </a:t>
            </a:r>
            <a:r>
              <a:rPr lang="es-DO" sz="4400" dirty="0">
                <a:latin typeface="Verlag Light" pitchFamily="2" charset="77"/>
              </a:rPr>
              <a:t>míos,</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quienes</a:t>
            </a:r>
            <a:r>
              <a:rPr lang="es-DO" sz="4400" dirty="0">
                <a:latin typeface="Verlag Light" pitchFamily="2" charset="77"/>
              </a:rPr>
              <a:t xml:space="preserve"> </a:t>
            </a:r>
            <a:r>
              <a:rPr lang="es-DO" sz="4400" dirty="0">
                <a:latin typeface="Verlag Light" pitchFamily="2" charset="77"/>
              </a:rPr>
              <a:t>vuelvo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sufrir</a:t>
            </a:r>
            <a:r>
              <a:rPr lang="es-DO" sz="4400" dirty="0">
                <a:latin typeface="Verlag Light" pitchFamily="2" charset="77"/>
              </a:rPr>
              <a:t xml:space="preserve"> </a:t>
            </a:r>
            <a:r>
              <a:rPr lang="es-DO" sz="4400" dirty="0">
                <a:latin typeface="Verlag Light" pitchFamily="2" charset="77"/>
              </a:rPr>
              <a:t>dolores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parto,</a:t>
            </a:r>
            <a:r>
              <a:rPr lang="es-DO" sz="4400" dirty="0">
                <a:latin typeface="Verlag Light" pitchFamily="2" charset="77"/>
              </a:rPr>
              <a:t xml:space="preserve"> </a:t>
            </a:r>
            <a:r>
              <a:rPr lang="es-DO" sz="4400" dirty="0">
                <a:latin typeface="Verlag Light" pitchFamily="2" charset="77"/>
              </a:rPr>
              <a:t>hasta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sea</a:t>
            </a:r>
            <a:r>
              <a:rPr lang="es-DO" sz="4400" dirty="0">
                <a:latin typeface="Verlag Light" pitchFamily="2" charset="77"/>
              </a:rPr>
              <a:t xml:space="preserve"> </a:t>
            </a:r>
            <a:r>
              <a:rPr lang="es-DO" sz="4400" dirty="0">
                <a:latin typeface="Verlag Light" pitchFamily="2" charset="77"/>
              </a:rPr>
              <a:t>formado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Él.</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meta</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(pecador)</a:t>
            </a:r>
            <a:r>
              <a:rPr lang="es-DO" sz="4400" dirty="0">
                <a:latin typeface="Verlag Light" pitchFamily="2" charset="77"/>
              </a:rPr>
              <a:t xml:space="preserve"> </a:t>
            </a:r>
            <a:r>
              <a:rPr lang="es-DO" sz="4400" dirty="0">
                <a:latin typeface="Verlag Light" pitchFamily="2" charset="77"/>
              </a:rPr>
              <a:t>entre</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calor”</a:t>
            </a:r>
            <a:r>
              <a:rPr lang="es-DO" sz="4400" dirty="0">
                <a:latin typeface="Verlag Light" pitchFamily="2" charset="77"/>
              </a:rPr>
              <a:t xml:space="preserve"> </a:t>
            </a:r>
            <a:r>
              <a:rPr lang="es-DO" sz="4400" dirty="0">
                <a:latin typeface="Verlag Light" pitchFamily="2" charset="77"/>
              </a:rPr>
              <a:t>(2</a:t>
            </a:r>
            <a:r>
              <a:rPr lang="es-DO" sz="4400" dirty="0">
                <a:latin typeface="Verlag Light" pitchFamily="2" charset="77"/>
              </a:rPr>
              <a:t xml:space="preserve"> </a:t>
            </a:r>
            <a:r>
              <a:rPr lang="es-DO" sz="4400" dirty="0">
                <a:latin typeface="Verlag Light" pitchFamily="2" charset="77"/>
              </a:rPr>
              <a:t>Reyes</a:t>
            </a:r>
            <a:r>
              <a:rPr lang="es-DO" sz="4400" dirty="0">
                <a:latin typeface="Verlag Light" pitchFamily="2" charset="77"/>
              </a:rPr>
              <a:t xml:space="preserve"> </a:t>
            </a:r>
            <a:r>
              <a:rPr lang="es-DO" sz="4400" dirty="0">
                <a:latin typeface="Verlag Light" pitchFamily="2" charset="77"/>
              </a:rPr>
              <a:t>4:31),</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emocione,</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entusiasme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tiempo,</a:t>
            </a:r>
            <a:r>
              <a:rPr lang="es-DO" sz="4400" dirty="0">
                <a:latin typeface="Verlag Light" pitchFamily="2" charset="77"/>
              </a:rPr>
              <a:t xml:space="preserve"> </a:t>
            </a:r>
            <a:r>
              <a:rPr lang="es-DO" sz="4400" dirty="0">
                <a:latin typeface="Verlag Light" pitchFamily="2" charset="77"/>
              </a:rPr>
              <a:t>le</a:t>
            </a:r>
            <a:r>
              <a:rPr lang="es-DO" sz="4400" dirty="0">
                <a:latin typeface="Verlag Light" pitchFamily="2" charset="77"/>
              </a:rPr>
              <a:t xml:space="preserve"> </a:t>
            </a:r>
            <a:r>
              <a:rPr lang="es-DO" sz="4400" dirty="0">
                <a:latin typeface="Verlag Light" pitchFamily="2" charset="77"/>
              </a:rPr>
              <a:t>guste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alabanza,</a:t>
            </a:r>
            <a:r>
              <a:rPr lang="es-DO" sz="4400" dirty="0">
                <a:latin typeface="Verlag Light" pitchFamily="2" charset="77"/>
              </a:rPr>
              <a:t xml:space="preserve"> </a:t>
            </a:r>
            <a:r>
              <a:rPr lang="es-DO" sz="4400" dirty="0">
                <a:latin typeface="Verlag Light" pitchFamily="2" charset="77"/>
              </a:rPr>
              <a:t>socialice</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otros</a:t>
            </a:r>
            <a:r>
              <a:rPr lang="es-DO" sz="4400" dirty="0">
                <a:latin typeface="Verlag Light" pitchFamily="2" charset="77"/>
              </a:rPr>
              <a:t xml:space="preserve"> </a:t>
            </a:r>
            <a:r>
              <a:rPr lang="es-DO" sz="4400" dirty="0">
                <a:latin typeface="Verlag Light" pitchFamily="2" charset="77"/>
              </a:rPr>
              <a:t>jóvenes,</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meta</a:t>
            </a:r>
            <a:r>
              <a:rPr lang="es-DO" sz="4400" dirty="0">
                <a:latin typeface="Verlag Light" pitchFamily="2" charset="77"/>
              </a:rPr>
              <a:t xml:space="preserve"> </a:t>
            </a:r>
            <a:r>
              <a:rPr lang="es-DO" sz="4400" dirty="0">
                <a:latin typeface="Verlag Light" pitchFamily="2" charset="77"/>
              </a:rPr>
              <a:t>es:</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a:t>
            </a:r>
            <a:r>
              <a:rPr lang="es-DO" sz="4400" dirty="0">
                <a:latin typeface="Verlag Light" pitchFamily="2" charset="77"/>
              </a:rPr>
              <a:t xml:space="preserve"> </a:t>
            </a:r>
            <a:r>
              <a:rPr lang="es-DO" sz="4400" dirty="0">
                <a:latin typeface="Verlag Light" pitchFamily="2" charset="77"/>
              </a:rPr>
              <a:t>“presentar</a:t>
            </a:r>
            <a:r>
              <a:rPr lang="es-DO" sz="4400" dirty="0">
                <a:latin typeface="Verlag Light" pitchFamily="2" charset="77"/>
              </a:rPr>
              <a:t xml:space="preserve"> </a:t>
            </a:r>
            <a:r>
              <a:rPr lang="es-DO" sz="4400" dirty="0">
                <a:latin typeface="Verlag Light" pitchFamily="2" charset="77"/>
              </a:rPr>
              <a:t>perfecto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Jesús</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(Colosenses</a:t>
            </a:r>
            <a:r>
              <a:rPr lang="es-DO" sz="4400" dirty="0">
                <a:latin typeface="Verlag Light" pitchFamily="2" charset="77"/>
              </a:rPr>
              <a:t xml:space="preserve"> </a:t>
            </a:r>
            <a:r>
              <a:rPr lang="es-DO" sz="4400" dirty="0">
                <a:latin typeface="Verlag Light" pitchFamily="2" charset="77"/>
              </a:rPr>
              <a:t>1:28).</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738664"/>
          </a:xfrm>
          <a:prstGeom prst="rect">
            <a:avLst/>
          </a:prstGeom>
          <a:noFill/>
        </p:spPr>
        <p:txBody>
          <a:bodyPr wrap="square" anchor="t">
            <a:noAutofit/>
          </a:bodyPr>
          <a:lstStyle>
            <a:lvl1pPr marL="0" indent="0">
              <a:buNone/>
            </a:lvl1pPr>
          </a:lstStyle>
          <a:p>
            <a:pPr marL="0" indent="0">
              <a:buNone/>
            </a:pP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cada</a:t>
            </a:r>
            <a:r>
              <a:rPr lang="es-DO" sz="4400" dirty="0">
                <a:latin typeface="Verlag Light" pitchFamily="2" charset="77"/>
              </a:rPr>
              <a:t xml:space="preserve"> </a:t>
            </a:r>
            <a:r>
              <a:rPr lang="es-DO" sz="4400" dirty="0">
                <a:latin typeface="Verlag Light" pitchFamily="2" charset="77"/>
              </a:rPr>
              <a:t>joven</a:t>
            </a:r>
            <a:r>
              <a:rPr lang="es-DO" sz="4400" dirty="0">
                <a:latin typeface="Verlag Light" pitchFamily="2" charset="77"/>
              </a:rPr>
              <a:t xml:space="preserve"> </a:t>
            </a:r>
            <a:r>
              <a:rPr lang="es-DO" sz="4400" dirty="0">
                <a:latin typeface="Verlag Light" pitchFamily="2" charset="77"/>
              </a:rPr>
              <a:t>tenga</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experiencia</a:t>
            </a:r>
            <a:r>
              <a:rPr lang="es-DO" sz="4400" dirty="0">
                <a:latin typeface="Verlag Light" pitchFamily="2" charset="77"/>
              </a:rPr>
              <a:t xml:space="preserve"> </a:t>
            </a:r>
            <a:r>
              <a:rPr lang="es-DO" sz="4400" dirty="0">
                <a:latin typeface="Verlag Light" pitchFamily="2" charset="77"/>
              </a:rPr>
              <a:t>profunda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ayude</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vencer</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tentaciones</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mundo</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convierta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canal</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todos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todavía</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encuentran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espiritualmente.</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5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responsabilidad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recaería</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profeta</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respecto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labor</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Cristo.</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tenía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ocuparse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caso</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trataba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natural,</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hemos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ocuparnos</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menos</a:t>
            </a:r>
            <a:r>
              <a:rPr lang="es-DO" sz="4400" dirty="0">
                <a:latin typeface="Verlag Light" pitchFamily="2" charset="77"/>
              </a:rPr>
              <a:t xml:space="preserve"> </a:t>
            </a:r>
            <a:r>
              <a:rPr lang="es-DO" sz="4400" dirty="0">
                <a:latin typeface="Verlag Light" pitchFamily="2" charset="77"/>
              </a:rPr>
              <a:t>real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hecho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tratarse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muerte</a:t>
            </a:r>
            <a:r>
              <a:rPr lang="es-DO" sz="4400" dirty="0">
                <a:latin typeface="Verlag Light" pitchFamily="2" charset="77"/>
              </a:rPr>
              <a:t xml:space="preserve"> </a:t>
            </a:r>
            <a:r>
              <a:rPr lang="es-DO" sz="4400" dirty="0">
                <a:latin typeface="Verlag Light" pitchFamily="2" charset="77"/>
              </a:rPr>
              <a:t>espiritual.</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delitos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pecados”</a:t>
            </a:r>
            <a:r>
              <a:rPr lang="es-DO" sz="4400" dirty="0">
                <a:latin typeface="Verlag Light" pitchFamily="2" charset="77"/>
              </a:rPr>
              <a:t xml:space="preserve"> </a:t>
            </a:r>
            <a:r>
              <a:rPr lang="es-DO" sz="4400" dirty="0">
                <a:latin typeface="Verlag Light" pitchFamily="2" charset="77"/>
              </a:rPr>
              <a:t>(Efesios</a:t>
            </a:r>
            <a:r>
              <a:rPr lang="es-DO" sz="4400" dirty="0">
                <a:latin typeface="Verlag Light" pitchFamily="2" charset="77"/>
              </a:rPr>
              <a:t xml:space="preserve"> </a:t>
            </a:r>
            <a:r>
              <a:rPr lang="es-DO" sz="4400" dirty="0">
                <a:latin typeface="Verlag Light" pitchFamily="2" charset="77"/>
              </a:rPr>
              <a:t>2:1).</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5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pensamos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solo</a:t>
            </a:r>
            <a:r>
              <a:rPr lang="es-DO" sz="4400" dirty="0">
                <a:latin typeface="Verlag Light" pitchFamily="2" charset="77"/>
              </a:rPr>
              <a:t xml:space="preserve"> </a:t>
            </a:r>
            <a:r>
              <a:rPr lang="es-DO" sz="4400" dirty="0">
                <a:latin typeface="Verlag Light" pitchFamily="2" charset="77"/>
              </a:rPr>
              <a:t>duermen,</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podremos</a:t>
            </a:r>
            <a:r>
              <a:rPr lang="es-DO" sz="4400" dirty="0">
                <a:latin typeface="Verlag Light" pitchFamily="2" charset="77"/>
              </a:rPr>
              <a:t xml:space="preserve"> </a:t>
            </a:r>
            <a:r>
              <a:rPr lang="es-DO" sz="4400" dirty="0">
                <a:latin typeface="Verlag Light" pitchFamily="2" charset="77"/>
              </a:rPr>
              <a:t>serles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mucha</a:t>
            </a:r>
            <a:r>
              <a:rPr lang="es-DO" sz="4400" dirty="0">
                <a:latin typeface="Verlag Light" pitchFamily="2" charset="77"/>
              </a:rPr>
              <a:t xml:space="preserve"> </a:t>
            </a:r>
            <a:r>
              <a:rPr lang="es-DO" sz="4400" dirty="0">
                <a:latin typeface="Verlag Light" pitchFamily="2" charset="77"/>
              </a:rPr>
              <a:t>ayuda.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igual</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ellos</a:t>
            </a:r>
            <a:r>
              <a:rPr lang="es-DO" sz="4400" dirty="0">
                <a:latin typeface="Verlag Light" pitchFamily="2" charset="77"/>
              </a:rPr>
              <a:t xml:space="preserve"> </a:t>
            </a:r>
            <a:r>
              <a:rPr lang="es-DO" sz="4400" dirty="0">
                <a:latin typeface="Verlag Light" pitchFamily="2" charset="77"/>
              </a:rPr>
              <a:t>están</a:t>
            </a:r>
            <a:r>
              <a:rPr lang="es-DO" sz="4400" dirty="0">
                <a:latin typeface="Verlag Light" pitchFamily="2" charset="77"/>
              </a:rPr>
              <a:t xml:space="preserve"> </a:t>
            </a:r>
            <a:r>
              <a:rPr lang="es-DO" sz="4400" dirty="0">
                <a:latin typeface="Verlag Light" pitchFamily="2" charset="77"/>
              </a:rPr>
              <a:t>muertos</a:t>
            </a:r>
            <a:r>
              <a:rPr lang="es-DO" sz="4400" dirty="0">
                <a:latin typeface="Verlag Light" pitchFamily="2" charset="77"/>
              </a:rPr>
              <a:t xml:space="preserve"> </a:t>
            </a:r>
            <a:r>
              <a:rPr lang="es-DO" sz="4400" dirty="0">
                <a:latin typeface="Verlag Light" pitchFamily="2" charset="77"/>
              </a:rPr>
              <a:t>espiritualmente,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sólo</a:t>
            </a:r>
            <a:r>
              <a:rPr lang="es-DO" sz="4400" dirty="0">
                <a:latin typeface="Verlag Light" pitchFamily="2" charset="77"/>
              </a:rPr>
              <a:t xml:space="preserve"> </a:t>
            </a:r>
            <a:r>
              <a:rPr lang="es-DO" sz="4400" dirty="0">
                <a:latin typeface="Verlag Light" pitchFamily="2" charset="77"/>
              </a:rPr>
              <a:t>pueden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resucitados</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59.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Muchas</a:t>
            </a:r>
            <a:r>
              <a:rPr lang="es-DO" sz="4400" dirty="0">
                <a:latin typeface="Verlag Light" pitchFamily="2" charset="77"/>
              </a:rPr>
              <a:t xml:space="preserve"> </a:t>
            </a:r>
            <a:r>
              <a:rPr lang="es-DO" sz="4400" dirty="0">
                <a:latin typeface="Verlag Light" pitchFamily="2" charset="77"/>
              </a:rPr>
              <a:t>veces</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mensaje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predicamos,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planes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hacemos,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estrategias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diseñamos</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salvar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perdidos</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superficial;</a:t>
            </a:r>
            <a:r>
              <a:rPr lang="es-DO" sz="4400" dirty="0">
                <a:latin typeface="Verlag Light" pitchFamily="2" charset="77"/>
              </a:rPr>
              <a:t xml:space="preserve"> </a:t>
            </a:r>
            <a:r>
              <a:rPr lang="es-DO" sz="4400" dirty="0">
                <a:latin typeface="Verlag Light" pitchFamily="2" charset="77"/>
              </a:rPr>
              <a:t>como</a:t>
            </a:r>
            <a:r>
              <a:rPr lang="es-DO" sz="4400" dirty="0">
                <a:latin typeface="Verlag Light" pitchFamily="2" charset="77"/>
              </a:rPr>
              <a:t xml:space="preserve"> </a:t>
            </a:r>
            <a:r>
              <a:rPr lang="es-DO" sz="4400" dirty="0">
                <a:latin typeface="Verlag Light" pitchFamily="2" charset="77"/>
              </a:rPr>
              <a:t>un</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sostenemos</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mano,</a:t>
            </a:r>
            <a:r>
              <a:rPr lang="es-DO" sz="4400" dirty="0">
                <a:latin typeface="Verlag Light" pitchFamily="2" charset="77"/>
              </a:rPr>
              <a:t xml:space="preserve"> </a:t>
            </a: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forma</a:t>
            </a:r>
            <a:r>
              <a:rPr lang="es-DO" sz="4400" dirty="0">
                <a:latin typeface="Verlag Light" pitchFamily="2" charset="77"/>
              </a:rPr>
              <a:t xml:space="preserve"> </a:t>
            </a:r>
            <a:r>
              <a:rPr lang="es-DO" sz="4400" dirty="0">
                <a:latin typeface="Verlag Light" pitchFamily="2" charset="77"/>
              </a:rPr>
              <a:t>parte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nosotros.</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60.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5425501"/>
          </a:xfrm>
        </p:spPr>
        <p:txBody>
          <a:bodyPr anchor="t">
            <a:noAutofit/>
          </a:bodyPr>
          <a:lstStyle/>
          <a:p>
            <a:pPr marL="0" indent="0">
              <a:buNone/>
            </a:pPr>
            <a:r>
              <a:rPr lang="es-DO" sz="4400" dirty="0">
                <a:latin typeface="Verlag Light" pitchFamily="2" charset="77"/>
              </a:rPr>
              <a:t>Mientras</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prediquemos</a:t>
            </a:r>
            <a:r>
              <a:rPr lang="es-DO" sz="4400" dirty="0">
                <a:latin typeface="Verlag Light" pitchFamily="2" charset="77"/>
              </a:rPr>
              <a:t xml:space="preserve"> </a:t>
            </a:r>
            <a:r>
              <a:rPr lang="es-DO" sz="4400" dirty="0">
                <a:latin typeface="Verlag Light" pitchFamily="2" charset="77"/>
              </a:rPr>
              <a:t>sea</a:t>
            </a:r>
            <a:r>
              <a:rPr lang="es-DO" sz="4400" dirty="0">
                <a:latin typeface="Verlag Light" pitchFamily="2" charset="77"/>
              </a:rPr>
              <a:t xml:space="preserve"> </a:t>
            </a:r>
            <a:r>
              <a:rPr lang="es-DO" sz="4400" dirty="0">
                <a:latin typeface="Verlag Light" pitchFamily="2" charset="77"/>
              </a:rPr>
              <a:t>algo</a:t>
            </a:r>
            <a:r>
              <a:rPr lang="es-DO" sz="4400" dirty="0">
                <a:latin typeface="Verlag Light" pitchFamily="2" charset="77"/>
              </a:rPr>
              <a:t xml:space="preserve"> </a:t>
            </a:r>
            <a:r>
              <a:rPr lang="es-DO" sz="4400" dirty="0">
                <a:latin typeface="Verlag Light" pitchFamily="2" charset="77"/>
              </a:rPr>
              <a:t>ajeno</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nosotros</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relación</a:t>
            </a:r>
            <a:r>
              <a:rPr lang="es-DO" sz="4400" dirty="0">
                <a:latin typeface="Verlag Light" pitchFamily="2" charset="77"/>
              </a:rPr>
              <a:t xml:space="preserve"> </a:t>
            </a:r>
            <a:r>
              <a:rPr lang="es-DO" sz="4400" dirty="0">
                <a:latin typeface="Verlag Light" pitchFamily="2" charset="77"/>
              </a:rPr>
              <a:t>alguna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profundo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hará</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efecto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muertas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báculo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hizo</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6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Verdad</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nuestros</a:t>
            </a:r>
            <a:r>
              <a:rPr lang="es-DO" sz="4400" dirty="0">
                <a:latin typeface="Verlag Light" pitchFamily="2" charset="77"/>
              </a:rPr>
              <a:t xml:space="preserve"> </a:t>
            </a:r>
            <a:r>
              <a:rPr lang="es-DO" sz="4400" dirty="0">
                <a:latin typeface="Verlag Light" pitchFamily="2" charset="77"/>
              </a:rPr>
              <a:t>propios</a:t>
            </a:r>
            <a:r>
              <a:rPr lang="es-DO" sz="4400" dirty="0">
                <a:latin typeface="Verlag Light" pitchFamily="2" charset="77"/>
              </a:rPr>
              <a:t xml:space="preserve"> </a:t>
            </a:r>
            <a:r>
              <a:rPr lang="es-DO" sz="4400" dirty="0">
                <a:latin typeface="Verlag Light" pitchFamily="2" charset="77"/>
              </a:rPr>
              <a:t>medios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podemos</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corazones</a:t>
            </a:r>
            <a:r>
              <a:rPr lang="es-DO" sz="4400" dirty="0">
                <a:latin typeface="Verlag Light" pitchFamily="2" charset="77"/>
              </a:rPr>
              <a:t xml:space="preserve"> </a:t>
            </a:r>
            <a:r>
              <a:rPr lang="es-DO" sz="4400" dirty="0">
                <a:latin typeface="Verlag Light" pitchFamily="2" charset="77"/>
              </a:rPr>
              <a:t>insensibles</a:t>
            </a:r>
            <a:r>
              <a:rPr lang="es-DO" sz="4400" dirty="0">
                <a:latin typeface="Verlag Light" pitchFamily="2" charset="77"/>
              </a:rPr>
              <a:t xml:space="preserve"> </a:t>
            </a:r>
            <a:r>
              <a:rPr lang="es-DO" sz="4400" dirty="0">
                <a:latin typeface="Verlag Light" pitchFamily="2" charset="77"/>
              </a:rPr>
              <a:t>palpiten</a:t>
            </a:r>
            <a:r>
              <a:rPr lang="es-DO" sz="4400" dirty="0">
                <a:latin typeface="Verlag Light" pitchFamily="2" charset="77"/>
              </a:rPr>
              <a:t xml:space="preserve"> </a:t>
            </a:r>
            <a:r>
              <a:rPr lang="es-DO" sz="4400" dirty="0">
                <a:latin typeface="Verlag Light" pitchFamily="2" charset="77"/>
              </a:rPr>
              <a:t>llenos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espiritual.</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embargo,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impotentes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Eliseo</a:t>
            </a:r>
            <a:r>
              <a:rPr lang="es-DO" sz="4400" dirty="0">
                <a:latin typeface="Verlag Light" pitchFamily="2" charset="77"/>
              </a:rPr>
              <a:t xml:space="preserve"> </a:t>
            </a:r>
            <a:r>
              <a:rPr lang="es-DO" sz="4400" dirty="0">
                <a:latin typeface="Verlag Light" pitchFamily="2" charset="77"/>
              </a:rPr>
              <a:t>puesto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sí</a:t>
            </a:r>
            <a:r>
              <a:rPr lang="es-DO" sz="4400" dirty="0">
                <a:latin typeface="Verlag Light" pitchFamily="2" charset="77"/>
              </a:rPr>
              <a:t xml:space="preserve"> </a:t>
            </a:r>
            <a:r>
              <a:rPr lang="es-DO" sz="4400" dirty="0">
                <a:latin typeface="Verlag Light" pitchFamily="2" charset="77"/>
              </a:rPr>
              <a:t>mismo,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podía</a:t>
            </a:r>
            <a:r>
              <a:rPr lang="es-DO" sz="4400" dirty="0">
                <a:latin typeface="Verlag Light" pitchFamily="2" charset="77"/>
              </a:rPr>
              <a:t xml:space="preserve"> </a:t>
            </a:r>
            <a:r>
              <a:rPr lang="es-DO" sz="4400" dirty="0">
                <a:latin typeface="Verlag Light" pitchFamily="2" charset="77"/>
              </a:rPr>
              <a:t>devolverle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hijo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sunamita.</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6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Pero</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comprender</a:t>
            </a:r>
            <a:r>
              <a:rPr lang="es-DO" sz="4400" dirty="0">
                <a:latin typeface="Verlag Light" pitchFamily="2" charset="77"/>
              </a:rPr>
              <a:t xml:space="preserve"> </a:t>
            </a:r>
            <a:r>
              <a:rPr lang="es-DO" sz="4400" dirty="0">
                <a:latin typeface="Verlag Light" pitchFamily="2" charset="77"/>
              </a:rPr>
              <a:t>nuestra</a:t>
            </a:r>
            <a:r>
              <a:rPr lang="es-DO" sz="4400" dirty="0">
                <a:latin typeface="Verlag Light" pitchFamily="2" charset="77"/>
              </a:rPr>
              <a:t xml:space="preserve"> </a:t>
            </a:r>
            <a:r>
              <a:rPr lang="es-DO" sz="4400" dirty="0">
                <a:latin typeface="Verlag Light" pitchFamily="2" charset="77"/>
              </a:rPr>
              <a:t>incapacidad</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conducirnos</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fuente</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verdadero</a:t>
            </a:r>
            <a:r>
              <a:rPr lang="es-DO" sz="4400" dirty="0">
                <a:latin typeface="Verlag Light" pitchFamily="2" charset="77"/>
              </a:rPr>
              <a:t xml:space="preserve"> </a:t>
            </a:r>
            <a:r>
              <a:rPr lang="es-DO" sz="4400" dirty="0">
                <a:latin typeface="Verlag Light" pitchFamily="2" charset="77"/>
              </a:rPr>
              <a:t>poder,</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darnos</a:t>
            </a:r>
            <a:r>
              <a:rPr lang="es-DO" sz="4400" dirty="0">
                <a:latin typeface="Verlag Light" pitchFamily="2" charset="77"/>
              </a:rPr>
              <a:t xml:space="preserve"> </a:t>
            </a:r>
            <a:r>
              <a:rPr lang="es-DO" sz="4400" dirty="0">
                <a:latin typeface="Verlag Light" pitchFamily="2" charset="77"/>
              </a:rPr>
              <a:t>cuenta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habita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regiones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fe,</a:t>
            </a:r>
            <a:r>
              <a:rPr lang="es-DO" sz="4400" dirty="0">
                <a:latin typeface="Verlag Light" pitchFamily="2" charset="77"/>
              </a:rPr>
              <a:t xml:space="preserve"> </a:t>
            </a:r>
            <a:r>
              <a:rPr lang="es-DO" sz="4400" dirty="0">
                <a:latin typeface="Verlag Light" pitchFamily="2" charset="77"/>
              </a:rPr>
              <a:t>mora</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ambiente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milagros.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6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Somos</a:t>
            </a:r>
            <a:r>
              <a:rPr lang="es-DO" sz="4400" dirty="0">
                <a:latin typeface="Verlag Light" pitchFamily="2" charset="77"/>
              </a:rPr>
              <a:t xml:space="preserve"> </a:t>
            </a:r>
            <a:r>
              <a:rPr lang="es-DO" sz="4400" dirty="0">
                <a:latin typeface="Verlag Light" pitchFamily="2" charset="77"/>
              </a:rPr>
              <a:t>enviados</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mundo,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lo</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es</a:t>
            </a:r>
            <a:r>
              <a:rPr lang="es-DO" sz="4400" dirty="0">
                <a:latin typeface="Verlag Light" pitchFamily="2" charset="77"/>
              </a:rPr>
              <a:t xml:space="preserve"> </a:t>
            </a:r>
            <a:r>
              <a:rPr lang="es-DO" sz="4400" dirty="0">
                <a:latin typeface="Verlag Light" pitchFamily="2" charset="77"/>
              </a:rPr>
              <a:t>factible</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hombre</a:t>
            </a:r>
            <a:r>
              <a:rPr lang="es-DO" sz="4400" dirty="0">
                <a:latin typeface="Verlag Light" pitchFamily="2" charset="77"/>
              </a:rPr>
              <a:t xml:space="preserve"> </a:t>
            </a:r>
            <a:r>
              <a:rPr lang="es-DO" sz="4400" dirty="0">
                <a:latin typeface="Verlag Light" pitchFamily="2" charset="77"/>
              </a:rPr>
              <a:t>hacer,</a:t>
            </a:r>
            <a:r>
              <a:rPr lang="es-DO" sz="4400" dirty="0">
                <a:latin typeface="Verlag Light" pitchFamily="2" charset="77"/>
              </a:rPr>
              <a:t xml:space="preserve"> </a:t>
            </a:r>
            <a:r>
              <a:rPr lang="es-DO" sz="4400" dirty="0">
                <a:latin typeface="Verlag Light" pitchFamily="2" charset="77"/>
              </a:rPr>
              <a:t>sino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realizar</a:t>
            </a:r>
            <a:r>
              <a:rPr lang="es-DO" sz="4400" dirty="0">
                <a:latin typeface="Verlag Light" pitchFamily="2" charset="77"/>
              </a:rPr>
              <a:t xml:space="preserve"> </a:t>
            </a:r>
            <a:r>
              <a:rPr lang="es-DO" sz="4400" dirty="0">
                <a:latin typeface="Verlag Light" pitchFamily="2" charset="77"/>
              </a:rPr>
              <a:t>esas</a:t>
            </a:r>
            <a:r>
              <a:rPr lang="es-DO" sz="4400" dirty="0">
                <a:latin typeface="Verlag Light" pitchFamily="2" charset="77"/>
              </a:rPr>
              <a:t xml:space="preserve"> </a:t>
            </a:r>
            <a:r>
              <a:rPr lang="es-DO" sz="4400" dirty="0">
                <a:latin typeface="Verlag Light" pitchFamily="2" charset="77"/>
              </a:rPr>
              <a:t>imposibilidades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obra</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Espíritu,</a:t>
            </a:r>
            <a:r>
              <a:rPr lang="es-DO" sz="4400" dirty="0">
                <a:latin typeface="Verlag Light" pitchFamily="2" charset="77"/>
              </a:rPr>
              <a:t xml:space="preserve"> </a:t>
            </a:r>
            <a:r>
              <a:rPr lang="es-DO" sz="4400" dirty="0">
                <a:latin typeface="Verlag Light" pitchFamily="2" charset="77"/>
              </a:rPr>
              <a:t>por</a:t>
            </a:r>
            <a:r>
              <a:rPr lang="es-DO" sz="4400" dirty="0">
                <a:latin typeface="Verlag Light" pitchFamily="2" charset="77"/>
              </a:rPr>
              <a:t xml:space="preserve"> </a:t>
            </a:r>
            <a:r>
              <a:rPr lang="es-DO" sz="4400" dirty="0">
                <a:latin typeface="Verlag Light" pitchFamily="2" charset="77"/>
              </a:rPr>
              <a:t>medio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sus</a:t>
            </a:r>
            <a:r>
              <a:rPr lang="es-DO" sz="4400" dirty="0">
                <a:latin typeface="Verlag Light" pitchFamily="2" charset="77"/>
              </a:rPr>
              <a:t xml:space="preserve"> </a:t>
            </a:r>
            <a:r>
              <a:rPr lang="es-DO" sz="4400" dirty="0">
                <a:latin typeface="Verlag Light" pitchFamily="2" charset="77"/>
              </a:rPr>
              <a:t>hijos.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6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¿Dónde</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colocado</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“he</a:t>
            </a:r>
            <a:r>
              <a:rPr lang="es-DO" sz="4400" dirty="0">
                <a:latin typeface="Verlag Light" pitchFamily="2" charset="77"/>
              </a:rPr>
              <a:t xml:space="preserve"> </a:t>
            </a:r>
            <a:r>
              <a:rPr lang="es-DO" sz="4400" dirty="0">
                <a:latin typeface="Verlag Light" pitchFamily="2" charset="77"/>
              </a:rPr>
              <a:t>aquí</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estaba</a:t>
            </a:r>
            <a:r>
              <a:rPr lang="es-DO" sz="4400" dirty="0">
                <a:latin typeface="Verlag Light" pitchFamily="2" charset="77"/>
              </a:rPr>
              <a:t xml:space="preserve"> </a:t>
            </a:r>
            <a:r>
              <a:rPr lang="es-DO" sz="4400" dirty="0">
                <a:latin typeface="Verlag Light" pitchFamily="2" charset="77"/>
              </a:rPr>
              <a:t>tendido</a:t>
            </a:r>
            <a:r>
              <a:rPr lang="es-DO" sz="4400" dirty="0">
                <a:latin typeface="Verlag Light" pitchFamily="2" charset="77"/>
              </a:rPr>
              <a:t xml:space="preserve"> </a:t>
            </a:r>
            <a:r>
              <a:rPr lang="es-DO" sz="4400" dirty="0">
                <a:latin typeface="Verlag Light" pitchFamily="2" charset="77"/>
              </a:rPr>
              <a:t>muerto</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cama”</a:t>
            </a:r>
            <a:r>
              <a:rPr lang="es-DO" sz="4400" dirty="0">
                <a:latin typeface="Verlag Light" pitchFamily="2" charset="77"/>
              </a:rPr>
              <a:t xml:space="preserve"> </a:t>
            </a:r>
            <a:r>
              <a:rPr lang="es-DO" sz="4400" dirty="0" b="1">
                <a:latin typeface="Verlag Light" pitchFamily="2" charset="77"/>
              </a:rPr>
              <a:t>(4:32)</a:t>
            </a:r>
            <a:r>
              <a:rPr lang="es-DO" sz="4400" dirty="0">
                <a:latin typeface="Verlag Light" pitchFamily="2" charset="77"/>
              </a:rPr>
              <a:t>,</a:t>
            </a:r>
            <a:r>
              <a:rPr lang="es-DO" sz="4400" dirty="0">
                <a:latin typeface="Verlag Light" pitchFamily="2" charset="77"/>
              </a:rPr>
              <a:t xml:space="preserve"> </a:t>
            </a:r>
            <a:r>
              <a:rPr lang="es-DO" sz="4400" dirty="0">
                <a:latin typeface="Verlag Light" pitchFamily="2" charset="77"/>
              </a:rPr>
              <a:t>esto</a:t>
            </a:r>
            <a:r>
              <a:rPr lang="es-DO" sz="4400" dirty="0">
                <a:latin typeface="Verlag Light" pitchFamily="2" charset="77"/>
              </a:rPr>
              <a:t xml:space="preserve"> </a:t>
            </a:r>
            <a:r>
              <a:rPr lang="es-DO" sz="4400" dirty="0">
                <a:latin typeface="Verlag Light" pitchFamily="2" charset="77"/>
              </a:rPr>
              <a:t>habla,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si</a:t>
            </a:r>
            <a:r>
              <a:rPr lang="es-DO" sz="4400" dirty="0">
                <a:latin typeface="Verlag Light" pitchFamily="2" charset="77"/>
              </a:rPr>
              <a:t xml:space="preserve"> </a:t>
            </a:r>
            <a:r>
              <a:rPr lang="es-DO" sz="4400" dirty="0">
                <a:latin typeface="Verlag Light" pitchFamily="2" charset="77"/>
              </a:rPr>
              <a:t>queremos</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almas</a:t>
            </a:r>
            <a:r>
              <a:rPr lang="es-DO" sz="4400" dirty="0">
                <a:latin typeface="Verlag Light" pitchFamily="2" charset="77"/>
              </a:rPr>
              <a:t xml:space="preserve"> </a:t>
            </a:r>
            <a:r>
              <a:rPr lang="es-DO" sz="4400" dirty="0">
                <a:latin typeface="Verlag Light" pitchFamily="2" charset="77"/>
              </a:rPr>
              <a:t>vuelvan</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vida,</a:t>
            </a:r>
            <a:r>
              <a:rPr lang="es-DO" sz="4400" dirty="0">
                <a:latin typeface="Verlag Light" pitchFamily="2" charset="77"/>
              </a:rPr>
              <a:t xml:space="preserve"> </a:t>
            </a:r>
            <a:r>
              <a:rPr lang="es-DO" sz="4400" dirty="0">
                <a:latin typeface="Verlag Light" pitchFamily="2" charset="77"/>
              </a:rPr>
              <a:t>debe</a:t>
            </a:r>
            <a:r>
              <a:rPr lang="es-DO" sz="4400" dirty="0">
                <a:latin typeface="Verlag Light" pitchFamily="2" charset="77"/>
              </a:rPr>
              <a:t xml:space="preserve"> </a:t>
            </a:r>
            <a:r>
              <a:rPr lang="es-DO" sz="4400" dirty="0">
                <a:latin typeface="Verlag Light" pitchFamily="2" charset="77"/>
              </a:rPr>
              <a:t>estar</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centro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nuestro</a:t>
            </a:r>
            <a:r>
              <a:rPr lang="es-DO" sz="4400" dirty="0">
                <a:latin typeface="Verlag Light" pitchFamily="2" charset="77"/>
              </a:rPr>
              <a:t xml:space="preserve"> </a:t>
            </a:r>
            <a:r>
              <a:rPr lang="es-DO" sz="4400" dirty="0">
                <a:latin typeface="Verlag Light" pitchFamily="2" charset="77"/>
              </a:rPr>
              <a:t>corazón,</a:t>
            </a:r>
            <a:r>
              <a:rPr lang="es-DO" sz="4400" dirty="0">
                <a:latin typeface="Verlag Light" pitchFamily="2" charset="77"/>
              </a:rPr>
              <a:t xml:space="preserve"> </a:t>
            </a:r>
            <a:r>
              <a:rPr lang="es-DO" sz="4400" dirty="0">
                <a:latin typeface="Verlag Light" pitchFamily="2" charset="77"/>
              </a:rPr>
              <a:t>en</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lugar</a:t>
            </a:r>
            <a:r>
              <a:rPr lang="es-DO" sz="4400" dirty="0">
                <a:latin typeface="Verlag Light" pitchFamily="2" charset="77"/>
              </a:rPr>
              <a:t xml:space="preserve"> </a:t>
            </a:r>
            <a:r>
              <a:rPr lang="es-DO" sz="4400" dirty="0">
                <a:latin typeface="Verlag Light" pitchFamily="2" charset="77"/>
              </a:rPr>
              <a:t>más</a:t>
            </a:r>
            <a:r>
              <a:rPr lang="es-DO" sz="4400" dirty="0">
                <a:latin typeface="Verlag Light" pitchFamily="2" charset="77"/>
              </a:rPr>
              <a:t xml:space="preserve"> </a:t>
            </a:r>
            <a:r>
              <a:rPr lang="es-DO" sz="4400" dirty="0">
                <a:latin typeface="Verlag Light" pitchFamily="2" charset="77"/>
              </a:rPr>
              <a:t>íntimo</a:t>
            </a:r>
            <a:r>
              <a:rPr lang="es-DO" sz="4400" dirty="0">
                <a:latin typeface="Verlag Light" pitchFamily="2" charset="77"/>
              </a:rPr>
              <a:t xml:space="preserve"> </a:t>
            </a:r>
            <a:r>
              <a:rPr lang="es-DO" sz="4400" dirty="0">
                <a:latin typeface="Verlag Light" pitchFamily="2" charset="77"/>
              </a:rPr>
              <a:t>e</a:t>
            </a:r>
            <a:r>
              <a:rPr lang="es-DO" sz="4400" dirty="0">
                <a:latin typeface="Verlag Light" pitchFamily="2" charset="77"/>
              </a:rPr>
              <a:t xml:space="preserve"> </a:t>
            </a:r>
            <a:r>
              <a:rPr lang="es-DO" sz="4400" dirty="0">
                <a:latin typeface="Verlag Light" pitchFamily="2" charset="77"/>
              </a:rPr>
              <a:t>importante</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nuestras</a:t>
            </a:r>
            <a:r>
              <a:rPr lang="es-DO" sz="4400" dirty="0">
                <a:latin typeface="Verlag Light" pitchFamily="2" charset="77"/>
              </a:rPr>
              <a:t xml:space="preserve"> </a:t>
            </a:r>
            <a:r>
              <a:rPr lang="es-DO" sz="4400" dirty="0">
                <a:latin typeface="Verlag Light" pitchFamily="2" charset="77"/>
              </a:rPr>
              <a:t>vidas,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pecadores</a:t>
            </a:r>
            <a:r>
              <a:rPr lang="es-DO" sz="4400" dirty="0">
                <a:latin typeface="Verlag Light" pitchFamily="2" charset="77"/>
              </a:rPr>
              <a:t xml:space="preserve"> </a:t>
            </a:r>
            <a:r>
              <a:rPr lang="es-DO" sz="4400" dirty="0">
                <a:latin typeface="Verlag Light" pitchFamily="2" charset="77"/>
              </a:rPr>
              <a:t>deben</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una</a:t>
            </a:r>
            <a:r>
              <a:rPr lang="es-DO" sz="4400" dirty="0">
                <a:latin typeface="Verlag Light" pitchFamily="2" charset="77"/>
              </a:rPr>
              <a:t xml:space="preserve"> </a:t>
            </a:r>
            <a:r>
              <a:rPr lang="es-DO" sz="4400" dirty="0">
                <a:latin typeface="Verlag Light" pitchFamily="2" charset="77"/>
              </a:rPr>
              <a:t>carga</a:t>
            </a:r>
            <a:r>
              <a:rPr lang="es-DO" sz="4400" dirty="0">
                <a:latin typeface="Verlag Light" pitchFamily="2" charset="77"/>
              </a:rPr>
              <a:t xml:space="preserve"> </a:t>
            </a:r>
            <a:r>
              <a:rPr lang="es-DO" sz="4400" dirty="0">
                <a:latin typeface="Verlag Light" pitchFamily="2" charset="77"/>
              </a:rPr>
              <a:t>continua</a:t>
            </a:r>
            <a:r>
              <a:rPr lang="es-DO" sz="4400" dirty="0">
                <a:latin typeface="Verlag Light" pitchFamily="2" charset="77"/>
              </a:rPr>
              <a:t xml:space="preserve"> </a:t>
            </a:r>
            <a:r>
              <a:rPr lang="es-DO" sz="4400" dirty="0">
                <a:latin typeface="Verlag Light" pitchFamily="2" charset="77"/>
              </a:rPr>
              <a:t>que</a:t>
            </a:r>
            <a:r>
              <a:rPr lang="es-DO" sz="4400" dirty="0">
                <a:latin typeface="Verlag Light" pitchFamily="2" charset="77"/>
              </a:rPr>
              <a:t xml:space="preserve"> </a:t>
            </a:r>
            <a:r>
              <a:rPr lang="es-DO" sz="4400" dirty="0">
                <a:latin typeface="Verlag Light" pitchFamily="2" charset="77"/>
              </a:rPr>
              <a:t>llevamos</a:t>
            </a:r>
            <a:r>
              <a:rPr lang="es-DO" sz="4400" dirty="0">
                <a:latin typeface="Verlag Light" pitchFamily="2" charset="77"/>
              </a:rPr>
              <a:t xml:space="preserve"> </a:t>
            </a:r>
            <a:r>
              <a:rPr lang="es-DO" sz="4400" dirty="0">
                <a:latin typeface="Verlag Light" pitchFamily="2" charset="77"/>
              </a:rPr>
              <a:t>ante</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presencia</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día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noche.</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6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cs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5425501"/>
          </a:xfrm>
        </p:spPr>
        <p:txBody>
          <a:bodyPr anchor="t">
            <a:noAutofit/>
          </a:bodyPr>
          <a:lstStyle/>
          <a:p>
            <a:pPr marL="0" indent="0">
              <a:buNone/>
            </a:pPr>
            <a:r>
              <a:rPr lang="es-DO" sz="4400" dirty="0">
                <a:latin typeface="Verlag Light" pitchFamily="2" charset="77"/>
              </a:rPr>
              <a:t>presunción;</a:t>
            </a:r>
            <a:r>
              <a:rPr lang="es-DO" sz="4400" dirty="0">
                <a:latin typeface="Verlag Light" pitchFamily="2" charset="77"/>
              </a:rPr>
              <a:t xml:space="preserve"> </a:t>
            </a:r>
            <a:r>
              <a:rPr lang="es-DO" sz="4400" dirty="0">
                <a:latin typeface="Verlag Light" pitchFamily="2" charset="77"/>
              </a:rPr>
              <a:t>oración</a:t>
            </a:r>
            <a:r>
              <a:rPr lang="es-DO" sz="4400" dirty="0">
                <a:latin typeface="Verlag Light" pitchFamily="2" charset="77"/>
              </a:rPr>
              <a:t xml:space="preserve"> </a:t>
            </a:r>
            <a:r>
              <a:rPr lang="es-DO" sz="4400" dirty="0">
                <a:latin typeface="Verlag Light" pitchFamily="2" charset="77"/>
              </a:rPr>
              <a:t>sin</a:t>
            </a:r>
            <a:r>
              <a:rPr lang="es-DO" sz="4400" dirty="0">
                <a:latin typeface="Verlag Light" pitchFamily="2" charset="77"/>
              </a:rPr>
              <a:t xml:space="preserve"> </a:t>
            </a:r>
            <a:r>
              <a:rPr lang="es-DO" sz="4400" dirty="0">
                <a:latin typeface="Verlag Light" pitchFamily="2" charset="77"/>
              </a:rPr>
              <a:t>acción:</a:t>
            </a:r>
            <a:r>
              <a:rPr lang="es-DO" sz="4400" dirty="0">
                <a:latin typeface="Verlag Light" pitchFamily="2" charset="77"/>
              </a:rPr>
              <a:t xml:space="preserve"> </a:t>
            </a:r>
            <a:r>
              <a:rPr lang="es-DO" sz="4400" dirty="0">
                <a:latin typeface="Verlag Light" pitchFamily="2" charset="77"/>
              </a:rPr>
              <a:t>hipocresía”.</a:t>
            </a:r>
            <a:r>
              <a:rPr lang="es-DO" sz="4400" dirty="0">
                <a:latin typeface="Verlag Light" pitchFamily="2" charset="77"/>
              </a:rPr>
              <a:t xml:space="preserve"> </a:t>
            </a:r>
            <a:r>
              <a:rPr lang="es-DO" sz="4400" dirty="0">
                <a:latin typeface="Verlag Light" pitchFamily="2" charset="77"/>
              </a:rPr>
              <a:t>“Y</a:t>
            </a:r>
            <a:r>
              <a:rPr lang="es-DO" sz="4400" dirty="0">
                <a:latin typeface="Verlag Light" pitchFamily="2" charset="77"/>
              </a:rPr>
              <a:t xml:space="preserve"> </a:t>
            </a:r>
            <a:r>
              <a:rPr lang="es-DO" sz="4400" dirty="0">
                <a:latin typeface="Verlag Light" pitchFamily="2" charset="77"/>
              </a:rPr>
              <a:t>se</a:t>
            </a:r>
            <a:r>
              <a:rPr lang="es-DO" sz="4400" dirty="0">
                <a:latin typeface="Verlag Light" pitchFamily="2" charset="77"/>
              </a:rPr>
              <a:t xml:space="preserve"> </a:t>
            </a:r>
            <a:r>
              <a:rPr lang="es-DO" sz="4400" dirty="0">
                <a:latin typeface="Verlag Light" pitchFamily="2" charset="77"/>
              </a:rPr>
              <a:t>tendió</a:t>
            </a:r>
            <a:r>
              <a:rPr lang="es-DO" sz="4400" dirty="0">
                <a:latin typeface="Verlag Light" pitchFamily="2" charset="77"/>
              </a:rPr>
              <a:t xml:space="preserve"> </a:t>
            </a:r>
            <a:r>
              <a:rPr lang="es-DO" sz="4400" dirty="0">
                <a:latin typeface="Verlag Light" pitchFamily="2" charset="77"/>
              </a:rPr>
              <a:t>sobre</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adaptando</a:t>
            </a:r>
            <a:r>
              <a:rPr lang="es-DO" sz="4400" dirty="0">
                <a:latin typeface="Verlag Light" pitchFamily="2" charset="77"/>
              </a:rPr>
              <a:t xml:space="preserve"> </a:t>
            </a:r>
            <a:r>
              <a:rPr lang="es-DO" sz="4400" dirty="0">
                <a:latin typeface="Verlag Light" pitchFamily="2" charset="77"/>
              </a:rPr>
              <a:t>todo</a:t>
            </a:r>
            <a:r>
              <a:rPr lang="es-DO" sz="4400" dirty="0">
                <a:latin typeface="Verlag Light" pitchFamily="2" charset="77"/>
              </a:rPr>
              <a:t xml:space="preserve"> </a:t>
            </a:r>
            <a:r>
              <a:rPr lang="es-DO" sz="4400" dirty="0">
                <a:latin typeface="Verlag Light" pitchFamily="2" charset="77"/>
              </a:rPr>
              <a:t>su</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al</a:t>
            </a:r>
            <a:r>
              <a:rPr lang="es-DO" sz="4400" dirty="0">
                <a:latin typeface="Verlag Light" pitchFamily="2" charset="77"/>
              </a:rPr>
              <a:t xml:space="preserve"> </a:t>
            </a:r>
            <a:r>
              <a:rPr lang="es-DO" sz="4400" dirty="0">
                <a:latin typeface="Verlag Light" pitchFamily="2" charset="77"/>
              </a:rPr>
              <a:t>cuerpo</a:t>
            </a:r>
            <a:r>
              <a:rPr lang="es-DO" sz="4400" dirty="0">
                <a:latin typeface="Verlag Light" pitchFamily="2" charset="77"/>
              </a:rPr>
              <a:t xml:space="preserve"> </a:t>
            </a:r>
            <a:r>
              <a:rPr lang="es-DO" sz="4400" dirty="0">
                <a:latin typeface="Verlag Light" pitchFamily="2" charset="77"/>
              </a:rPr>
              <a:t>del</a:t>
            </a:r>
            <a:r>
              <a:rPr lang="es-DO" sz="4400" dirty="0">
                <a:latin typeface="Verlag Light" pitchFamily="2" charset="77"/>
              </a:rPr>
              <a:t xml:space="preserve"> </a:t>
            </a:r>
            <a:r>
              <a:rPr lang="es-DO" sz="4400" dirty="0">
                <a:latin typeface="Verlag Light" pitchFamily="2" charset="77"/>
              </a:rPr>
              <a:t>niño.</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todas</a:t>
            </a:r>
            <a:r>
              <a:rPr lang="es-DO" sz="4400" dirty="0">
                <a:latin typeface="Verlag Light" pitchFamily="2" charset="77"/>
              </a:rPr>
              <a:t xml:space="preserve"> </a:t>
            </a:r>
            <a:r>
              <a:rPr lang="es-DO" sz="4400" dirty="0">
                <a:latin typeface="Verlag Light" pitchFamily="2" charset="77"/>
              </a:rPr>
              <a:t>las</a:t>
            </a:r>
            <a:r>
              <a:rPr lang="es-DO" sz="4400" dirty="0">
                <a:latin typeface="Verlag Light" pitchFamily="2" charset="77"/>
              </a:rPr>
              <a:t xml:space="preserve"> </a:t>
            </a:r>
            <a:r>
              <a:rPr lang="es-DO" sz="4400" dirty="0">
                <a:latin typeface="Verlag Light" pitchFamily="2" charset="77"/>
              </a:rPr>
              <a:t>personas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iguales,</a:t>
            </a:r>
            <a:r>
              <a:rPr lang="es-DO" sz="4400" dirty="0">
                <a:latin typeface="Verlag Light" pitchFamily="2" charset="77"/>
              </a:rPr>
              <a:t xml:space="preserve"> </a:t>
            </a:r>
            <a:r>
              <a:rPr lang="es-DO" sz="4400" dirty="0">
                <a:latin typeface="Verlag Light" pitchFamily="2" charset="77"/>
              </a:rPr>
              <a:t>debemos</a:t>
            </a:r>
            <a:r>
              <a:rPr lang="es-DO" sz="4400" dirty="0">
                <a:latin typeface="Verlag Light" pitchFamily="2" charset="77"/>
              </a:rPr>
              <a:t xml:space="preserve"> </a:t>
            </a:r>
            <a:r>
              <a:rPr lang="es-DO" sz="4400" dirty="0">
                <a:latin typeface="Verlag Light" pitchFamily="2" charset="77"/>
              </a:rPr>
              <a:t>encontrar</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mejor</a:t>
            </a:r>
            <a:r>
              <a:rPr lang="es-DO" sz="4400" dirty="0">
                <a:latin typeface="Verlag Light" pitchFamily="2" charset="77"/>
              </a:rPr>
              <a:t xml:space="preserve"> </a:t>
            </a:r>
            <a:r>
              <a:rPr lang="es-DO" sz="4400" dirty="0">
                <a:latin typeface="Verlag Light" pitchFamily="2" charset="77"/>
              </a:rPr>
              <a:t>estrategia</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ganar</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cada</a:t>
            </a:r>
            <a:r>
              <a:rPr lang="es-DO" sz="4400" dirty="0">
                <a:latin typeface="Verlag Light" pitchFamily="2" charset="77"/>
              </a:rPr>
              <a:t xml:space="preserve"> </a:t>
            </a:r>
            <a:r>
              <a:rPr lang="es-DO" sz="4400" dirty="0">
                <a:latin typeface="Verlag Light" pitchFamily="2" charset="77"/>
              </a:rPr>
              <a:t>uno</a:t>
            </a:r>
            <a:r>
              <a:rPr lang="es-DO" sz="4400" dirty="0">
                <a:latin typeface="Verlag Light" pitchFamily="2" charset="77"/>
              </a:rPr>
              <a:t xml:space="preserve"> </a:t>
            </a:r>
            <a:r>
              <a:rPr lang="es-DO" sz="4400" dirty="0">
                <a:latin typeface="Verlag Light" pitchFamily="2" charset="77"/>
              </a:rPr>
              <a:t>para</a:t>
            </a:r>
            <a:r>
              <a:rPr lang="es-DO" sz="4400" dirty="0">
                <a:latin typeface="Verlag Light" pitchFamily="2" charset="77"/>
              </a:rPr>
              <a:t xml:space="preserve"> </a:t>
            </a:r>
            <a:r>
              <a:rPr lang="es-DO" sz="4400" dirty="0">
                <a:latin typeface="Verlag Light" pitchFamily="2" charset="77"/>
              </a:rPr>
              <a:t>el</a:t>
            </a:r>
            <a:r>
              <a:rPr lang="es-DO" sz="4400" dirty="0">
                <a:latin typeface="Verlag Light" pitchFamily="2" charset="77"/>
              </a:rPr>
              <a:t xml:space="preserve"> </a:t>
            </a:r>
            <a:r>
              <a:rPr lang="es-DO" sz="4400" dirty="0">
                <a:latin typeface="Verlag Light" pitchFamily="2" charset="77"/>
              </a:rPr>
              <a:t>reino</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Dios.</a:t>
            </a:r>
            <a:r>
              <a:rPr lang="es-DO" sz="4400" dirty="0">
                <a:latin typeface="Verlag Light" pitchFamily="2" charset="77"/>
              </a:rPr>
              <a:t xml:space="preserve"> </a:t>
            </a:r>
            <a:r>
              <a:rPr lang="es-DO" sz="4400" dirty="0">
                <a:latin typeface="Verlag Light" pitchFamily="2" charset="77"/>
              </a:rPr>
              <a:t>No</a:t>
            </a:r>
            <a:r>
              <a:rPr lang="es-DO" sz="4400" dirty="0">
                <a:latin typeface="Verlag Light" pitchFamily="2" charset="77"/>
              </a:rPr>
              <a:t xml:space="preserve"> </a:t>
            </a:r>
            <a:r>
              <a:rPr lang="es-DO" sz="4400" dirty="0">
                <a:latin typeface="Verlag Light" pitchFamily="2" charset="77"/>
              </a:rPr>
              <a:t>todos</a:t>
            </a:r>
            <a:r>
              <a:rPr lang="es-DO" sz="4400" dirty="0">
                <a:latin typeface="Verlag Light" pitchFamily="2" charset="77"/>
              </a:rPr>
              <a:t xml:space="preserve"> </a:t>
            </a:r>
            <a:r>
              <a:rPr lang="es-DO" sz="4400" dirty="0">
                <a:latin typeface="Verlag Light" pitchFamily="2" charset="77"/>
              </a:rPr>
              <a:t>los</a:t>
            </a:r>
            <a:r>
              <a:rPr lang="es-DO" sz="4400" dirty="0">
                <a:latin typeface="Verlag Light" pitchFamily="2" charset="77"/>
              </a:rPr>
              <a:t xml:space="preserve"> </a:t>
            </a:r>
            <a:r>
              <a:rPr lang="es-DO" sz="4400" dirty="0">
                <a:latin typeface="Verlag Light" pitchFamily="2" charset="77"/>
              </a:rPr>
              <a:t>peces</a:t>
            </a:r>
            <a:r>
              <a:rPr lang="es-DO" sz="4400" dirty="0">
                <a:latin typeface="Verlag Light" pitchFamily="2" charset="77"/>
              </a:rPr>
              <a:t xml:space="preserve"> </a:t>
            </a:r>
            <a:r>
              <a:rPr lang="es-DO" sz="4400" dirty="0">
                <a:latin typeface="Verlag Light" pitchFamily="2" charset="77"/>
              </a:rPr>
              <a:t>son</a:t>
            </a:r>
            <a:r>
              <a:rPr lang="es-DO" sz="4400" dirty="0">
                <a:latin typeface="Verlag Light" pitchFamily="2" charset="77"/>
              </a:rPr>
              <a:t xml:space="preserve"> </a:t>
            </a:r>
            <a:r>
              <a:rPr lang="es-DO" sz="4400" dirty="0">
                <a:latin typeface="Verlag Light" pitchFamily="2" charset="77"/>
              </a:rPr>
              <a:t>pescados</a:t>
            </a:r>
            <a:r>
              <a:rPr lang="es-DO" sz="4400" dirty="0">
                <a:latin typeface="Verlag Light" pitchFamily="2" charset="77"/>
              </a:rPr>
              <a:t xml:space="preserve"> </a:t>
            </a:r>
            <a:r>
              <a:rPr lang="es-DO" sz="4400" dirty="0">
                <a:latin typeface="Verlag Light" pitchFamily="2" charset="77"/>
              </a:rPr>
              <a:t>con</a:t>
            </a:r>
            <a:r>
              <a:rPr lang="es-DO" sz="4400" dirty="0">
                <a:latin typeface="Verlag Light" pitchFamily="2" charset="77"/>
              </a:rPr>
              <a:t xml:space="preserve"> </a:t>
            </a:r>
            <a:r>
              <a:rPr lang="es-DO" sz="4400" dirty="0">
                <a:latin typeface="Verlag Light" pitchFamily="2" charset="77"/>
              </a:rPr>
              <a:t>la</a:t>
            </a:r>
            <a:r>
              <a:rPr lang="es-DO" sz="4400" dirty="0">
                <a:latin typeface="Verlag Light" pitchFamily="2" charset="77"/>
              </a:rPr>
              <a:t xml:space="preserve"> </a:t>
            </a:r>
            <a:r>
              <a:rPr lang="es-DO" sz="4400" dirty="0">
                <a:latin typeface="Verlag Light" pitchFamily="2" charset="77"/>
              </a:rPr>
              <a:t>misma</a:t>
            </a:r>
            <a:r>
              <a:rPr lang="es-DO" sz="4400" dirty="0">
                <a:latin typeface="Verlag Light" pitchFamily="2" charset="77"/>
              </a:rPr>
              <a:t xml:space="preserve"> </a:t>
            </a:r>
            <a:r>
              <a:rPr lang="es-DO" sz="4400" dirty="0">
                <a:latin typeface="Verlag Light" pitchFamily="2" charset="77"/>
              </a:rPr>
              <a:t>carnada.</a:t>
            </a:r>
            <a:r>
              <a:rPr lang="es-DO" sz="4400" dirty="0">
                <a:latin typeface="Verlag Light" pitchFamily="2" charset="77"/>
              </a:rPr>
              <a:t xml:space="preserve"> </a:t>
            </a:r>
            <a:r>
              <a:rPr lang="es-DO" sz="4400" dirty="0">
                <a:latin typeface="Verlag Light" pitchFamily="2" charset="77"/>
              </a:rPr>
              <a:t>Él</a:t>
            </a:r>
            <a:r>
              <a:rPr lang="es-DO" sz="4400" dirty="0">
                <a:latin typeface="Verlag Light" pitchFamily="2" charset="77"/>
              </a:rPr>
              <a:t xml:space="preserve"> </a:t>
            </a:r>
            <a:r>
              <a:rPr lang="es-DO" sz="4400" dirty="0">
                <a:latin typeface="Verlag Light" pitchFamily="2" charset="77"/>
              </a:rPr>
              <a:t>nos</a:t>
            </a:r>
            <a:r>
              <a:rPr lang="es-DO" sz="4400" dirty="0">
                <a:latin typeface="Verlag Light" pitchFamily="2" charset="77"/>
              </a:rPr>
              <a:t xml:space="preserve"> </a:t>
            </a:r>
            <a:r>
              <a:rPr lang="es-DO" sz="4400" dirty="0">
                <a:latin typeface="Verlag Light" pitchFamily="2" charset="77"/>
              </a:rPr>
              <a:t>llamó</a:t>
            </a:r>
            <a:r>
              <a:rPr lang="es-DO" sz="4400" dirty="0">
                <a:latin typeface="Verlag Light" pitchFamily="2" charset="77"/>
              </a:rPr>
              <a:t xml:space="preserve"> </a:t>
            </a:r>
            <a:r>
              <a:rPr lang="es-DO" sz="4400" dirty="0">
                <a:latin typeface="Verlag Light" pitchFamily="2" charset="77"/>
              </a:rPr>
              <a:t>a</a:t>
            </a:r>
            <a:r>
              <a:rPr lang="es-DO" sz="4400" dirty="0">
                <a:latin typeface="Verlag Light" pitchFamily="2" charset="77"/>
              </a:rPr>
              <a:t xml:space="preserve"> </a:t>
            </a:r>
            <a:r>
              <a:rPr lang="es-DO" sz="4400" dirty="0">
                <a:latin typeface="Verlag Light" pitchFamily="2" charset="77"/>
              </a:rPr>
              <a:t>ser</a:t>
            </a:r>
            <a:r>
              <a:rPr lang="es-DO" sz="4400" dirty="0">
                <a:latin typeface="Verlag Light" pitchFamily="2" charset="77"/>
              </a:rPr>
              <a:t xml:space="preserve"> </a:t>
            </a:r>
            <a:r>
              <a:rPr lang="es-DO" sz="4400" dirty="0">
                <a:latin typeface="Verlag Light" pitchFamily="2" charset="77"/>
              </a:rPr>
              <a:t>pescadores</a:t>
            </a:r>
            <a:r>
              <a:rPr lang="es-DO" sz="4400" dirty="0">
                <a:latin typeface="Verlag Light" pitchFamily="2" charset="77"/>
              </a:rPr>
              <a:t xml:space="preserve"> </a:t>
            </a:r>
            <a:r>
              <a:rPr lang="es-DO" sz="4400" dirty="0">
                <a:latin typeface="Verlag Light" pitchFamily="2" charset="77"/>
              </a:rPr>
              <a:t>de</a:t>
            </a:r>
            <a:r>
              <a:rPr lang="es-DO" sz="4400" dirty="0">
                <a:latin typeface="Verlag Light" pitchFamily="2" charset="77"/>
              </a:rPr>
              <a:t xml:space="preserve"> </a:t>
            </a:r>
            <a:r>
              <a:rPr lang="es-DO" sz="4400" dirty="0">
                <a:latin typeface="Verlag Light" pitchFamily="2" charset="77"/>
              </a:rPr>
              <a:t>hombres.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66.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La responsabilidad de Eliseo no era lavar el cuerpo muerto, embalsamarlo, envolverlo en finos lienzos, o cambiarlo de postura, no, su propósito era nada más y nada menos que devolverle la vida al niño. Nuestro llamamiento sublime es el de ser en las manos de Dios, los medios para traer vida espiritual a las almas muertas.</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67.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 báculo del profeta representa todo intento, programas, estrategias, métodos, para salvar a los perdidos. Eliseo representa al creyente que siente carga y pasión por las almas que se pierden y se entrega a sí mismo, como un sacrificio vivo, para que otros puedan vivir.</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68.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2B079A96-DC4C-41B1-D5D0-997A0F94D415}"/>
            </a:ext>
          </a:extLst>
        </p:cNvPr>
        <p:cNvGrpSpPr/>
        <p:nvPr/>
      </p:nvGrpSpPr>
      <p:grpSpPr>
        <a:xfrm>
          <a:off x="0" y="0"/>
          <a:ext cx="0" cy="0"/>
          <a:chOff x="0" y="0"/>
          <a:chExt cx="0" cy="0"/>
        </a:xfrm>
      </p:grpSpPr>
      <p:sp useBgFill="1">
        <p:nvSpPr>
          <p:cNvPr id="15" name="Rectangle 14">
            <a:extLst>
              <a:ext uri="{FF2B5EF4-FFF2-40B4-BE49-F238E27FC236}">
                <ns2:creationId id="{CFCB8EB1-A611-1473-096A-72804AF513E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E1C25FE0-7CE4-43C8-8EF0-E863364D33B3}"/>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424CE779-73AA-702E-B0F4-58CCC911C22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445CDEC8-9108-AFF3-92B5-AB500004DF6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BFDCFE4D-1579-1FA5-0C5A-44A7BE40C52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4267B9C3-EA86-D0AB-2636-DDF0884D80C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Introducción </a:t>
            </a:r>
          </a:p>
        </p:txBody>
      </p:sp>
      <p:sp>
        <p:nvSpPr>
          <p:cNvPr id="3" name="Marcador de contenido 2">
            <a:extLst>
              <a:ext uri="{FF2B5EF4-FFF2-40B4-BE49-F238E27FC236}">
                <ns2:creationId id="{BFCAA362-F3F4-497A-8D82-DCB0BF28A101}"/>
              </a:ext>
            </a:extLst>
          </p:cNvPr>
          <p:cNvSpPr>
            <a:spLocks noGrp="1"/>
          </p:cNvSpPr>
          <p:nvPr>
            <p:ph idx="1"/>
          </p:nvPr>
        </p:nvSpPr>
        <p:spPr>
          <a:xfrm>
            <a:off x="190498" y="1708353"/>
            <a:ext cx="11811000" cy="4189527"/>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 báculo del profeta representa todo intento, programas, estrategias, métodos, para salvar a los perdidos. Eliseo representa al creyente que siente carga y pasión por las almas que se pierden y se entrega a sí mismo, como un sacrificio vivo, para que otros puedan vivir.</a:t>
            </a:r>
          </a:p>
        </p:txBody>
      </p:sp>
      <p:pic>
        <p:nvPicPr>
          <p:cNvPr id="9" name="Imagen 8">
            <a:extLst>
              <a:ext uri="{FF2B5EF4-FFF2-40B4-BE49-F238E27FC236}">
                <ns2:creationId id="{A83AA4A5-473F-0FCC-EA09-B5C548D547CA}"/>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2114255720"/>
      </p:ext>
    </p:extLst>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5323279"/>
          </a:xfrm>
          <a:prstGeom prst="rect">
            <a:avLst/>
          </a:prstGeom>
          <a:noFill/>
        </p:spPr>
        <p:txBody>
          <a:bodyPr wrap="square"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Que cada joven tenga una experiencia profunda con Cristo que lo ayude a vencer las tentaciones del mundo y se convierta en un canal de vida para todos los que todavía se encuentran muertos espiritualmente.</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DDE4C9-1E8C-4D03-86ED-BDFD96CFF506}"/>
            </a:ext>
          </a:extLst>
        </p:cNvPr>
        <p:cNvGrpSpPr/>
        <p:nvPr/>
      </p:nvGrpSpPr>
      <p:grpSpPr>
        <a:xfrm>
          <a:off x="0" y="0"/>
          <a:ext cx="0" cy="0"/>
          <a:chOff x="0" y="0"/>
          <a:chExt cx="0" cy="0"/>
        </a:xfrm>
      </p:grpSpPr>
      <p:sp>
        <p:nvSpPr>
          <p:cNvPr id="2" name="Título 1">
            <a:extLst>
              <a:ext uri="{FF2B5EF4-FFF2-40B4-BE49-F238E27FC236}">
                <ns2:creationId id="{19FE6A58-FB9E-4B5D-C32A-CDEA670B323B}"/>
              </a:ext>
            </a:extLst>
          </p:cNvPr>
          <p:cNvSpPr>
            <a:spLocks noGrp="1"/>
          </p:cNvSpPr>
          <p:nvPr>
            <p:ph type="title"/>
          </p:nvPr>
        </p:nvSpPr>
        <p:spPr>
          <a:xfrm>
            <a:off x="0" y="-35535"/>
            <a:ext cx="12192000" cy="582318"/>
          </a:xfrm>
          <a:solidFill>
            <a:srgbClr val="B56505"/>
          </a:solidFill>
          <a:ln>
            <a:noFill/>
          </a:ln>
        </p:spPr>
        <p:txBody>
          <a:bodyPr/>
          <a:lstStyle/>
          <a:p>
            <a:pPr algn="ctr"/>
            <a:r>
              <a:rPr lang="en-US" b="1">
                <a:solidFill>
                  <a:schemeClr val="bg1"/>
                </a:solidFill>
                <a:latin typeface="Verlag Black" pitchFamily="2" charset="0"/>
              </a:rPr>
              <a:t>CONCLUSIÓN</a:t>
            </a:r>
            <a:endParaRPr lang="es-DO" b="1">
              <a:solidFill>
                <a:schemeClr val="bg1"/>
              </a:solidFill>
              <a:latin typeface="Verlag Black" pitchFamily="2" charset="0"/>
            </a:endParaRPr>
          </a:p>
        </p:txBody>
      </p:sp>
      <p:sp>
        <p:nvSpPr>
          <p:cNvPr id="6" name="CuadroTexto 5">
            <a:extLst>
              <a:ext uri="{FF2B5EF4-FFF2-40B4-BE49-F238E27FC236}">
                <ns2:creationId id="{B0B54458-A6C8-F5E2-65B3-6F31961F756E}"/>
              </a:ext>
            </a:extLst>
          </p:cNvPr>
          <p:cNvSpPr txBox="1"/>
          <p:nvPr/>
        </p:nvSpPr>
        <p:spPr>
          <a:xfrm>
            <a:off x="214312" y="574601"/>
            <a:ext cx="11763375" cy="5323279"/>
          </a:xfrm>
          <a:prstGeom prst="rect">
            <a:avLst/>
          </a:prstGeom>
          <a:noFill/>
        </p:spPr>
        <p:txBody>
          <a:bodyPr wrap="square"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Que cada joven tenga una experiencia profunda con Cristo que lo ayude a vencer las tentaciones del mundo y se convierta en un canal de vida para todos los que todavía se encuentran muertos espiritualmente.</a:t>
            </a:r>
          </a:p>
        </p:txBody>
      </p:sp>
      <p:pic>
        <p:nvPicPr>
          <p:cNvPr id="3" name="Imagen 2">
            <a:extLst>
              <a:ext uri="{FF2B5EF4-FFF2-40B4-BE49-F238E27FC236}">
                <ns2:creationId id="{2886B572-7369-ADD7-CFDA-10101DCF1808}"/>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2285966108"/>
      </p:ext>
    </p:extLst>
  </p:cSld>
  <p:clrMapOvr>
    <a:masterClrMapping/>
  </p:clrMapOvr>
</p:sld>
</file>

<file path=ppt/slides/slide71.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Eliseo tenía que ocuparse de un niño muerto. En su caso se trataba de muerte natural, pero la muerte de la que hemos de ocuparnos nosotros no es menos real por el hecho de tratarse de muerte espiritual. Los pecadores están, “muertos en delitos y pecados” </a:t>
            </a:r>
            <a:r>
              <a:rPr lang="es-DO" sz="4200" dirty="0" b="1">
                <a:latin typeface="Verlag Light" pitchFamily="2" charset="77"/>
              </a:rPr>
              <a:t>(Efesios 2:1)</a:t>
            </a:r>
            <a:r>
              <a:rPr lang="es-DO" sz="4200" dirty="0">
                <a:latin typeface="Verlag Light" pitchFamily="2" charset="77"/>
              </a:rPr>
              <a:t>. Si pensamos que solo duermen, no podremos serles de mucha ayuda. Al igual que el niño ellos están muertos espiritualmente, que sólo pueden ser resucitados por el poder de Dios.</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72.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Muchas veces el mensaje que predicamos, los planes que hacemos, las estrategias que diseñamos para salvar a los perdidos es algo superficial; como un báculo que sostenemos en la mano, pero que no forma parte de nosotros. Mientras la verdad que prediquemos sea algo ajeno a nosotros y sin relación alguna con lo más profundo de nuestro ser no hará más efecto en las almas muertas que el báculo de Eliseo hizo en el cuerpo sin vida del niño.</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7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Verdad es que por nuestros propios medios no podemos hacer que los corazones insensibles palpiten llenos de vida espiritual. Sin embargo, no somos más impotentes que Eliseo puesto que él, por sí mismo, no podía devolverle la vida al hijo de la sunamita. Pero debemos comprender nuestra incapacidad y conducirnos a la fuente del verdadero poder, y darnos cuenta de que el hombre que habita en las regiones de la fe, mora en el ambiente de los milagros.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7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Somos enviados al mundo, no para hacer lo que es factible al hombre hacer, sino para realizar esas imposibilidades que Dios obra con su Espíritu, por medio de sus hijos.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7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 xml:space="preserve">¿Dónde estaba colocado el niño? “he aquí el niño estaba tendido muerto sobre su cama” </a:t>
            </a:r>
            <a:r>
              <a:rPr lang="es-DO" sz="4200" dirty="0" b="1">
                <a:latin typeface="Verlag Light" pitchFamily="2" charset="77"/>
              </a:rPr>
              <a:t>(4:32)</a:t>
            </a:r>
            <a:r>
              <a:rPr lang="es-DO" sz="4200" dirty="0">
                <a:latin typeface="Verlag Light" pitchFamily="2" charset="77"/>
              </a:rPr>
              <a:t>, esto habla, de que, si queremos que las almas vuelvan a la vida, debe estar en el centro de nuestro corazón, en el lugar más íntimo e importante de nuestras vidas, los pecadores deben ser una carga continua que llevamos ante la presencia de Dios día y noche.</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7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Alguien dijo: “Acción sin oración: presunción; oración sin acción: hipocresía”. “Y se tendió sobre el niño”, adaptando todo su cuerpo al cuerpo del niño. No todas las personas son iguales, debemos encontrar la mejor estrategia para ganar a cada uno para el reino de Dios. No todos los peces son pescados con la misma carnada. Él nos llamó a ser pescadores de hombres.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20</a:t>
            </a:r>
            <a:r>
              <a:rPr lang="es-DO" sz="4400" dirty="0">
                <a:solidFill>
                  <a:srgbClr val="FFFFFF"/>
                </a:solidFill>
                <a:latin typeface="Calibri"/>
              </a:rPr>
              <a:t xml:space="preserve"> Y habiéndole él tomado y traído a su madre, estuvo sentado en sus rodillas hasta el mediodía, y murió.</a:t>
            </a:r>
          </a:p>
          <a:p>
            <a:r>
              <a:rPr lang="es-DO" sz="4400" dirty="0" b="1">
                <a:solidFill>
                  <a:srgbClr val="FFFF00"/>
                </a:solidFill>
                <a:latin typeface="Calibri"/>
              </a:rPr>
              <a:t>21</a:t>
            </a:r>
            <a:r>
              <a:rPr lang="es-DO" sz="4400" dirty="0">
                <a:solidFill>
                  <a:srgbClr val="FFFFFF"/>
                </a:solidFill>
                <a:latin typeface="Calibri"/>
              </a:rPr>
              <a:t xml:space="preserve"> Ella entonces subió, y lo puso sobre la cama del varón de Dios, y cerrando la puerta, se salió.</a:t>
            </a:r>
          </a:p>
        </p:txBody>
      </p:sp>
    </p:spTree>
    <p:extLst>
      <p:ext uri="{BB962C8B-B14F-4D97-AF65-F5344CB8AC3E}">
        <p14:creationId val="3202857800"/>
      </p:ext>
    </p:extLst>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30</a:t>
            </a:r>
            <a:r>
              <a:rPr lang="es-DO" sz="4400" dirty="0">
                <a:solidFill>
                  <a:srgbClr val="FFFFFF"/>
                </a:solidFill>
                <a:latin typeface="Calibri"/>
              </a:rPr>
              <a:t xml:space="preserve"> Y dijo la madre del niño: Vive Jehová, y vive tu alma, que no te dejaré. Él entonces se levantó y la siguió.</a:t>
            </a:r>
          </a:p>
        </p:txBody>
      </p:sp>
    </p:spTree>
    <p:extLst>
      <p:ext uri="{BB962C8B-B14F-4D97-AF65-F5344CB8AC3E}">
        <p14:creationId val="3202857800"/>
      </p:ext>
    </p:extLst>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34</a:t>
            </a:r>
            <a:r>
              <a:rPr lang="es-DO" sz="4400" dirty="0">
                <a:solidFill>
                  <a:srgbClr val="FFFFFF"/>
                </a:solidFill>
                <a:latin typeface="Calibri"/>
              </a:rPr>
              <a:t xml:space="preserve"> Después subió y se tendió sobre el niño, poniendo su boca sobre la boca de él, y sus ojos sobre sus ojos, y sus manos sobre las manos suyas; así se tendió sobre él, y el cuerpo del niño entró en calor.</a:t>
            </a:r>
          </a:p>
        </p:txBody>
      </p:sp>
    </p:spTree>
    <p:extLst>
      <p:ext uri="{BB962C8B-B14F-4D97-AF65-F5344CB8AC3E}">
        <p14:creationId val="3202857800"/>
      </p:ext>
    </p:extLst>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000000"/>
        </a:solidFill>
        <a:effectLst/>
      </p:bgPr>
    </p:bg>
    <p:spTree>
      <p:nvGrpSpPr>
        <p:cNvPr id="1" name="">
          <a:extLst>
            <a:ext uri="{FF2B5EF4-FFF2-40B4-BE49-F238E27FC236}">
              <ns2:creationId id="{B9AF12FD-34F7-2027-2EFA-C453CDFAE133}"/>
            </a:ext>
          </a:extLst>
        </p:cNvPr>
        <p:cNvGrpSpPr/>
        <p:nvPr/>
      </p:nvGrpSpPr>
      <p:grpSpPr>
        <a:xfrm>
          <a:off x="0" y="0"/>
          <a:ext cx="0" cy="0"/>
          <a:chOff x="0" y="0"/>
          <a:chExt cx="0" cy="0"/>
        </a:xfrm>
      </p:grpSpPr>
      <p:sp>
        <p:nvSpPr>
          <p:cNvPr id="4" name="CuadroTexto 3">
            <a:extLst>
              <a:ext uri="{FF2B5EF4-FFF2-40B4-BE49-F238E27FC236}">
                <ns2:creationId id="{3C76B8D9-6451-DB7B-6538-AB9E84892546}"/>
              </a:ext>
            </a:extLst>
          </p:cNvPr>
          <p:cNvSpPr txBox="1"/>
          <p:nvPr/>
        </p:nvSpPr>
        <p:spPr>
          <a:xfrm>
            <a:off x="4124325" y="165393"/>
            <a:ext cx="3752850" cy="830997"/>
          </a:xfrm>
          <a:prstGeom prst="rect">
            <a:avLst/>
          </a:prstGeom>
          <a:noFill/>
        </p:spPr>
        <p:txBody>
          <a:bodyPr wrap="square">
            <a:spAutoFit/>
          </a:bodyPr>
          <a:lstStyle/>
          <a:p>
            <a:pPr algn="ctr"/>
            <a:r>
              <a:rPr lang="es-DO" sz="4800" dirty="0" b="1">
                <a:solidFill>
                  <a:srgbClr val="FFFFFF"/>
                </a:solidFill>
                <a:latin typeface="Calibri"/>
              </a:rPr>
              <a:t>Texto Bíblico</a:t>
            </a:r>
          </a:p>
        </p:txBody>
      </p:sp>
      <p:sp>
        <p:nvSpPr>
          <p:cNvPr id="5" name="TextBox 4">
            <a:extLst>
              <a:ext uri="{FF2B5EF4-FFF2-40B4-BE49-F238E27FC236}">
                <ns2:creationId id="{C69F4686-A2AA-A897-C120-888DD517C8B0}"/>
              </a:ext>
            </a:extLst>
          </p:cNvPr>
          <p:cNvSpPr txBox="1"/>
          <p:nvPr/>
        </p:nvSpPr>
        <p:spPr>
          <a:xfrm>
            <a:off x="303228" y="774125"/>
            <a:ext cx="11888771" cy="7232749"/>
          </a:xfrm>
          <a:prstGeom prst="rect">
            <a:avLst/>
          </a:prstGeom>
          <a:noFill/>
        </p:spPr>
        <p:txBody>
          <a:bodyPr wrap="square">
            <a:spAutoFit/>
          </a:bodyPr>
          <a:lstStyle/>
          <a:p>
            <a:r>
              <a:rPr lang="es-DO" sz="4400" dirty="0" b="1">
                <a:solidFill>
                  <a:srgbClr val="FFFF00"/>
                </a:solidFill>
                <a:latin typeface="Calibri"/>
              </a:rPr>
              <a:t>35</a:t>
            </a:r>
            <a:r>
              <a:rPr lang="es-DO" sz="4400" dirty="0">
                <a:solidFill>
                  <a:srgbClr val="FFFFFF"/>
                </a:solidFill>
                <a:latin typeface="Calibri"/>
              </a:rPr>
              <a:t xml:space="preserve"> Volviéndose luego, se paseó por la casa a una y otra parte, y después subió, y se tendió sobre él nuevamente, y el niño estornudó siete veces, y abrió sus ojos.</a:t>
            </a:r>
          </a:p>
          <a:p>
            <a:r>
              <a:rPr lang="es-DO" sz="4400" dirty="0" b="1">
                <a:solidFill>
                  <a:srgbClr val="FFFF00"/>
                </a:solidFill>
                <a:latin typeface="Calibri"/>
              </a:rPr>
              <a:t>36</a:t>
            </a:r>
            <a:r>
              <a:rPr lang="es-DO" sz="4400" dirty="0">
                <a:solidFill>
                  <a:srgbClr val="FFFFFF"/>
                </a:solidFill>
                <a:latin typeface="Calibri"/>
              </a:rPr>
              <a:t xml:space="preserve"> Entonces llamó él a Giezi, y le dijo: Llama a esta sunamita. Y él la llamó. Y entrando ella, él le dijo: Toma tu hijo.</a:t>
            </a:r>
          </a:p>
        </p:txBody>
      </p:sp>
    </p:spTree>
    <p:extLst>
      <p:ext uri="{BB962C8B-B14F-4D97-AF65-F5344CB8AC3E}">
        <p14:creationId val="3202857800"/>
      </p:ext>
    </p:extLst>
  </p:cSld>
  <p:clrMapOvr>
    <a:masterClrMapping/>
  </p:clrMapOvr>
</p:sld>
</file>

<file path=ppt/slides/slide81.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Eliseo tuvo que hacer el viaje para levantar al muchacho, el cual había sido puesto en “su cama”. El versículo 34 es una hermosa ilustración del esfuerzo, entrega y amor que se requiere para ganar un alma para el reino de Dios. En cierto sentido Eliseo “murió” con el muchacho mientras clamaba por él, para impartirle una nueva vida.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82.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76ABDA6-AC08-4322-A31E-201156BB2371}"/>
            </a:ext>
          </a:extLst>
        </p:cNvPr>
        <p:cNvGrpSpPr/>
        <p:nvPr/>
      </p:nvGrpSpPr>
      <p:grpSpPr>
        <a:xfrm>
          <a:off x="0" y="0"/>
          <a:ext cx="0" cy="0"/>
          <a:chOff x="0" y="0"/>
          <a:chExt cx="0" cy="0"/>
        </a:xfrm>
      </p:grpSpPr>
      <p:sp useBgFill="1">
        <p:nvSpPr>
          <p:cNvPr id="15" name="Rectangle 14">
            <a:extLst>
              <a:ext uri="{FF2B5EF4-FFF2-40B4-BE49-F238E27FC236}">
                <ns2:creationId id="{F920B019-D430-D910-E613-E2127825316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ns2:creationId id="{79F4219A-9D0C-6DF4-A2F7-F81197292492}"/>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ns2:creationId id="{B8D0532B-AD6D-7356-4698-8C615AE22E3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ns2:creationId id="{13DE7328-9956-F01F-DAA7-EA2E8BF43F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ns2:creationId id="{5A8194F4-22A4-BE97-96F1-0400ED3CFB5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ns2:creationId id="{2ED7A656-6C50-E2F6-9BCF-A4F456B08A02}"/>
              </a:ext>
            </a:extLst>
          </p:cNvPr>
          <p:cNvSpPr>
            <a:spLocks noGrp="1"/>
          </p:cNvSpPr>
          <p:nvPr>
            <p:ph type="title"/>
          </p:nvPr>
        </p:nvSpPr>
        <p:spPr>
          <a:xfrm>
            <a:off x="459346" y="248115"/>
            <a:ext cx="10945254" cy="1033669"/>
          </a:xfrm>
        </p:spPr>
        <p:txBody>
          <a:bodyPr>
            <a:normAutofit/>
          </a:bodyPr>
          <a:lstStyle/>
          <a:p>
            <a:r>
              <a:rPr lang="es-DO" sz="4000">
                <a:solidFill>
                  <a:srgbClr val="FFFFFF"/>
                </a:solidFill>
              </a:rPr>
              <a:t>COMENTARIO ACERCA DEL PASAJE BÍBLICO</a:t>
            </a:r>
          </a:p>
        </p:txBody>
      </p:sp>
      <p:sp>
        <p:nvSpPr>
          <p:cNvPr id="3" name="Marcador de contenido 2">
            <a:extLst>
              <a:ext uri="{FF2B5EF4-FFF2-40B4-BE49-F238E27FC236}">
                <ns2:creationId id="{D8B586E2-E1C2-4644-0FB5-531E60E8D196}"/>
              </a:ext>
            </a:extLst>
          </p:cNvPr>
          <p:cNvSpPr>
            <a:spLocks noGrp="1"/>
          </p:cNvSpPr>
          <p:nvPr/>
        </p:nvSpPr>
        <p:spPr>
          <a:xfrm>
            <a:off x="190498" y="1590741"/>
            <a:ext cx="11811000" cy="430713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El versículo 34 es una hermosa ilustración del esfuerzo, entrega y amor que se requiere para ganar un alma para el reino de Dios. En cierto sentido Eliseo “murió” con el muchacho mientras clamaba por él, para impartirle una nueva vida.</a:t>
            </a:r>
          </a:p>
        </p:txBody>
      </p:sp>
      <p:pic>
        <p:nvPicPr>
          <p:cNvPr id="9" name="Imagen 8">
            <a:extLst>
              <a:ext uri="{FF2B5EF4-FFF2-40B4-BE49-F238E27FC236}">
                <ns2:creationId id="{16629F9B-0BF2-602B-C0AE-91EF590F0914}"/>
              </a:ext>
            </a:extLst>
          </p:cNvPr>
          <p:cNvPicPr>
            <a:picLocks noChangeAspect="1"/>
          </p:cNvPicPr>
          <p:nvPr/>
        </p:nvPicPr>
        <p:blipFill>
          <a:blip r:embed="rId3"/>
          <a:stretch>
            <a:fillRect/>
          </a:stretch>
        </p:blipFill>
        <p:spPr>
          <a:xfrm>
            <a:off x="11281505" y="6196152"/>
            <a:ext cx="815245" cy="582318"/>
          </a:xfrm>
          <a:prstGeom prst="rect">
            <a:avLst/>
          </a:prstGeom>
        </p:spPr>
      </p:pic>
    </p:spTree>
    <p:extLst>
      <p:ext uri="{BB962C8B-B14F-4D97-AF65-F5344CB8AC3E}">
        <p14:creationId val="410025391"/>
      </p:ext>
    </p:extLst>
  </p:cSld>
  <p:clrMapOvr>
    <a:masterClrMapping/>
  </p:clrMapOvr>
</p:sld>
</file>

<file path=ppt/slides/slide83.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2D0440E-7211-0D57-9CC4-9654015ABBC7}"/>
            </a:ext>
          </a:extLst>
        </p:cNvPr>
        <p:cNvGrpSpPr/>
        <p:nvPr/>
      </p:nvGrpSpPr>
      <p:grpSpPr>
        <a:xfrm>
          <a:off x="0" y="0"/>
          <a:ext cx="0" cy="0"/>
          <a:chOff x="0" y="0"/>
          <a:chExt cx="0" cy="0"/>
        </a:xfrm>
      </p:grpSpPr>
      <p:sp useBgFill="1">
        <p:nvSpPr>
          <p:cNvPr id="24" name="Rectangle 23">
            <a:extLst>
              <a:ext uri="{FF2B5EF4-FFF2-40B4-BE49-F238E27FC236}">
                <ns2:creationId id="{1D127A34-6465-8807-3813-5E22DF65CF46}"/>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DF09F662-59EB-2ABC-D62D-F4BB317A6B73}"/>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1.A- Muertos en vida.</a:t>
            </a:r>
          </a:p>
        </p:txBody>
      </p:sp>
      <p:sp>
        <p:nvSpPr>
          <p:cNvPr id="3" name="Marcador de contenido 2">
            <a:extLst>
              <a:ext uri="{FF2B5EF4-FFF2-40B4-BE49-F238E27FC236}">
                <ns2:creationId id="{C984791D-EA4E-5D0B-5A57-D156063F0619}"/>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Al igual que el niño ellos están muertos espiritualmente, que sólo pueden ser resucitados por el poder de Dios.</a:t>
            </a:r>
          </a:p>
        </p:txBody>
      </p:sp>
      <p:sp>
        <p:nvSpPr>
          <p:cNvPr id="26" name="Rectangle 25">
            <a:extLst>
              <a:ext uri="{FF2B5EF4-FFF2-40B4-BE49-F238E27FC236}">
                <ns2:creationId id="{1432D617-0955-6DC7-6679-AD6F4226A72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B021B80-E206-CECD-02EE-70FBDF07A89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1905BF15-F913-F5FB-318B-DF57FB8F15BB}"/>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307618143"/>
      </p:ext>
    </p:extLst>
  </p:cSld>
  <p:clrMapOvr>
    <a:masterClrMapping/>
  </p:clrMapOvr>
</p:sld>
</file>

<file path=ppt/slides/slide84.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80467194-70DB-7AF6-455A-9946017887D8}"/>
            </a:ext>
          </a:extLst>
        </p:cNvPr>
        <p:cNvGrpSpPr/>
        <p:nvPr/>
      </p:nvGrpSpPr>
      <p:grpSpPr>
        <a:xfrm>
          <a:off x="0" y="0"/>
          <a:ext cx="0" cy="0"/>
          <a:chOff x="0" y="0"/>
          <a:chExt cx="0" cy="0"/>
        </a:xfrm>
      </p:grpSpPr>
      <p:sp useBgFill="1">
        <p:nvSpPr>
          <p:cNvPr id="24" name="Rectangle 23">
            <a:extLst>
              <a:ext uri="{FF2B5EF4-FFF2-40B4-BE49-F238E27FC236}">
                <ns2:creationId id="{E8D4C3F4-0ED5-530F-71A2-D92C148E699A}"/>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17F2816C-5318-863B-0258-B07A6570A03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1.B- Métodos superficiales.</a:t>
            </a:r>
          </a:p>
        </p:txBody>
      </p:sp>
      <p:sp>
        <p:nvSpPr>
          <p:cNvPr id="3" name="Marcador de contenido 2">
            <a:extLst>
              <a:ext uri="{FF2B5EF4-FFF2-40B4-BE49-F238E27FC236}">
                <ns2:creationId id="{81A26808-906B-1C27-ECA6-20A49EB7A735}"/>
              </a:ext>
            </a:extLst>
          </p:cNvPr>
          <p:cNvSpPr>
            <a:spLocks noGrp="1"/>
          </p:cNvSpPr>
          <p:nvPr>
            <p:ph idx="1"/>
          </p:nvPr>
        </p:nvSpPr>
        <p:spPr>
          <a:xfrm>
            <a:off x="165101" y="974871"/>
            <a:ext cx="11861800"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Mientras la verdad que prediquemos sea algo ajeno a nosotros y sin relación alguna con lo más profundo de nuestro ser no hará más efecto en las almas muertas que el báculo de Eliseo hizo en el cuerpo sin vida del niño.</a:t>
            </a:r>
          </a:p>
        </p:txBody>
      </p:sp>
      <p:sp>
        <p:nvSpPr>
          <p:cNvPr id="26" name="Rectangle 25">
            <a:extLst>
              <a:ext uri="{FF2B5EF4-FFF2-40B4-BE49-F238E27FC236}">
                <ns2:creationId id="{901CB6BC-2B6A-03DE-E698-F01D60109D29}"/>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D95C81C9-9165-1540-4F26-50F2E03474B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8A4C6271-83CE-0CCB-FD0E-F12AD9CB67C2}"/>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592246208"/>
      </p:ext>
    </p:extLst>
  </p:cSld>
  <p:clrMapOvr>
    <a:masterClrMapping/>
  </p:clrMapOvr>
</p:sld>
</file>

<file path=ppt/slides/slide85.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0C7B1B95-BC08-A385-67E9-AAD6B92261F1}"/>
            </a:ext>
          </a:extLst>
        </p:cNvPr>
        <p:cNvGrpSpPr/>
        <p:nvPr/>
      </p:nvGrpSpPr>
      <p:grpSpPr>
        <a:xfrm>
          <a:off x="0" y="0"/>
          <a:ext cx="0" cy="0"/>
          <a:chOff x="0" y="0"/>
          <a:chExt cx="0" cy="0"/>
        </a:xfrm>
      </p:grpSpPr>
      <p:sp useBgFill="1">
        <p:nvSpPr>
          <p:cNvPr id="24" name="Rectangle 23">
            <a:extLst>
              <a:ext uri="{FF2B5EF4-FFF2-40B4-BE49-F238E27FC236}">
                <ns2:creationId id="{F2D98297-95F2-BD7B-A988-700CA9B7C9E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8EB537A1-93F4-42A6-8A74-8AE7020A3E37}"/>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2.A- Dando vida a los muertos.</a:t>
            </a:r>
          </a:p>
        </p:txBody>
      </p:sp>
      <p:sp>
        <p:nvSpPr>
          <p:cNvPr id="3" name="Marcador de contenido 2">
            <a:extLst>
              <a:ext uri="{FF2B5EF4-FFF2-40B4-BE49-F238E27FC236}">
                <ns2:creationId id="{3F8E2426-1376-118E-07C7-5A07E7EBB811}"/>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Pero debemos comprender nuestra incapacidad y conducirnos a la fuente del verdadero poder, y darnos cuenta de que el hombre que habita en las regiones de la fe, mora en el ambiente de los milagros.</a:t>
            </a:r>
          </a:p>
        </p:txBody>
      </p:sp>
      <p:sp>
        <p:nvSpPr>
          <p:cNvPr id="26" name="Rectangle 25">
            <a:extLst>
              <a:ext uri="{FF2B5EF4-FFF2-40B4-BE49-F238E27FC236}">
                <ns2:creationId id="{E50E8EDC-4249-0453-171F-57C884402E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0C1900CE-6302-69D7-2B92-1D6CE9EB27C5}"/>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304B9BBF-4099-EEC9-69A5-62283FB6ADFD}"/>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73984423"/>
      </p:ext>
    </p:extLst>
  </p:cSld>
  <p:clrMapOvr>
    <a:masterClrMapping/>
  </p:clrMapOvr>
</p:sld>
</file>

<file path=ppt/slides/slide86.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CF41E6C7-A0CF-122E-5BFD-6A78B04728DC}"/>
            </a:ext>
          </a:extLst>
        </p:cNvPr>
        <p:cNvGrpSpPr/>
        <p:nvPr/>
      </p:nvGrpSpPr>
      <p:grpSpPr>
        <a:xfrm>
          <a:off x="0" y="0"/>
          <a:ext cx="0" cy="0"/>
          <a:chOff x="0" y="0"/>
          <a:chExt cx="0" cy="0"/>
        </a:xfrm>
      </p:grpSpPr>
      <p:sp useBgFill="1">
        <p:nvSpPr>
          <p:cNvPr id="24" name="Rectangle 23">
            <a:extLst>
              <a:ext uri="{FF2B5EF4-FFF2-40B4-BE49-F238E27FC236}">
                <ns2:creationId id="{8D9F3574-0008-59F7-5D9E-A4E7CE9EC9BD}"/>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A6FD50EE-E221-C054-2945-EA2B711A22CD}"/>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2.B- Siendo instrumentos de Dios.</a:t>
            </a:r>
          </a:p>
        </p:txBody>
      </p:sp>
      <p:sp>
        <p:nvSpPr>
          <p:cNvPr id="3" name="Marcador de contenido 2">
            <a:extLst>
              <a:ext uri="{FF2B5EF4-FFF2-40B4-BE49-F238E27FC236}">
                <ns2:creationId id="{E649EFFB-4377-B5AC-E2F2-B95A7646CBDE}"/>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Somos enviados al mundo, no para hacer lo que es factible al hombre hacer, sino para realizar esas imposibilidades que Dios obra con su Espíritu, por medio de sus hijos.</a:t>
            </a:r>
          </a:p>
        </p:txBody>
      </p:sp>
      <p:sp>
        <p:nvSpPr>
          <p:cNvPr id="26" name="Rectangle 25">
            <a:extLst>
              <a:ext uri="{FF2B5EF4-FFF2-40B4-BE49-F238E27FC236}">
                <ns2:creationId id="{D67B6131-A9A2-660F-9D1A-E4676C69181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FFFC6A75-241A-19A0-AC9B-213F39DCEA6B}"/>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E61D07FA-1DB6-86DB-68A2-A00F2230B27E}"/>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3435137554"/>
      </p:ext>
    </p:extLst>
  </p:cSld>
  <p:clrMapOvr>
    <a:masterClrMapping/>
  </p:clrMapOvr>
</p:sld>
</file>

<file path=ppt/slides/slide87.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5BE20808-19B2-49C2-CACC-8DF0A33EC75B}"/>
            </a:ext>
          </a:extLst>
        </p:cNvPr>
        <p:cNvGrpSpPr/>
        <p:nvPr/>
      </p:nvGrpSpPr>
      <p:grpSpPr>
        <a:xfrm>
          <a:off x="0" y="0"/>
          <a:ext cx="0" cy="0"/>
          <a:chOff x="0" y="0"/>
          <a:chExt cx="0" cy="0"/>
        </a:xfrm>
      </p:grpSpPr>
      <p:sp useBgFill="1">
        <p:nvSpPr>
          <p:cNvPr id="24" name="Rectangle 23">
            <a:extLst>
              <a:ext uri="{FF2B5EF4-FFF2-40B4-BE49-F238E27FC236}">
                <ns2:creationId id="{8CB114A7-4449-AB42-3ABE-65D2824DEA7C}"/>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BC71CEF9-E950-639B-FAD3-7E094F8963C4}"/>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3.A- Obedeciendo la Palabra.</a:t>
            </a:r>
          </a:p>
        </p:txBody>
      </p:sp>
      <p:sp>
        <p:nvSpPr>
          <p:cNvPr id="3" name="Marcador de contenido 2">
            <a:extLst>
              <a:ext uri="{FF2B5EF4-FFF2-40B4-BE49-F238E27FC236}">
                <ns2:creationId id="{18B7B6F9-4EB2-F2BA-8DDE-49705C989134}"/>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b="1">
                <a:latin typeface="Verlag Light" pitchFamily="2" charset="77"/>
              </a:rPr>
              <a:t>(4:32)</a:t>
            </a:r>
            <a:r>
              <a:rPr lang="es-DO" sz="4200" dirty="0">
                <a:latin typeface="Verlag Light" pitchFamily="2" charset="77"/>
              </a:rPr>
              <a:t>, esto habla, de que, si queremos que las almas vuelvan a la vida, debe estar en el centro de nuestro corazón, en el lugar más íntimo e importante de nuestras vidas, los pecadores deben ser una carga continua que llevamos ante la presencia de Dios día y noche.</a:t>
            </a:r>
          </a:p>
        </p:txBody>
      </p:sp>
      <p:sp>
        <p:nvSpPr>
          <p:cNvPr id="26" name="Rectangle 25">
            <a:extLst>
              <a:ext uri="{FF2B5EF4-FFF2-40B4-BE49-F238E27FC236}">
                <ns2:creationId id="{89FF913D-9945-ACD7-E1A9-F533577E0EAE}"/>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64966ED1-5E82-D159-144C-4AD24C63D4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A39DFD34-5E8C-512D-AC7E-23D0DC6D7EEC}"/>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4156315190"/>
      </p:ext>
    </p:extLst>
  </p:cSld>
  <p:clrMapOvr>
    <a:masterClrMapping/>
  </p:clrMapOvr>
</p:sld>
</file>

<file path=ppt/slides/slide88.xml><?xml version="1.0" encoding="utf-8"?>
<p:sld xmlns:a="http://schemas.openxmlformats.org/drawingml/2006/main" xmlns:ns2="http://schemas.microsoft.com/office/drawing/2014/main" xmlns:ns3="http://schemas.microsoft.com/office/drawing/2017/decorative" xmlns:ns4="http://schemas.microsoft.com/office/powerpoint/2015/main" xmlns:p="http://schemas.openxmlformats.org/presentationml/2006/main" xmlns:p14="http://schemas.microsoft.com/office/powerpoint/2010/main" xmlns:r="http://schemas.openxmlformats.org/officeDocument/2006/relationships">
  <p:cSld>
    <p:bg>
      <p:bgPr>
        <a:solidFill>
          <a:schemeClr val="bg1"/>
        </a:solidFill>
        <a:effectLst/>
      </p:bgPr>
    </p:bg>
    <p:spTree>
      <p:nvGrpSpPr>
        <p:cNvPr id="1" name="">
          <a:extLst>
            <a:ext uri="{FF2B5EF4-FFF2-40B4-BE49-F238E27FC236}">
              <ns2:creationId id="{EF075AFD-DF4B-51F3-C65F-42781B4545AF}"/>
            </a:ext>
          </a:extLst>
        </p:cNvPr>
        <p:cNvGrpSpPr/>
        <p:nvPr/>
      </p:nvGrpSpPr>
      <p:grpSpPr>
        <a:xfrm>
          <a:off x="0" y="0"/>
          <a:ext cx="0" cy="0"/>
          <a:chOff x="0" y="0"/>
          <a:chExt cx="0" cy="0"/>
        </a:xfrm>
      </p:grpSpPr>
      <p:sp useBgFill="1">
        <p:nvSpPr>
          <p:cNvPr id="24" name="Rectangle 23">
            <a:extLst>
              <a:ext uri="{FF2B5EF4-FFF2-40B4-BE49-F238E27FC236}">
                <ns2:creationId id="{43333433-5914-6BDE-7208-B66101CAADE1}"/>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ns2:creationId id="{5A79922C-8D55-C33F-0825-9618913A7305}"/>
              </a:ext>
            </a:extLst>
          </p:cNvPr>
          <p:cNvSpPr>
            <a:spLocks noGrp="1"/>
          </p:cNvSpPr>
          <p:nvPr>
            <p:ph type="title"/>
          </p:nvPr>
        </p:nvSpPr>
        <p:spPr>
          <a:xfrm>
            <a:off x="365123" y="144735"/>
            <a:ext cx="11826875" cy="746258"/>
          </a:xfrm>
        </p:spPr>
        <p:txBody>
          <a:bodyPr anchor="b">
            <a:normAutofit/>
          </a:bodyPr>
          <a:lstStyle/>
          <a:p>
            <a:r>
              <a:rPr lang="es-DO" sz="4000" b="1" dirty="0">
                <a:latin typeface="Times New Roman" pitchFamily="18" charset="0"/>
              </a:rPr>
              <a:t>3.B- Orando intensamente.</a:t>
            </a:r>
          </a:p>
        </p:txBody>
      </p:sp>
      <p:sp>
        <p:nvSpPr>
          <p:cNvPr id="3" name="Marcador de contenido 2">
            <a:extLst>
              <a:ext uri="{FF2B5EF4-FFF2-40B4-BE49-F238E27FC236}">
                <ns2:creationId id="{23D09FC2-1F36-681D-E6B4-F5E33319EE62}"/>
              </a:ext>
            </a:extLst>
          </p:cNvPr>
          <p:cNvSpPr>
            <a:spLocks noGrp="1"/>
          </p:cNvSpPr>
          <p:nvPr>
            <p:ph idx="1"/>
          </p:nvPr>
        </p:nvSpPr>
        <p:spPr>
          <a:xfrm>
            <a:off x="165100" y="974871"/>
            <a:ext cx="11861801" cy="4923009"/>
          </a:xfrm>
        </p:spPr>
        <p:txBody>
          <a:bodyPr anchor="t">
            <a:noAutofit/>
          </a:bodyPr>
          <a:lstStyle>
            <a:lvl1pPr marL="0" indent="0">
              <a:buNone/>
              <a:defRPr sz="4200">
                <a:latin typeface="Verlag Light" pitchFamily="2" charset="77"/>
              </a:defRPr>
            </a:lvl1pPr>
          </a:lstStyle>
          <a:p>
            <a:pPr marL="0" indent="0" algn="l">
              <a:buNone/>
            </a:pPr>
            <a:r>
              <a:rPr lang="es-DO" sz="4200" dirty="0">
                <a:latin typeface="Verlag Light" pitchFamily="2" charset="77"/>
              </a:rPr>
              <a:t>No todas las personas son iguales, debemos encontrar la mejor estrategia para ganar a cada uno para el reino de Dios. No todos los peces son pescados con la misma carnada. Él nos llamó a ser pescadores de hombres.</a:t>
            </a:r>
          </a:p>
        </p:txBody>
      </p:sp>
      <p:sp>
        <p:nvSpPr>
          <p:cNvPr id="26" name="Rectangle 25">
            <a:extLst>
              <a:ext uri="{FF2B5EF4-FFF2-40B4-BE49-F238E27FC236}">
                <ns2:creationId id="{E4683B62-C143-C576-5AAB-AB10BF68EC88}"/>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ns2:creationId id="{C50192C4-522C-229C-0CE3-19F7EDE1BCEF}"/>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ns2:creationId id="{4195D8EE-E0AE-B35A-28EB-79EDA1F9C586}"/>
              </a:ext>
            </a:extLst>
          </p:cNvPr>
          <p:cNvPicPr>
            <a:picLocks noChangeAspect="1"/>
          </p:cNvPicPr>
          <p:nvPr/>
        </p:nvPicPr>
        <p:blipFill>
          <a:blip r:embed="rId3"/>
          <a:stretch>
            <a:fillRect/>
          </a:stretch>
        </p:blipFill>
        <p:spPr>
          <a:xfrm>
            <a:off x="11211655" y="5734602"/>
            <a:ext cx="815245" cy="582318"/>
          </a:xfrm>
          <a:prstGeom prst="rect">
            <a:avLst/>
          </a:prstGeom>
        </p:spPr>
      </p:pic>
    </p:spTree>
    <p:extLst>
      <p:ext uri="{BB962C8B-B14F-4D97-AF65-F5344CB8AC3E}">
        <p14:creationId val="2845760896"/>
      </p:ext>
    </p:extLst>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34</a:t>
            </a:r>
            <a:r>
              <a:rPr lang="es-DO" sz="4400" dirty="0"/>
              <a:t xml:space="preserve"> Después subió y se tendió sobre el niño, poniendo su boca sobre la boca de él, y sus ojos sobre sus ojos, y sus manos sobre las manos suyas; así se tendió sobre él, y el cuerpo del niño entró en calor.</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4:35-36</a:t>
            </a:r>
          </a:p>
          <a:p>
            <a:r>
              <a:rPr lang="es-DO" sz="4400" dirty="0" b="1">
                <a:solidFill>
                  <a:srgbClr val="FF0000"/>
                </a:solidFill>
              </a:rPr>
              <a:t>35</a:t>
            </a:r>
            <a:r>
              <a:rPr lang="es-DO" sz="4400" dirty="0"/>
              <a:t xml:space="preserve"> Volviéndose luego, se paseó por la casa a una y otra parte, y después subió, y se tendió sobre él nuevamente, y el niño estornudó siete veces, y abrió sus ojos.</a:t>
            </a:r>
          </a:p>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34</a:t>
            </a:r>
            <a:r>
              <a:rPr lang="es-DO" sz="4400" dirty="0"/>
              <a:t xml:space="preserve"> Después subió y se tendió sobre el niño, poniendo su boca sobre la boca de él, y sus ojos sobre sus ojos, y sus manos sobre las manos suyas; así se tendió sobre él, y el cuerpo del niño entró en calor.</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2 Reyes 4:35-36</a:t>
            </a:r>
          </a:p>
          <a:p>
            <a:r>
              <a:rPr lang="es-DO" sz="4400" dirty="0" b="1">
                <a:solidFill>
                  <a:srgbClr val="FF0000"/>
                </a:solidFill>
              </a:rPr>
              <a:t>35</a:t>
            </a:r>
            <a:r>
              <a:rPr lang="es-DO" sz="4400" dirty="0"/>
              <a:t xml:space="preserve"> Volviéndose luego, se paseó por la casa a una y otra parte, y después subió, y se tendió sobre él nuevamente, y el niño estornudó siete veces, y abrió sus ojos.</a:t>
            </a:r>
          </a:p>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a:extLst>
            <a:ext uri="{FF2B5EF4-FFF2-40B4-BE49-F238E27FC236}">
              <ns2:creationId id="{7B2216D3-0F7F-13AA-CCB2-44811E1770D7}"/>
            </a:ext>
          </a:extLst>
        </p:cNvPr>
        <p:cNvGrpSpPr/>
        <p:nvPr/>
      </p:nvGrpSpPr>
      <p:grpSpPr>
        <a:xfrm>
          <a:off x="0" y="0"/>
          <a:ext cx="0" cy="0"/>
          <a:chOff x="0" y="0"/>
          <a:chExt cx="0" cy="0"/>
        </a:xfrm>
      </p:grpSpPr>
      <p:sp>
        <p:nvSpPr>
          <p:cNvPr id="2" name="Título 1">
            <a:extLst>
              <a:ext uri="{FF2B5EF4-FFF2-40B4-BE49-F238E27FC236}">
                <ns2:creationId id="{C4ED3815-F282-0816-6175-0B79ECCBA784}"/>
              </a:ext>
            </a:extLst>
          </p:cNvPr>
          <p:cNvSpPr>
            <a:spLocks noGrp="1"/>
          </p:cNvSpPr>
          <p:nvPr>
            <p:ph type="title"/>
          </p:nvPr>
        </p:nvSpPr>
        <p:spPr>
          <a:xfrm>
            <a:off x="0" y="-35535"/>
            <a:ext cx="12192000" cy="428625"/>
          </a:xfrm>
          <a:solidFill>
            <a:srgbClr val="9E5B4B"/>
          </a:solidFill>
          <a:ln>
            <a:noFill/>
          </a:ln>
        </p:spPr>
        <p:txBody>
          <a:bodyPr/>
          <a:lstStyle/>
          <a:p>
            <a:pPr algn="ctr"/>
            <a:r>
              <a:rPr lang="es-DO" b="1">
                <a:solidFill>
                  <a:schemeClr val="bg1"/>
                </a:solidFill>
                <a:latin typeface="Verlag Black" pitchFamily="2" charset="0"/>
              </a:rPr>
              <a:t>LECTURA BÍBLICA</a:t>
            </a:r>
          </a:p>
        </p:txBody>
      </p:sp>
      <p:sp>
        <p:nvSpPr>
          <p:cNvPr id="6" name="CuadroTexto 5">
            <a:extLst>
              <a:ext uri="{FF2B5EF4-FFF2-40B4-BE49-F238E27FC236}">
                <ns2:creationId id="{DE0B733D-6DEF-A6E5-CADC-4331527803D5}"/>
              </a:ext>
            </a:extLst>
          </p:cNvPr>
          <p:cNvSpPr txBox="1"/>
          <p:nvPr/>
        </p:nvSpPr>
        <p:spPr>
          <a:xfrm>
            <a:off x="214312" y="576072"/>
            <a:ext cx="11763375" cy="5321808"/>
          </a:xfrm>
          <a:prstGeom prst="rect">
            <a:avLst/>
          </a:prstGeom>
          <a:noFill/>
        </p:spPr>
        <p:txBody>
          <a:bodyPr wrap="square">
            <a:noAutofit/>
          </a:bodyPr>
          <a:lstStyle/>
          <a:p>
            <a:r>
              <a:rPr lang="es-DO" sz="4400" dirty="0" b="1">
                <a:solidFill>
                  <a:srgbClr val="FF0000"/>
                </a:solidFill>
              </a:rPr>
              <a:t>36</a:t>
            </a:r>
            <a:r>
              <a:rPr lang="es-DO" sz="4400" dirty="0"/>
              <a:t xml:space="preserve"> Entonces llamó él a Giezi, y le dijo: Llama a esta sunamita. Y él la llamó. Y entrando ella, él le dijo: Toma tu hijo.</a:t>
            </a:r>
          </a:p>
        </p:txBody>
      </p:sp>
      <p:pic>
        <p:nvPicPr>
          <p:cNvPr id="3" name="Imagen 2">
            <a:extLst>
              <a:ext uri="{FF2B5EF4-FFF2-40B4-BE49-F238E27FC236}">
                <ns2:creationId id="{5D6419CE-5240-D406-F99F-92D116F243F6}"/>
              </a:ext>
            </a:extLst>
          </p:cNvPr>
          <p:cNvPicPr>
            <a:picLocks noChangeAspect="1"/>
          </p:cNvPicPr>
          <p:nvPr/>
        </p:nvPicPr>
        <p:blipFill>
          <a:blip r:embed="rId3"/>
          <a:stretch>
            <a:fillRect/>
          </a:stretch>
        </p:blipFill>
        <p:spPr>
          <a:xfrm>
            <a:off x="11248167" y="6096904"/>
            <a:ext cx="815245" cy="582318"/>
          </a:xfrm>
          <a:prstGeom prst="rect">
            <a:avLst/>
          </a:prstGeom>
        </p:spPr>
      </p:pic>
    </p:spTree>
    <p:extLst>
      <p:ext uri="{BB962C8B-B14F-4D97-AF65-F5344CB8AC3E}">
        <p14:creationId val="1775760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0B6D016B-9C9E-8644-A2B3-78C9495153D8}" vid="{B8A5E0E7-FAA5-684D-AF3D-F0092C760611}"/>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0B6D016B-9C9E-8644-A2B3-78C9495153D8}" vid="{8DBC2B4B-BEA6-F144-8D63-5C06A2DBC8CD}"/>
    </a:ext>
  </a:extLst>
</a:theme>
</file>

<file path=ppt/theme/theme3.xml><?xml version="1.0" encoding="utf-8"?>
<a:theme xmlns:a="http://schemas.openxmlformats.org/drawingml/2006/main" name="Process Diagrams by Slidesgo">
  <a:themeElements>
    <a:clrScheme name="Simple Light">
      <a:dk1>
        <a:srgbClr val="000000"/>
      </a:dk1>
      <a:lt1>
        <a:srgbClr val="FFFFFF"/>
      </a:lt1>
      <a:dk2>
        <a:srgbClr val="595959"/>
      </a:dk2>
      <a:lt2>
        <a:srgbClr val="EEEEEE"/>
      </a:lt2>
      <a:accent1>
        <a:srgbClr val="5EB2FC"/>
      </a:accent1>
      <a:accent2>
        <a:srgbClr val="69E781"/>
      </a:accent2>
      <a:accent3>
        <a:srgbClr val="869FB2"/>
      </a:accent3>
      <a:accent4>
        <a:srgbClr val="4949E7"/>
      </a:accent4>
      <a:accent5>
        <a:srgbClr val="FCBD24"/>
      </a:accent5>
      <a:accent6>
        <a:srgbClr val="EC3A3B"/>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0B6D016B-9C9E-8644-A2B3-78C9495153D8}" vid="{BDF58E6F-616C-B844-B1EC-20829F388B2B}"/>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F0D5A6056081469A974BD5550C0B78" ma:contentTypeVersion="14" ma:contentTypeDescription="Create a new document." ma:contentTypeScope="" ma:versionID="89ed2796caf12a0213d437b338955b50">
  <xsd:schema xmlns:xsd="http://www.w3.org/2001/XMLSchema" xmlns:xs="http://www.w3.org/2001/XMLSchema" xmlns:p="http://schemas.microsoft.com/office/2006/metadata/properties" xmlns:ns3="7f814935-1649-4730-84cd-4170be96038c" xmlns:ns4="fb42cf01-49e3-4ea0-9fdd-daa10040f741" targetNamespace="http://schemas.microsoft.com/office/2006/metadata/properties" ma:root="true" ma:fieldsID="ce2e327db6cac74db56830cc1a602b6a" ns3:_="" ns4:_="">
    <xsd:import namespace="7f814935-1649-4730-84cd-4170be96038c"/>
    <xsd:import namespace="fb42cf01-49e3-4ea0-9fdd-daa10040f74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814935-1649-4730-84cd-4170be96038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42cf01-49e3-4ea0-9fdd-daa10040f74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83BDF1-4561-4E6A-94C4-A4BE6892B54F}">
  <ds:schemaRefs>
    <ds:schemaRef ds:uri="7f814935-1649-4730-84cd-4170be96038c"/>
    <ds:schemaRef ds:uri="fb42cf01-49e3-4ea0-9fdd-daa10040f741"/>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551B01C-18CD-4E74-A3C1-C008E72F325A}">
  <ds:schemaRefs>
    <ds:schemaRef ds:uri="http://www.w3.org/XML/1998/namespace"/>
    <ds:schemaRef ds:uri="http://schemas.microsoft.com/office/infopath/2007/PartnerControls"/>
    <ds:schemaRef ds:uri="http://purl.org/dc/elements/1.1/"/>
    <ds:schemaRef ds:uri="7f814935-1649-4730-84cd-4170be96038c"/>
    <ds:schemaRef ds:uri="http://purl.org/dc/dcmitype/"/>
    <ds:schemaRef ds:uri="http://schemas.microsoft.com/office/2006/documentManagement/types"/>
    <ds:schemaRef ds:uri="http://schemas.microsoft.com/office/2006/metadata/properties"/>
    <ds:schemaRef ds:uri="fb42cf01-49e3-4ea0-9fdd-daa10040f741"/>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586A0898-52DF-484C-9E60-85640F56BE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TotalTime>
  <Words>201</Words>
  <Application>Microsoft Macintosh PowerPoint</Application>
  <PresentationFormat>Widescreen</PresentationFormat>
  <Paragraphs>77</Paragraphs>
  <Slides>21</Slides>
  <Notes>21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21</vt:i4>
      </vt:variant>
    </vt:vector>
  </HeadingPairs>
  <TitlesOfParts>
    <vt:vector size="36" baseType="lpstr">
      <vt:lpstr>Agency FB</vt:lpstr>
      <vt:lpstr>Aptos</vt:lpstr>
      <vt:lpstr>Aptos Display</vt:lpstr>
      <vt:lpstr>Arial</vt:lpstr>
      <vt:lpstr>Calibri</vt:lpstr>
      <vt:lpstr>Calibri Light</vt:lpstr>
      <vt:lpstr>Fira Sans Extra Condensed SemiBold</vt:lpstr>
      <vt:lpstr>Gill Sans MT</vt:lpstr>
      <vt:lpstr>Roboto</vt:lpstr>
      <vt:lpstr>Times New Roman</vt:lpstr>
      <vt:lpstr>Verlag Black</vt:lpstr>
      <vt:lpstr>Verlag Light</vt:lpstr>
      <vt:lpstr>Tema de Office</vt:lpstr>
      <vt:lpstr>1_Tema de Office</vt:lpstr>
      <vt:lpstr>Process Diagrams by Slidesgo</vt:lpstr>
      <vt:lpstr>PowerPoint Presentation</vt:lpstr>
      <vt:lpstr>LECTURA BIBLICA</vt:lpstr>
      <vt:lpstr>PowerPoint Presentation</vt:lpstr>
      <vt:lpstr>PowerPoint Presentation</vt:lpstr>
      <vt:lpstr>COMENTARIO ACERCA DEL PASAJE BIBLICO </vt:lpstr>
      <vt:lpstr>PowerPoint Presentation</vt:lpstr>
      <vt:lpstr>Introducción </vt:lpstr>
      <vt:lpstr>PowerPoint Presentation</vt:lpstr>
      <vt:lpstr>PowerPoint Presentation</vt:lpstr>
      <vt:lpstr>1.A- Titulo</vt:lpstr>
      <vt:lpstr>1.B - Titulo</vt:lpstr>
      <vt:lpstr>PowerPoint Presentation</vt:lpstr>
      <vt:lpstr>PowerPoint Presentation</vt:lpstr>
      <vt:lpstr>2.A - Titulo</vt:lpstr>
      <vt:lpstr>2.B - Titulo</vt:lpstr>
      <vt:lpstr>PowerPoint Presentation</vt:lpstr>
      <vt:lpstr>PowerPoint Presentation</vt:lpstr>
      <vt:lpstr>3.A – Titulo 3A</vt:lpstr>
      <vt:lpstr>3.B – Titulo 3B</vt:lpstr>
      <vt:lpstr>CONCLUSIÓN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Estudio Bíblico</dc:title>
  <dc:creator>Office</dc:creator>
  <cp:lastModifiedBy>Office</cp:lastModifiedBy>
  <cp:revision>1</cp:revision>
  <dcterms:created xsi:type="dcterms:W3CDTF">2026-05-31T16:19:13Z</dcterms:created>
  <dcterms:modified xsi:type="dcterms:W3CDTF">2026-05-31T16:20:59Z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0x0101001FF0D5A6056081469A974BD5550C0B78</vt:lpwstr>
  </property>
</Properties>
</file>